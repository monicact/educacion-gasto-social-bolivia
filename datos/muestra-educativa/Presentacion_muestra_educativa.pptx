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33d2a53b2e4f5e" /><Relationship Type="http://schemas.openxmlformats.org/officeDocument/2006/relationships/extended-properties" Target="/docProps/app.xml" Id="Re4dd0e5be85748fe" /><Relationship Type="http://schemas.openxmlformats.org/officeDocument/2006/relationships/officeDocument" Target="/ppt/presentation.xml" Id="R316bada8c58043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e00fb6cd464138"/>
  </p:sldMasterIdLst>
  <p:notesMasterIdLst>
    <p:notesMasterId xmlns:r="http://schemas.openxmlformats.org/officeDocument/2006/relationships" r:id="R4afdc488e9aa4a97"/>
  </p:notesMasterIdLst>
  <p:sldIdLst>
    <p:sldId xmlns:r="http://schemas.openxmlformats.org/officeDocument/2006/relationships" id="256" r:id="Rd7fdc5131ca8438b"/>
    <p:sldId xmlns:r="http://schemas.openxmlformats.org/officeDocument/2006/relationships" id="257" r:id="R3d4a801e0f2f4182"/>
    <p:sldId xmlns:r="http://schemas.openxmlformats.org/officeDocument/2006/relationships" id="258" r:id="R2cc5c28445054685"/>
    <p:sldId xmlns:r="http://schemas.openxmlformats.org/officeDocument/2006/relationships" id="259" r:id="R3bea73dc50ff4a3a"/>
    <p:sldId xmlns:r="http://schemas.openxmlformats.org/officeDocument/2006/relationships" id="260" r:id="Rd8e7009d256348b2"/>
    <p:sldId xmlns:r="http://schemas.openxmlformats.org/officeDocument/2006/relationships" id="261" r:id="R0cb386ccbd9f4dbc"/>
    <p:sldId xmlns:r="http://schemas.openxmlformats.org/officeDocument/2006/relationships" id="262" r:id="Rc33cbd11adf34c30"/>
    <p:sldId xmlns:r="http://schemas.openxmlformats.org/officeDocument/2006/relationships" id="263" r:id="R599558d512bc44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bdc57bb4d3444e" /><Relationship Type="http://schemas.openxmlformats.org/officeDocument/2006/relationships/slideMaster" Target="/ppt/slideMasters/slideMaster1.xml" Id="R61e00fb6cd464138" /><Relationship Type="http://schemas.openxmlformats.org/officeDocument/2006/relationships/notesMaster" Target="/ppt/notesMasters/notesMaster1.xml" Id="R4afdc488e9aa4a97" /><Relationship Type="http://schemas.openxmlformats.org/officeDocument/2006/relationships/presProps" Target="/ppt/presProps.xml" Id="R2a7b1c4aa5c248b7" /><Relationship Type="http://schemas.openxmlformats.org/officeDocument/2006/relationships/viewProps" Target="/ppt/viewProps.xml" Id="R318d8c592c8a4634" /><Relationship Type="http://schemas.openxmlformats.org/officeDocument/2006/relationships/tableStyles" Target="/ppt/tableStyles.xml" Id="Ra803b85e40054237" /><Relationship Type="http://schemas.openxmlformats.org/officeDocument/2006/relationships/slide" Target="/ppt/slides/slide1.xml" Id="Rd7fdc5131ca8438b" /><Relationship Type="http://schemas.openxmlformats.org/officeDocument/2006/relationships/slide" Target="/ppt/slides/slide2.xml" Id="R3d4a801e0f2f4182" /><Relationship Type="http://schemas.openxmlformats.org/officeDocument/2006/relationships/slide" Target="/ppt/slides/slide3.xml" Id="R2cc5c28445054685" /><Relationship Type="http://schemas.openxmlformats.org/officeDocument/2006/relationships/slide" Target="/ppt/slides/slide4.xml" Id="R3bea73dc50ff4a3a" /><Relationship Type="http://schemas.openxmlformats.org/officeDocument/2006/relationships/slide" Target="/ppt/slides/slide5.xml" Id="Rd8e7009d256348b2" /><Relationship Type="http://schemas.openxmlformats.org/officeDocument/2006/relationships/slide" Target="/ppt/slides/slide6.xml" Id="R0cb386ccbd9f4dbc" /><Relationship Type="http://schemas.openxmlformats.org/officeDocument/2006/relationships/slide" Target="/ppt/slides/slide7.xml" Id="Rc33cbd11adf34c30" /><Relationship Type="http://schemas.openxmlformats.org/officeDocument/2006/relationships/slide" Target="/ppt/slides/slide8.xml" Id="R599558d512bc44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063ea82a844c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eb922eafc7462d" /><Relationship Type="http://schemas.openxmlformats.org/officeDocument/2006/relationships/notesMaster" Target="/ppt/notesMasters/notesMaster1.xml" Id="R5db50ab442cb4f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1642a1c43b4dfc" /><Relationship Type="http://schemas.openxmlformats.org/officeDocument/2006/relationships/notesMaster" Target="/ppt/notesMasters/notesMaster1.xml" Id="R4e9ef9de4f5d41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5bccd901674f59" /><Relationship Type="http://schemas.openxmlformats.org/officeDocument/2006/relationships/notesMaster" Target="/ppt/notesMasters/notesMaster1.xml" Id="R93499ef77be649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eb785f72f84ff3" /><Relationship Type="http://schemas.openxmlformats.org/officeDocument/2006/relationships/notesMaster" Target="/ppt/notesMasters/notesMaster1.xml" Id="R3e0efc9504044e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03520855704f2f" /><Relationship Type="http://schemas.openxmlformats.org/officeDocument/2006/relationships/notesMaster" Target="/ppt/notesMasters/notesMaster1.xml" Id="R4bf727ec456d4b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f69d400e31444b" /><Relationship Type="http://schemas.openxmlformats.org/officeDocument/2006/relationships/notesMaster" Target="/ppt/notesMasters/notesMaster1.xml" Id="Rf5500c85def642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7ec27599194e55" /><Relationship Type="http://schemas.openxmlformats.org/officeDocument/2006/relationships/notesMaster" Target="/ppt/notesMasters/notesMaster1.xml" Id="R09c79e06d8fc43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b528e4c0a04885" /><Relationship Type="http://schemas.openxmlformats.org/officeDocument/2006/relationships/notesMaster" Target="/ppt/notesMasters/notesMaster1.xml" Id="R70eb70ff561e48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SEIE gestión 2024, https://seie.minedu.gob.bo/reportes/mapas_unidades_educativas/ . Elaboración: selección reproducible con semilla SEIE-2024-MUESTRA-20260917-V1. Ver Metodo_de_seleccion.md y Excel para supuestos, probabilidades y reservas. No se asignó tratamiento.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SEIE gestión 2024, https://seie.minedu.gob.bo/reportes/mapas_unidades_educativas/ . Elaboración: selección reproducible con semilla SEIE-2024-MUESTRA-20260917-V1. Ver Metodo_de_seleccion.md y Excel para supuestos, probabilidades y reservas. No se asignó tratamiento.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SEIE gestión 2024, https://seie.minedu.gob.bo/reportes/mapas_unidades_educativas/ . Elaboración: selección reproducible con semilla SEIE-2024-MUESTRA-20260917-V1. Ver Metodo_de_seleccion.md y Excel para supuestos, probabilidades y reservas. No se asignó tratamiento.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SEIE gestión 2024, https://seie.minedu.gob.bo/reportes/mapas_unidades_educativas/ . Elaboración: selección reproducible con semilla SEIE-2024-MUESTRA-20260917-V1. Ver Metodo_de_seleccion.md y Excel para supuestos, probabilidades y reservas. No se asignó tratamiento.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SEIE gestión 2024, https://seie.minedu.gob.bo/reportes/mapas_unidades_educativas/ . Elaboración: selección reproducible con semilla SEIE-2024-MUESTRA-20260917-V1. Ver Metodo_de_seleccion.md y Excel para supuestos, probabilidades y reservas. No se asignó tratamiento.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SEIE gestión 2024, https://seie.minedu.gob.bo/reportes/mapas_unidades_educativas/ . Elaboración: selección reproducible con semilla SEIE-2024-MUESTRA-20260917-V1. Ver Metodo_de_seleccion.md y Excel para supuestos, probabilidades y reservas. No se asignó tratamiento.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SEIE gestión 2024, https://seie.minedu.gob.bo/reportes/mapas_unidades_educativas/ . Elaboración: selección reproducible con semilla SEIE-2024-MUESTRA-20260917-V1. Ver Metodo_de_seleccion.md y Excel para supuestos, probabilidades y reservas. No se asignó tratamiento.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SEIE gestión 2024, https://seie.minedu.gob.bo/reportes/mapas_unidades_educativas/ . Elaboración: selección reproducible con semilla SEIE-2024-MUESTRA-20260917-V1. Ver Metodo_de_seleccion.md y Excel para supuestos, probabilidades y reservas. No se asignó tratamiento.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053366d7b47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2515a95f045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406212a4b40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6a72d816045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b9354dd65a46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8d166ddcf45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753056de8485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748a81db240f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849dbf65a48cf" /><Relationship Type="http://schemas.openxmlformats.org/officeDocument/2006/relationships/image" Target="/ppt/media/image.png" Id="R768b3b64401742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dd6cbd27b4932" /><Relationship Type="http://schemas.openxmlformats.org/officeDocument/2006/relationships/image" Target="/ppt/media/image2.png" Id="Rc0fc911b4f3d422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768b3b644017426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c0fc911b4f3d422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86b87cc6e1462e" /><Relationship Type="http://schemas.openxmlformats.org/officeDocument/2006/relationships/slideLayout" Target="/ppt/slideLayouts/slideLayout1.xml" Id="R1351c64e0a244ff9" /><Relationship Type="http://schemas.openxmlformats.org/officeDocument/2006/relationships/slideLayout" Target="/ppt/slideLayouts/slideLayout2.xml" Id="R69057d33a3d546f7" /><Relationship Type="http://schemas.openxmlformats.org/officeDocument/2006/relationships/slideLayout" Target="/ppt/slideLayouts/slideLayout3.xml" Id="Re6767ff51b9f4b89" /><Relationship Type="http://schemas.openxmlformats.org/officeDocument/2006/relationships/slideLayout" Target="/ppt/slideLayouts/slideLayout4.xml" Id="Rb5d54cfed12f412f" /><Relationship Type="http://schemas.openxmlformats.org/officeDocument/2006/relationships/slideLayout" Target="/ppt/slideLayouts/slideLayout5.xml" Id="R806e6f28d88b48c7" /><Relationship Type="http://schemas.openxmlformats.org/officeDocument/2006/relationships/slideLayout" Target="/ppt/slideLayouts/slideLayout6.xml" Id="R39e406b1cbee466e" /><Relationship Type="http://schemas.openxmlformats.org/officeDocument/2006/relationships/slideLayout" Target="/ppt/slideLayouts/slideLayout7.xml" Id="R1596dfacc31248b7" /><Relationship Type="http://schemas.openxmlformats.org/officeDocument/2006/relationships/slideLayout" Target="/ppt/slideLayouts/slideLayout8.xml" Id="R92a673aaa9ab41b3" /><Relationship Type="http://schemas.openxmlformats.org/officeDocument/2006/relationships/slideLayout" Target="/ppt/slideLayouts/slideLayout9.xml" Id="Rfc56556eeb5b4bea" /><Relationship Type="http://schemas.openxmlformats.org/officeDocument/2006/relationships/slideLayout" Target="/ppt/slideLayouts/slideLayout10.xml" Id="Rf5e8cf5119ec493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51c64e0a244ff9"/>
    <p:sldLayoutId xmlns:r="http://schemas.openxmlformats.org/officeDocument/2006/relationships" id="2147483650" r:id="R69057d33a3d546f7"/>
    <p:sldLayoutId xmlns:r="http://schemas.openxmlformats.org/officeDocument/2006/relationships" id="2147483651" r:id="Re6767ff51b9f4b89"/>
    <p:sldLayoutId xmlns:r="http://schemas.openxmlformats.org/officeDocument/2006/relationships" id="2147483652" r:id="Rb5d54cfed12f412f"/>
    <p:sldLayoutId xmlns:r="http://schemas.openxmlformats.org/officeDocument/2006/relationships" id="2147483653" r:id="R806e6f28d88b48c7"/>
    <p:sldLayoutId xmlns:r="http://schemas.openxmlformats.org/officeDocument/2006/relationships" id="2147483654" r:id="R39e406b1cbee466e"/>
    <p:sldLayoutId xmlns:r="http://schemas.openxmlformats.org/officeDocument/2006/relationships" id="2147483655" r:id="R1596dfacc31248b7"/>
    <p:sldLayoutId xmlns:r="http://schemas.openxmlformats.org/officeDocument/2006/relationships" id="2147483656" r:id="R92a673aaa9ab41b3"/>
    <p:sldLayoutId xmlns:r="http://schemas.openxmlformats.org/officeDocument/2006/relationships" id="2147483657" r:id="Rfc56556eeb5b4bea"/>
    <p:sldLayoutId xmlns:r="http://schemas.openxmlformats.org/officeDocument/2006/relationships" id="2147483658" r:id="Rf5e8cf5119ec493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4cb9f6a8f4b5d" /><Relationship Type="http://schemas.openxmlformats.org/officeDocument/2006/relationships/notesSlide" Target="/ppt/notesSlides/notesSlide1.xml" Id="R34daae2829ca46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75287ee36074a08" /><Relationship Type="http://schemas.openxmlformats.org/officeDocument/2006/relationships/notesSlide" Target="/ppt/notesSlides/notesSlide2.xml" Id="Ree28631e93a84f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3bc66b98904994" /><Relationship Type="http://schemas.openxmlformats.org/officeDocument/2006/relationships/notesSlide" Target="/ppt/notesSlides/notesSlide3.xml" Id="Re54013c158c243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e83189f654c50" /><Relationship Type="http://schemas.openxmlformats.org/officeDocument/2006/relationships/chart" Target="/ppt/slides/charts/chart1.xml" Id="R51828054ccc1422f" /><Relationship Type="http://schemas.openxmlformats.org/officeDocument/2006/relationships/notesSlide" Target="/ppt/notesSlides/notesSlide4.xml" Id="Re84a99063b034f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5bdda341fa44e6" /><Relationship Type="http://schemas.openxmlformats.org/officeDocument/2006/relationships/chart" Target="/ppt/slides/charts/chart2.xml" Id="R967d00fdb77a4b44" /><Relationship Type="http://schemas.openxmlformats.org/officeDocument/2006/relationships/notesSlide" Target="/ppt/notesSlides/notesSlide5.xml" Id="Rb1b654ad14ed44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a41169b577e4586" /><Relationship Type="http://schemas.openxmlformats.org/officeDocument/2006/relationships/notesSlide" Target="/ppt/notesSlides/notesSlide6.xml" Id="Rbd7a0482378d4e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2f3f41e3d048ce" /><Relationship Type="http://schemas.openxmlformats.org/officeDocument/2006/relationships/notesSlide" Target="/ppt/notesSlides/notesSlide7.xml" Id="R57578d6781be4c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b552f97b6e4bcf" /><Relationship Type="http://schemas.openxmlformats.org/officeDocument/2006/relationships/notesSlide" Target="/ppt/notesSlides/notesSlide8.xml" Id="R1d3ab838c2e440d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Helvetica Neue"/>
                <a:ea typeface="Helvetica Neue"/>
                <a:cs typeface="Helvetica Neue"/>
              </a:rPr>
              <a:t>Escuelas por nivel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Primaria</c:v>
          </c:tx>
          <c:spPr>
            <a:solidFill xmlns:a="http://schemas.openxmlformats.org/drawingml/2006/main">
              <a:srgbClr val="17365D"/>
            </a:solidFill>
          </c:spPr>
          <c:cat>
            <c:strRef>
              <c:f>'Chart Data'!$A$2:$A$10</c:f>
              <c:strCache>
                <c:ptCount val="9"/>
                <c:pt idx="0">
                  <c:v>Chuquisaca</c:v>
                </c:pt>
                <c:pt idx="1">
                  <c:v>La Paz</c:v>
                </c:pt>
                <c:pt idx="2">
                  <c:v>Cochabamba</c:v>
                </c:pt>
                <c:pt idx="3">
                  <c:v>Oruro</c:v>
                </c:pt>
                <c:pt idx="4">
                  <c:v>Potosí</c:v>
                </c:pt>
                <c:pt idx="5">
                  <c:v>Tarija</c:v>
                </c:pt>
                <c:pt idx="6">
                  <c:v>Santa Cruz</c:v>
                </c:pt>
                <c:pt idx="7">
                  <c:v>Beni</c:v>
                </c:pt>
                <c:pt idx="8">
                  <c:v>Pando</c:v>
                </c:pt>
              </c:strCache>
            </c:strRef>
          </c:cat>
          <c:val>
            <c:numRef>
              <c:f>'Chart Data'!$B$2:$B$10</c:f>
              <c:numCache>
                <c:formatCode>0</c:formatCode>
                <c:ptCount val="9"/>
                <c:pt idx="0">
                  <c:v>6</c:v>
                </c:pt>
                <c:pt idx="1">
                  <c:v>10</c:v>
                </c:pt>
                <c:pt idx="2">
                  <c:v>8</c:v>
                </c:pt>
                <c:pt idx="3">
                  <c:v>4</c:v>
                </c:pt>
                <c:pt idx="4">
                  <c:v>8</c:v>
                </c:pt>
                <c:pt idx="5">
                  <c:v>6</c:v>
                </c:pt>
                <c:pt idx="6">
                  <c:v>8</c:v>
                </c:pt>
                <c:pt idx="7">
                  <c:v>6</c:v>
                </c:pt>
                <c:pt idx="8">
                  <c:v>4</c:v>
                </c:pt>
              </c:numCache>
            </c:numRef>
          </c:val>
        </c:ser>
        <c:ser>
          <c:idx val="1"/>
          <c:order val="1"/>
          <c:tx>
            <c:v>Secundaria</c:v>
          </c:tx>
          <c:spPr>
            <a:solidFill xmlns:a="http://schemas.openxmlformats.org/drawingml/2006/main">
              <a:srgbClr val="3486E8"/>
            </a:solidFill>
          </c:spPr>
          <c:cat>
            <c:strRef>
              <c:f>'Chart Data'!$C$2:$C$10</c:f>
              <c:strCache>
                <c:ptCount val="9"/>
                <c:pt idx="0">
                  <c:v>Chuquisaca</c:v>
                </c:pt>
                <c:pt idx="1">
                  <c:v>La Paz</c:v>
                </c:pt>
                <c:pt idx="2">
                  <c:v>Cochabamba</c:v>
                </c:pt>
                <c:pt idx="3">
                  <c:v>Oruro</c:v>
                </c:pt>
                <c:pt idx="4">
                  <c:v>Potosí</c:v>
                </c:pt>
                <c:pt idx="5">
                  <c:v>Tarija</c:v>
                </c:pt>
                <c:pt idx="6">
                  <c:v>Santa Cruz</c:v>
                </c:pt>
                <c:pt idx="7">
                  <c:v>Beni</c:v>
                </c:pt>
                <c:pt idx="8">
                  <c:v>Pando</c:v>
                </c:pt>
              </c:strCache>
            </c:strRef>
          </c:cat>
          <c:val>
            <c:numRef>
              <c:f>'Chart Data'!$D$2:$D$10</c:f>
              <c:numCache>
                <c:formatCode>0</c:formatCode>
                <c:ptCount val="9"/>
                <c:pt idx="0">
                  <c:v>6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  <c:pt idx="4">
                  <c:v>6</c:v>
                </c:pt>
                <c:pt idx="5">
                  <c:v>4</c:v>
                </c:pt>
                <c:pt idx="6">
                  <c:v>10</c:v>
                </c:pt>
                <c:pt idx="7">
                  <c:v>6</c:v>
                </c:pt>
                <c:pt idx="8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Helvetica Neue"/>
                <a:ea typeface="Helvetica Neue"/>
                <a:cs typeface="Helvetica Neue"/>
              </a:rPr>
              <a:t>Escuelas georreferenciadas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marker"/>
        <c:ser>
          <c:idx val="0"/>
          <c:order val="0"/>
          <c:tx>
            <c:v>Marco provisional</c:v>
          </c:tx>
          <c:spPr>
            <a:solidFill xmlns:a="http://schemas.openxmlformats.org/drawingml/2006/main">
              <a:srgbClr val="CCD4DF"/>
            </a:solidFill>
            <a:ln xmlns:a="http://schemas.openxmlformats.org/drawingml/2006/main" w="0">
              <a:noFill/>
            </a:ln>
          </c:spPr>
          <c:marker>
            <c:symbol val="circle"/>
            <c:size val="2"/>
            <c:spPr>
              <a:noFill xmlns:a="http://schemas.openxmlformats.org/drawingml/2006/main"/>
            </c:spPr>
          </c:marker>
          <c:xVal>
            <c:numRef>
              <c:f>'Chart Data'!$A$2:$A$15394</c:f>
              <c:numCache>
                <c:formatCode>General</c:formatCode>
                <c:ptCount val="15393"/>
                <c:pt idx="0">
                  <c:v>-7249529</c:v>
                </c:pt>
                <c:pt idx="1">
                  <c:v>-7143398</c:v>
                </c:pt>
                <c:pt idx="2">
                  <c:v>-7112671</c:v>
                </c:pt>
                <c:pt idx="3">
                  <c:v>-7139655</c:v>
                </c:pt>
                <c:pt idx="4">
                  <c:v>-7217748</c:v>
                </c:pt>
                <c:pt idx="5">
                  <c:v>-7030578</c:v>
                </c:pt>
                <c:pt idx="6">
                  <c:v>-7254160</c:v>
                </c:pt>
                <c:pt idx="7">
                  <c:v>-7246889</c:v>
                </c:pt>
                <c:pt idx="8">
                  <c:v>-7139124</c:v>
                </c:pt>
                <c:pt idx="9">
                  <c:v>-7275292</c:v>
                </c:pt>
                <c:pt idx="10">
                  <c:v>-7252638</c:v>
                </c:pt>
                <c:pt idx="11">
                  <c:v>-7146332</c:v>
                </c:pt>
                <c:pt idx="12">
                  <c:v>-7179190</c:v>
                </c:pt>
                <c:pt idx="13">
                  <c:v>-7203229</c:v>
                </c:pt>
                <c:pt idx="14">
                  <c:v>-7239472</c:v>
                </c:pt>
                <c:pt idx="15">
                  <c:v>-7122929</c:v>
                </c:pt>
                <c:pt idx="16">
                  <c:v>-7168368</c:v>
                </c:pt>
                <c:pt idx="17">
                  <c:v>-7183701</c:v>
                </c:pt>
                <c:pt idx="18">
                  <c:v>-7284642</c:v>
                </c:pt>
                <c:pt idx="19">
                  <c:v>-7163794</c:v>
                </c:pt>
                <c:pt idx="20">
                  <c:v>-7171091</c:v>
                </c:pt>
                <c:pt idx="21">
                  <c:v>-7211692</c:v>
                </c:pt>
                <c:pt idx="22">
                  <c:v>-7270491</c:v>
                </c:pt>
                <c:pt idx="23">
                  <c:v>-7203608</c:v>
                </c:pt>
                <c:pt idx="24">
                  <c:v>-7235570</c:v>
                </c:pt>
                <c:pt idx="25">
                  <c:v>-7118474</c:v>
                </c:pt>
                <c:pt idx="26">
                  <c:v>-7153779</c:v>
                </c:pt>
                <c:pt idx="27">
                  <c:v>-7251154</c:v>
                </c:pt>
                <c:pt idx="28">
                  <c:v>-7213954</c:v>
                </c:pt>
                <c:pt idx="29">
                  <c:v>-7227388</c:v>
                </c:pt>
                <c:pt idx="30">
                  <c:v>-7209563</c:v>
                </c:pt>
                <c:pt idx="31">
                  <c:v>-7273263</c:v>
                </c:pt>
                <c:pt idx="32">
                  <c:v>-7260772</c:v>
                </c:pt>
                <c:pt idx="33">
                  <c:v>-7213445</c:v>
                </c:pt>
                <c:pt idx="34">
                  <c:v>-7097127</c:v>
                </c:pt>
                <c:pt idx="35">
                  <c:v>-7204573</c:v>
                </c:pt>
                <c:pt idx="36">
                  <c:v>-7176168</c:v>
                </c:pt>
                <c:pt idx="37">
                  <c:v>-7136026</c:v>
                </c:pt>
                <c:pt idx="38">
                  <c:v>-7168977</c:v>
                </c:pt>
                <c:pt idx="39">
                  <c:v>-7215956</c:v>
                </c:pt>
                <c:pt idx="40">
                  <c:v>-7229818</c:v>
                </c:pt>
                <c:pt idx="41">
                  <c:v>-7151580</c:v>
                </c:pt>
                <c:pt idx="42">
                  <c:v>-7257002</c:v>
                </c:pt>
                <c:pt idx="43">
                  <c:v>-7201596</c:v>
                </c:pt>
                <c:pt idx="44">
                  <c:v>-7268303</c:v>
                </c:pt>
                <c:pt idx="45">
                  <c:v>-7231170</c:v>
                </c:pt>
                <c:pt idx="46">
                  <c:v>-7157485</c:v>
                </c:pt>
                <c:pt idx="47">
                  <c:v>-7201414</c:v>
                </c:pt>
                <c:pt idx="48">
                  <c:v>-7280263</c:v>
                </c:pt>
                <c:pt idx="49">
                  <c:v>-7170679</c:v>
                </c:pt>
                <c:pt idx="50">
                  <c:v>-7213470</c:v>
                </c:pt>
                <c:pt idx="51">
                  <c:v>-7212746</c:v>
                </c:pt>
                <c:pt idx="52">
                  <c:v>-7196515</c:v>
                </c:pt>
                <c:pt idx="53">
                  <c:v>-7266712</c:v>
                </c:pt>
                <c:pt idx="54">
                  <c:v>-7157423</c:v>
                </c:pt>
                <c:pt idx="55">
                  <c:v>-7272560</c:v>
                </c:pt>
                <c:pt idx="56">
                  <c:v>-7254485</c:v>
                </c:pt>
                <c:pt idx="57">
                  <c:v>-7220389</c:v>
                </c:pt>
                <c:pt idx="58">
                  <c:v>-7242181</c:v>
                </c:pt>
                <c:pt idx="59">
                  <c:v>-7269957</c:v>
                </c:pt>
                <c:pt idx="60">
                  <c:v>-7138861</c:v>
                </c:pt>
                <c:pt idx="61">
                  <c:v>-7185688</c:v>
                </c:pt>
                <c:pt idx="62">
                  <c:v>-7206770</c:v>
                </c:pt>
                <c:pt idx="63">
                  <c:v>-7160240</c:v>
                </c:pt>
                <c:pt idx="64">
                  <c:v>-7202254</c:v>
                </c:pt>
                <c:pt idx="65">
                  <c:v>-7137624</c:v>
                </c:pt>
                <c:pt idx="66">
                  <c:v>-7213502</c:v>
                </c:pt>
                <c:pt idx="67">
                  <c:v>-7271571</c:v>
                </c:pt>
                <c:pt idx="68">
                  <c:v>-7193977</c:v>
                </c:pt>
                <c:pt idx="69">
                  <c:v>-7261212</c:v>
                </c:pt>
                <c:pt idx="70">
                  <c:v>-7203452</c:v>
                </c:pt>
                <c:pt idx="71">
                  <c:v>-7252415</c:v>
                </c:pt>
                <c:pt idx="72">
                  <c:v>-7111840</c:v>
                </c:pt>
                <c:pt idx="73">
                  <c:v>-7148804</c:v>
                </c:pt>
                <c:pt idx="74">
                  <c:v>-7206945</c:v>
                </c:pt>
                <c:pt idx="75">
                  <c:v>-7109941</c:v>
                </c:pt>
                <c:pt idx="76">
                  <c:v>-7228133</c:v>
                </c:pt>
                <c:pt idx="77">
                  <c:v>-7171680</c:v>
                </c:pt>
                <c:pt idx="78">
                  <c:v>-7244493</c:v>
                </c:pt>
                <c:pt idx="79">
                  <c:v>-7208099</c:v>
                </c:pt>
                <c:pt idx="80">
                  <c:v>-7220836</c:v>
                </c:pt>
                <c:pt idx="81">
                  <c:v>-7264927</c:v>
                </c:pt>
                <c:pt idx="82">
                  <c:v>-7182593</c:v>
                </c:pt>
                <c:pt idx="83">
                  <c:v>-7139504</c:v>
                </c:pt>
                <c:pt idx="84">
                  <c:v>-7204086</c:v>
                </c:pt>
                <c:pt idx="85">
                  <c:v>-7098213</c:v>
                </c:pt>
                <c:pt idx="86">
                  <c:v>-7137986</c:v>
                </c:pt>
                <c:pt idx="87">
                  <c:v>-7202277</c:v>
                </c:pt>
                <c:pt idx="88">
                  <c:v>-7220177</c:v>
                </c:pt>
                <c:pt idx="89">
                  <c:v>-7130412</c:v>
                </c:pt>
                <c:pt idx="90">
                  <c:v>-7238323</c:v>
                </c:pt>
                <c:pt idx="91">
                  <c:v>-7141064</c:v>
                </c:pt>
                <c:pt idx="92">
                  <c:v>-7177861</c:v>
                </c:pt>
                <c:pt idx="93">
                  <c:v>-7119367</c:v>
                </c:pt>
                <c:pt idx="94">
                  <c:v>-7208134</c:v>
                </c:pt>
                <c:pt idx="95">
                  <c:v>-7160439</c:v>
                </c:pt>
                <c:pt idx="96">
                  <c:v>-7119806</c:v>
                </c:pt>
                <c:pt idx="97">
                  <c:v>-7221046</c:v>
                </c:pt>
                <c:pt idx="98">
                  <c:v>-7057895</c:v>
                </c:pt>
                <c:pt idx="99">
                  <c:v>-7047486</c:v>
                </c:pt>
                <c:pt idx="100">
                  <c:v>-7237992</c:v>
                </c:pt>
                <c:pt idx="101">
                  <c:v>-7072482</c:v>
                </c:pt>
                <c:pt idx="102">
                  <c:v>-7121872</c:v>
                </c:pt>
                <c:pt idx="103">
                  <c:v>-7200202</c:v>
                </c:pt>
                <c:pt idx="104">
                  <c:v>-7287550</c:v>
                </c:pt>
                <c:pt idx="105">
                  <c:v>-7121794</c:v>
                </c:pt>
                <c:pt idx="106">
                  <c:v>-7137157</c:v>
                </c:pt>
                <c:pt idx="107">
                  <c:v>-7075718</c:v>
                </c:pt>
                <c:pt idx="108">
                  <c:v>-7122698</c:v>
                </c:pt>
                <c:pt idx="109">
                  <c:v>-7218451</c:v>
                </c:pt>
                <c:pt idx="110">
                  <c:v>-7203914</c:v>
                </c:pt>
                <c:pt idx="111">
                  <c:v>-7226747</c:v>
                </c:pt>
                <c:pt idx="112">
                  <c:v>-7295947</c:v>
                </c:pt>
                <c:pt idx="113">
                  <c:v>-7185184</c:v>
                </c:pt>
                <c:pt idx="114">
                  <c:v>-7215122</c:v>
                </c:pt>
                <c:pt idx="115">
                  <c:v>-7125709</c:v>
                </c:pt>
                <c:pt idx="116">
                  <c:v>-7269172</c:v>
                </c:pt>
                <c:pt idx="117">
                  <c:v>-7268932</c:v>
                </c:pt>
                <c:pt idx="118">
                  <c:v>-7226209</c:v>
                </c:pt>
                <c:pt idx="119">
                  <c:v>-7166529</c:v>
                </c:pt>
                <c:pt idx="120">
                  <c:v>-7218189</c:v>
                </c:pt>
                <c:pt idx="121">
                  <c:v>-7145187</c:v>
                </c:pt>
                <c:pt idx="122">
                  <c:v>-7221180</c:v>
                </c:pt>
                <c:pt idx="123">
                  <c:v>-7270585</c:v>
                </c:pt>
                <c:pt idx="124">
                  <c:v>-7301883</c:v>
                </c:pt>
                <c:pt idx="125">
                  <c:v>-7252712</c:v>
                </c:pt>
                <c:pt idx="126">
                  <c:v>-7213953</c:v>
                </c:pt>
                <c:pt idx="127">
                  <c:v>-7261421</c:v>
                </c:pt>
                <c:pt idx="128">
                  <c:v>-7255427</c:v>
                </c:pt>
                <c:pt idx="129">
                  <c:v>-7236190</c:v>
                </c:pt>
                <c:pt idx="130">
                  <c:v>-7273404</c:v>
                </c:pt>
                <c:pt idx="131">
                  <c:v>-7202768</c:v>
                </c:pt>
                <c:pt idx="132">
                  <c:v>-7172806</c:v>
                </c:pt>
                <c:pt idx="133">
                  <c:v>-7233742</c:v>
                </c:pt>
                <c:pt idx="134">
                  <c:v>-7248857</c:v>
                </c:pt>
                <c:pt idx="135">
                  <c:v>-7176945</c:v>
                </c:pt>
                <c:pt idx="136">
                  <c:v>-7266695</c:v>
                </c:pt>
                <c:pt idx="137">
                  <c:v>-7268203</c:v>
                </c:pt>
                <c:pt idx="138">
                  <c:v>-7197478</c:v>
                </c:pt>
                <c:pt idx="139">
                  <c:v>-7298152</c:v>
                </c:pt>
                <c:pt idx="140">
                  <c:v>-7227586</c:v>
                </c:pt>
                <c:pt idx="141">
                  <c:v>-7261629</c:v>
                </c:pt>
                <c:pt idx="142">
                  <c:v>-7174244</c:v>
                </c:pt>
                <c:pt idx="143">
                  <c:v>-7231353</c:v>
                </c:pt>
                <c:pt idx="144">
                  <c:v>-7195060</c:v>
                </c:pt>
                <c:pt idx="145">
                  <c:v>-7175664</c:v>
                </c:pt>
                <c:pt idx="146">
                  <c:v>-7241396</c:v>
                </c:pt>
                <c:pt idx="147">
                  <c:v>-7152203</c:v>
                </c:pt>
                <c:pt idx="148">
                  <c:v>-7111023</c:v>
                </c:pt>
                <c:pt idx="149">
                  <c:v>-7188517</c:v>
                </c:pt>
                <c:pt idx="150">
                  <c:v>-7102241</c:v>
                </c:pt>
                <c:pt idx="151">
                  <c:v>-7154398</c:v>
                </c:pt>
                <c:pt idx="152">
                  <c:v>-7144352</c:v>
                </c:pt>
                <c:pt idx="153">
                  <c:v>-7134637</c:v>
                </c:pt>
                <c:pt idx="154">
                  <c:v>-7121181</c:v>
                </c:pt>
                <c:pt idx="155">
                  <c:v>-7135815</c:v>
                </c:pt>
                <c:pt idx="156">
                  <c:v>-7227628</c:v>
                </c:pt>
                <c:pt idx="157">
                  <c:v>-7214107</c:v>
                </c:pt>
                <c:pt idx="158">
                  <c:v>-7185848</c:v>
                </c:pt>
                <c:pt idx="159">
                  <c:v>-7259312</c:v>
                </c:pt>
                <c:pt idx="160">
                  <c:v>-7121399</c:v>
                </c:pt>
                <c:pt idx="161">
                  <c:v>-7172983</c:v>
                </c:pt>
                <c:pt idx="162">
                  <c:v>-7288223</c:v>
                </c:pt>
                <c:pt idx="163">
                  <c:v>-7216871</c:v>
                </c:pt>
                <c:pt idx="164">
                  <c:v>-7228762</c:v>
                </c:pt>
                <c:pt idx="165">
                  <c:v>-7200594</c:v>
                </c:pt>
                <c:pt idx="166">
                  <c:v>-7098109</c:v>
                </c:pt>
                <c:pt idx="167">
                  <c:v>-7201037</c:v>
                </c:pt>
                <c:pt idx="168">
                  <c:v>-7174996</c:v>
                </c:pt>
                <c:pt idx="169">
                  <c:v>-7209249</c:v>
                </c:pt>
                <c:pt idx="170">
                  <c:v>-7182187</c:v>
                </c:pt>
                <c:pt idx="171">
                  <c:v>-7233924</c:v>
                </c:pt>
                <c:pt idx="172">
                  <c:v>-7262648</c:v>
                </c:pt>
                <c:pt idx="173">
                  <c:v>-7125659</c:v>
                </c:pt>
                <c:pt idx="174">
                  <c:v>-7171558</c:v>
                </c:pt>
                <c:pt idx="175">
                  <c:v>-7237082</c:v>
                </c:pt>
                <c:pt idx="176">
                  <c:v>-7208981</c:v>
                </c:pt>
                <c:pt idx="177">
                  <c:v>-7211722</c:v>
                </c:pt>
                <c:pt idx="178">
                  <c:v>-7187530</c:v>
                </c:pt>
                <c:pt idx="179">
                  <c:v>-7201893</c:v>
                </c:pt>
                <c:pt idx="180">
                  <c:v>-7182186</c:v>
                </c:pt>
                <c:pt idx="181">
                  <c:v>-7204934</c:v>
                </c:pt>
                <c:pt idx="182">
                  <c:v>-7275494</c:v>
                </c:pt>
                <c:pt idx="183">
                  <c:v>-7237735</c:v>
                </c:pt>
                <c:pt idx="184">
                  <c:v>-7249343</c:v>
                </c:pt>
                <c:pt idx="185">
                  <c:v>-7216576</c:v>
                </c:pt>
                <c:pt idx="186">
                  <c:v>-7189979</c:v>
                </c:pt>
                <c:pt idx="187">
                  <c:v>-7253860</c:v>
                </c:pt>
                <c:pt idx="188">
                  <c:v>-7243684</c:v>
                </c:pt>
                <c:pt idx="189">
                  <c:v>-7203606</c:v>
                </c:pt>
                <c:pt idx="190">
                  <c:v>-7066835</c:v>
                </c:pt>
                <c:pt idx="191">
                  <c:v>-7241581</c:v>
                </c:pt>
                <c:pt idx="192">
                  <c:v>-7230097</c:v>
                </c:pt>
                <c:pt idx="193">
                  <c:v>-7263697</c:v>
                </c:pt>
                <c:pt idx="194">
                  <c:v>-7207627</c:v>
                </c:pt>
                <c:pt idx="195">
                  <c:v>-7203011</c:v>
                </c:pt>
                <c:pt idx="196">
                  <c:v>-7097666</c:v>
                </c:pt>
                <c:pt idx="197">
                  <c:v>-7125102</c:v>
                </c:pt>
                <c:pt idx="198">
                  <c:v>-7085247</c:v>
                </c:pt>
                <c:pt idx="199">
                  <c:v>-7221316</c:v>
                </c:pt>
                <c:pt idx="200">
                  <c:v>-7105001</c:v>
                </c:pt>
                <c:pt idx="201">
                  <c:v>-7221156</c:v>
                </c:pt>
                <c:pt idx="202">
                  <c:v>-7221008</c:v>
                </c:pt>
                <c:pt idx="203">
                  <c:v>-7103811</c:v>
                </c:pt>
                <c:pt idx="204">
                  <c:v>-7179677</c:v>
                </c:pt>
                <c:pt idx="205">
                  <c:v>-7259766</c:v>
                </c:pt>
                <c:pt idx="206">
                  <c:v>-7262252</c:v>
                </c:pt>
                <c:pt idx="207">
                  <c:v>-7147958</c:v>
                </c:pt>
                <c:pt idx="208">
                  <c:v>-7102194</c:v>
                </c:pt>
                <c:pt idx="209">
                  <c:v>-7119005</c:v>
                </c:pt>
                <c:pt idx="210">
                  <c:v>-7226754</c:v>
                </c:pt>
                <c:pt idx="211">
                  <c:v>-7170624</c:v>
                </c:pt>
                <c:pt idx="212">
                  <c:v>-7168788</c:v>
                </c:pt>
                <c:pt idx="213">
                  <c:v>-7160462</c:v>
                </c:pt>
                <c:pt idx="214">
                  <c:v>-7170999</c:v>
                </c:pt>
                <c:pt idx="215">
                  <c:v>-7224021</c:v>
                </c:pt>
                <c:pt idx="216">
                  <c:v>-7247495</c:v>
                </c:pt>
                <c:pt idx="217">
                  <c:v>-7021101</c:v>
                </c:pt>
                <c:pt idx="218">
                  <c:v>-7133842</c:v>
                </c:pt>
                <c:pt idx="219">
                  <c:v>-7138108</c:v>
                </c:pt>
                <c:pt idx="220">
                  <c:v>-7271636</c:v>
                </c:pt>
                <c:pt idx="221">
                  <c:v>-7267727</c:v>
                </c:pt>
                <c:pt idx="222">
                  <c:v>-7151526</c:v>
                </c:pt>
                <c:pt idx="223">
                  <c:v>-7227003</c:v>
                </c:pt>
                <c:pt idx="224">
                  <c:v>-7213649</c:v>
                </c:pt>
                <c:pt idx="225">
                  <c:v>-7202772</c:v>
                </c:pt>
                <c:pt idx="226">
                  <c:v>-7123571</c:v>
                </c:pt>
                <c:pt idx="227">
                  <c:v>-7231728</c:v>
                </c:pt>
                <c:pt idx="228">
                  <c:v>-7155596</c:v>
                </c:pt>
                <c:pt idx="229">
                  <c:v>-7261672</c:v>
                </c:pt>
                <c:pt idx="230">
                  <c:v>-7218379</c:v>
                </c:pt>
                <c:pt idx="231">
                  <c:v>-7150503</c:v>
                </c:pt>
                <c:pt idx="232">
                  <c:v>-7146903</c:v>
                </c:pt>
                <c:pt idx="233">
                  <c:v>-7143944</c:v>
                </c:pt>
                <c:pt idx="234">
                  <c:v>-7163680</c:v>
                </c:pt>
                <c:pt idx="235">
                  <c:v>-7147803</c:v>
                </c:pt>
                <c:pt idx="236">
                  <c:v>-7193076</c:v>
                </c:pt>
                <c:pt idx="237">
                  <c:v>-7250684</c:v>
                </c:pt>
                <c:pt idx="238">
                  <c:v>-7221004</c:v>
                </c:pt>
                <c:pt idx="239">
                  <c:v>-7272067</c:v>
                </c:pt>
                <c:pt idx="240">
                  <c:v>-7192655</c:v>
                </c:pt>
                <c:pt idx="241">
                  <c:v>-7156811</c:v>
                </c:pt>
                <c:pt idx="242">
                  <c:v>-7122708</c:v>
                </c:pt>
                <c:pt idx="243">
                  <c:v>-7149629</c:v>
                </c:pt>
                <c:pt idx="244">
                  <c:v>-7145739</c:v>
                </c:pt>
                <c:pt idx="245">
                  <c:v>-7235894</c:v>
                </c:pt>
                <c:pt idx="246">
                  <c:v>-7207797</c:v>
                </c:pt>
                <c:pt idx="247">
                  <c:v>-7201708</c:v>
                </c:pt>
                <c:pt idx="248">
                  <c:v>-7175538</c:v>
                </c:pt>
                <c:pt idx="249">
                  <c:v>-7284691</c:v>
                </c:pt>
                <c:pt idx="250">
                  <c:v>-7273012</c:v>
                </c:pt>
                <c:pt idx="251">
                  <c:v>-7253473</c:v>
                </c:pt>
                <c:pt idx="252">
                  <c:v>-7223373</c:v>
                </c:pt>
                <c:pt idx="253">
                  <c:v>-7140490</c:v>
                </c:pt>
                <c:pt idx="254">
                  <c:v>-7215288</c:v>
                </c:pt>
                <c:pt idx="255">
                  <c:v>-7267832</c:v>
                </c:pt>
                <c:pt idx="256">
                  <c:v>-7138784</c:v>
                </c:pt>
                <c:pt idx="257">
                  <c:v>-7225916</c:v>
                </c:pt>
                <c:pt idx="258">
                  <c:v>-7208825</c:v>
                </c:pt>
                <c:pt idx="259">
                  <c:v>-7196559</c:v>
                </c:pt>
                <c:pt idx="260">
                  <c:v>-7276657</c:v>
                </c:pt>
                <c:pt idx="261">
                  <c:v>-7178437</c:v>
                </c:pt>
                <c:pt idx="262">
                  <c:v>-7264929</c:v>
                </c:pt>
                <c:pt idx="263">
                  <c:v>-7230694</c:v>
                </c:pt>
                <c:pt idx="264">
                  <c:v>-7258667</c:v>
                </c:pt>
                <c:pt idx="265">
                  <c:v>-7133425</c:v>
                </c:pt>
                <c:pt idx="266">
                  <c:v>-7114910</c:v>
                </c:pt>
                <c:pt idx="267">
                  <c:v>-7119690</c:v>
                </c:pt>
                <c:pt idx="268">
                  <c:v>-7276966</c:v>
                </c:pt>
                <c:pt idx="269">
                  <c:v>-7270168</c:v>
                </c:pt>
                <c:pt idx="270">
                  <c:v>-7161630</c:v>
                </c:pt>
                <c:pt idx="271">
                  <c:v>-7176755</c:v>
                </c:pt>
                <c:pt idx="272">
                  <c:v>-7269614</c:v>
                </c:pt>
                <c:pt idx="273">
                  <c:v>-7170679</c:v>
                </c:pt>
                <c:pt idx="274">
                  <c:v>-7259563</c:v>
                </c:pt>
                <c:pt idx="275">
                  <c:v>-7259541</c:v>
                </c:pt>
                <c:pt idx="276">
                  <c:v>-7053537</c:v>
                </c:pt>
                <c:pt idx="277">
                  <c:v>-7169820</c:v>
                </c:pt>
                <c:pt idx="278">
                  <c:v>-7202139</c:v>
                </c:pt>
                <c:pt idx="279">
                  <c:v>-7250667</c:v>
                </c:pt>
                <c:pt idx="280">
                  <c:v>-7192219</c:v>
                </c:pt>
                <c:pt idx="281">
                  <c:v>-7262807</c:v>
                </c:pt>
                <c:pt idx="282">
                  <c:v>-7262654</c:v>
                </c:pt>
                <c:pt idx="283">
                  <c:v>-7206739</c:v>
                </c:pt>
                <c:pt idx="284">
                  <c:v>-7209847</c:v>
                </c:pt>
                <c:pt idx="285">
                  <c:v>-7179549</c:v>
                </c:pt>
                <c:pt idx="286">
                  <c:v>-7197203</c:v>
                </c:pt>
                <c:pt idx="287">
                  <c:v>-7249180</c:v>
                </c:pt>
                <c:pt idx="288">
                  <c:v>-7092224</c:v>
                </c:pt>
                <c:pt idx="289">
                  <c:v>-7255300</c:v>
                </c:pt>
                <c:pt idx="290">
                  <c:v>-7233078</c:v>
                </c:pt>
                <c:pt idx="291">
                  <c:v>-7207806</c:v>
                </c:pt>
                <c:pt idx="292">
                  <c:v>-7234212</c:v>
                </c:pt>
                <c:pt idx="293">
                  <c:v>-7222942</c:v>
                </c:pt>
                <c:pt idx="294">
                  <c:v>-7199639</c:v>
                </c:pt>
                <c:pt idx="295">
                  <c:v>-7252153</c:v>
                </c:pt>
                <c:pt idx="296">
                  <c:v>-7195737</c:v>
                </c:pt>
                <c:pt idx="297">
                  <c:v>-7120078</c:v>
                </c:pt>
                <c:pt idx="298">
                  <c:v>-7248748</c:v>
                </c:pt>
                <c:pt idx="299">
                  <c:v>-7168014</c:v>
                </c:pt>
                <c:pt idx="300">
                  <c:v>-7131182</c:v>
                </c:pt>
                <c:pt idx="301">
                  <c:v>-7160772</c:v>
                </c:pt>
                <c:pt idx="302">
                  <c:v>-7178410</c:v>
                </c:pt>
                <c:pt idx="303">
                  <c:v>-7186834</c:v>
                </c:pt>
                <c:pt idx="304">
                  <c:v>-7157161</c:v>
                </c:pt>
                <c:pt idx="305">
                  <c:v>-7265517</c:v>
                </c:pt>
                <c:pt idx="306">
                  <c:v>-7215027</c:v>
                </c:pt>
                <c:pt idx="307">
                  <c:v>-7249443</c:v>
                </c:pt>
                <c:pt idx="308">
                  <c:v>-7176101</c:v>
                </c:pt>
                <c:pt idx="309">
                  <c:v>-7148554</c:v>
                </c:pt>
                <c:pt idx="310">
                  <c:v>-7154049</c:v>
                </c:pt>
                <c:pt idx="311">
                  <c:v>-7083670</c:v>
                </c:pt>
                <c:pt idx="312">
                  <c:v>-7155596</c:v>
                </c:pt>
                <c:pt idx="313">
                  <c:v>-7260040</c:v>
                </c:pt>
                <c:pt idx="314">
                  <c:v>-7218635</c:v>
                </c:pt>
                <c:pt idx="315">
                  <c:v>-7194147</c:v>
                </c:pt>
                <c:pt idx="316">
                  <c:v>-7299015</c:v>
                </c:pt>
                <c:pt idx="317">
                  <c:v>-7196402</c:v>
                </c:pt>
                <c:pt idx="318">
                  <c:v>-7162876</c:v>
                </c:pt>
                <c:pt idx="319">
                  <c:v>-7269955</c:v>
                </c:pt>
                <c:pt idx="320">
                  <c:v>-7236659</c:v>
                </c:pt>
                <c:pt idx="321">
                  <c:v>-7200659</c:v>
                </c:pt>
                <c:pt idx="322">
                  <c:v>-7168988</c:v>
                </c:pt>
                <c:pt idx="323">
                  <c:v>-7214106</c:v>
                </c:pt>
                <c:pt idx="324">
                  <c:v>-7211616</c:v>
                </c:pt>
                <c:pt idx="325">
                  <c:v>-7146519</c:v>
                </c:pt>
                <c:pt idx="326">
                  <c:v>-7268655</c:v>
                </c:pt>
                <c:pt idx="327">
                  <c:v>-6958711</c:v>
                </c:pt>
                <c:pt idx="328">
                  <c:v>-7277353</c:v>
                </c:pt>
                <c:pt idx="329">
                  <c:v>-7071570</c:v>
                </c:pt>
                <c:pt idx="330">
                  <c:v>-7121705</c:v>
                </c:pt>
                <c:pt idx="331">
                  <c:v>-7178054</c:v>
                </c:pt>
                <c:pt idx="332">
                  <c:v>-7265870</c:v>
                </c:pt>
                <c:pt idx="333">
                  <c:v>-7245694</c:v>
                </c:pt>
                <c:pt idx="334">
                  <c:v>-7271581</c:v>
                </c:pt>
                <c:pt idx="335">
                  <c:v>-7137521</c:v>
                </c:pt>
                <c:pt idx="336">
                  <c:v>-7276647</c:v>
                </c:pt>
                <c:pt idx="337">
                  <c:v>-7236981</c:v>
                </c:pt>
                <c:pt idx="338">
                  <c:v>-7209624</c:v>
                </c:pt>
                <c:pt idx="339">
                  <c:v>-7140610</c:v>
                </c:pt>
                <c:pt idx="340">
                  <c:v>-7120264</c:v>
                </c:pt>
                <c:pt idx="341">
                  <c:v>-7248023</c:v>
                </c:pt>
                <c:pt idx="342">
                  <c:v>-7038004</c:v>
                </c:pt>
                <c:pt idx="343">
                  <c:v>-7095893</c:v>
                </c:pt>
                <c:pt idx="344">
                  <c:v>-7152900</c:v>
                </c:pt>
                <c:pt idx="345">
                  <c:v>-7262580</c:v>
                </c:pt>
                <c:pt idx="346">
                  <c:v>-7254718</c:v>
                </c:pt>
                <c:pt idx="347">
                  <c:v>-7248857</c:v>
                </c:pt>
                <c:pt idx="348">
                  <c:v>-7278169</c:v>
                </c:pt>
                <c:pt idx="349">
                  <c:v>-7240206</c:v>
                </c:pt>
                <c:pt idx="350">
                  <c:v>-7210698</c:v>
                </c:pt>
                <c:pt idx="351">
                  <c:v>-7259305</c:v>
                </c:pt>
                <c:pt idx="352">
                  <c:v>-7287125</c:v>
                </c:pt>
                <c:pt idx="353">
                  <c:v>-7197196</c:v>
                </c:pt>
                <c:pt idx="354">
                  <c:v>-7220597</c:v>
                </c:pt>
                <c:pt idx="355">
                  <c:v>-7205173</c:v>
                </c:pt>
                <c:pt idx="356">
                  <c:v>-7187744</c:v>
                </c:pt>
                <c:pt idx="357">
                  <c:v>-7196091</c:v>
                </c:pt>
                <c:pt idx="358">
                  <c:v>-7259201</c:v>
                </c:pt>
                <c:pt idx="359">
                  <c:v>-7241031</c:v>
                </c:pt>
                <c:pt idx="360">
                  <c:v>-7136569</c:v>
                </c:pt>
                <c:pt idx="361">
                  <c:v>-7209635</c:v>
                </c:pt>
                <c:pt idx="362">
                  <c:v>-7202813</c:v>
                </c:pt>
                <c:pt idx="363">
                  <c:v>-7134073</c:v>
                </c:pt>
                <c:pt idx="364">
                  <c:v>-7146956</c:v>
                </c:pt>
                <c:pt idx="365">
                  <c:v>-7179057</c:v>
                </c:pt>
                <c:pt idx="366">
                  <c:v>-7125366</c:v>
                </c:pt>
                <c:pt idx="367">
                  <c:v>-7276835</c:v>
                </c:pt>
                <c:pt idx="368">
                  <c:v>-7183620</c:v>
                </c:pt>
                <c:pt idx="369">
                  <c:v>-7098659</c:v>
                </c:pt>
                <c:pt idx="370">
                  <c:v>-7273777</c:v>
                </c:pt>
                <c:pt idx="371">
                  <c:v>-7201143</c:v>
                </c:pt>
                <c:pt idx="372">
                  <c:v>-7274036</c:v>
                </c:pt>
                <c:pt idx="373">
                  <c:v>-7243493</c:v>
                </c:pt>
                <c:pt idx="374">
                  <c:v>-7197284</c:v>
                </c:pt>
                <c:pt idx="375">
                  <c:v>-7226592</c:v>
                </c:pt>
                <c:pt idx="376">
                  <c:v>-7181554</c:v>
                </c:pt>
                <c:pt idx="377">
                  <c:v>-7240460</c:v>
                </c:pt>
                <c:pt idx="378">
                  <c:v>-7208166</c:v>
                </c:pt>
                <c:pt idx="379">
                  <c:v>-7232732</c:v>
                </c:pt>
                <c:pt idx="380">
                  <c:v>-7045130</c:v>
                </c:pt>
                <c:pt idx="381">
                  <c:v>-7182220</c:v>
                </c:pt>
                <c:pt idx="382">
                  <c:v>-7124853</c:v>
                </c:pt>
                <c:pt idx="383">
                  <c:v>-7171322</c:v>
                </c:pt>
                <c:pt idx="384">
                  <c:v>-7294719</c:v>
                </c:pt>
                <c:pt idx="385">
                  <c:v>-7167245</c:v>
                </c:pt>
                <c:pt idx="386">
                  <c:v>-7249872</c:v>
                </c:pt>
                <c:pt idx="387">
                  <c:v>-7235431</c:v>
                </c:pt>
                <c:pt idx="388">
                  <c:v>-7220896</c:v>
                </c:pt>
                <c:pt idx="389">
                  <c:v>-7188300</c:v>
                </c:pt>
                <c:pt idx="390">
                  <c:v>-7153208</c:v>
                </c:pt>
                <c:pt idx="391">
                  <c:v>-7262128</c:v>
                </c:pt>
                <c:pt idx="392">
                  <c:v>-7144587</c:v>
                </c:pt>
                <c:pt idx="393">
                  <c:v>-7216247</c:v>
                </c:pt>
                <c:pt idx="394">
                  <c:v>-7202725</c:v>
                </c:pt>
                <c:pt idx="395">
                  <c:v>-7259101</c:v>
                </c:pt>
                <c:pt idx="396">
                  <c:v>-7297243</c:v>
                </c:pt>
                <c:pt idx="397">
                  <c:v>-7291357</c:v>
                </c:pt>
                <c:pt idx="398">
                  <c:v>-7168413</c:v>
                </c:pt>
                <c:pt idx="399">
                  <c:v>-7213148</c:v>
                </c:pt>
                <c:pt idx="400">
                  <c:v>-7244787</c:v>
                </c:pt>
                <c:pt idx="401">
                  <c:v>-7280858</c:v>
                </c:pt>
                <c:pt idx="402">
                  <c:v>-7262968</c:v>
                </c:pt>
                <c:pt idx="403">
                  <c:v>-7259755</c:v>
                </c:pt>
                <c:pt idx="404">
                  <c:v>-7098417</c:v>
                </c:pt>
                <c:pt idx="405">
                  <c:v>-7260482</c:v>
                </c:pt>
                <c:pt idx="406">
                  <c:v>-7274806</c:v>
                </c:pt>
                <c:pt idx="407">
                  <c:v>-7221028</c:v>
                </c:pt>
                <c:pt idx="408">
                  <c:v>-7213312</c:v>
                </c:pt>
                <c:pt idx="409">
                  <c:v>-7189562</c:v>
                </c:pt>
                <c:pt idx="410">
                  <c:v>-7239298</c:v>
                </c:pt>
                <c:pt idx="411">
                  <c:v>-7223893</c:v>
                </c:pt>
                <c:pt idx="412">
                  <c:v>-7110336</c:v>
                </c:pt>
                <c:pt idx="413">
                  <c:v>-7200309</c:v>
                </c:pt>
                <c:pt idx="414">
                  <c:v>-7274325</c:v>
                </c:pt>
                <c:pt idx="415">
                  <c:v>-7225641</c:v>
                </c:pt>
                <c:pt idx="416">
                  <c:v>-7150762</c:v>
                </c:pt>
                <c:pt idx="417">
                  <c:v>-7250384</c:v>
                </c:pt>
                <c:pt idx="418">
                  <c:v>-7196917</c:v>
                </c:pt>
                <c:pt idx="419">
                  <c:v>-7208483</c:v>
                </c:pt>
                <c:pt idx="420">
                  <c:v>-7213278</c:v>
                </c:pt>
                <c:pt idx="421">
                  <c:v>-7181277</c:v>
                </c:pt>
                <c:pt idx="422">
                  <c:v>-7295165</c:v>
                </c:pt>
                <c:pt idx="423">
                  <c:v>-7169437</c:v>
                </c:pt>
                <c:pt idx="424">
                  <c:v>-7199616</c:v>
                </c:pt>
                <c:pt idx="425">
                  <c:v>-7124958</c:v>
                </c:pt>
                <c:pt idx="426">
                  <c:v>-7073128</c:v>
                </c:pt>
                <c:pt idx="427">
                  <c:v>-7237735</c:v>
                </c:pt>
                <c:pt idx="428">
                  <c:v>-7251276</c:v>
                </c:pt>
                <c:pt idx="429">
                  <c:v>-7255492</c:v>
                </c:pt>
                <c:pt idx="430">
                  <c:v>-7306644</c:v>
                </c:pt>
                <c:pt idx="431">
                  <c:v>-7223531</c:v>
                </c:pt>
                <c:pt idx="432">
                  <c:v>-7119847</c:v>
                </c:pt>
                <c:pt idx="433">
                  <c:v>-7262308</c:v>
                </c:pt>
                <c:pt idx="434">
                  <c:v>-7058782</c:v>
                </c:pt>
                <c:pt idx="435">
                  <c:v>-7208728</c:v>
                </c:pt>
                <c:pt idx="436">
                  <c:v>-7182697</c:v>
                </c:pt>
                <c:pt idx="437">
                  <c:v>-7209107</c:v>
                </c:pt>
                <c:pt idx="438">
                  <c:v>-7117070</c:v>
                </c:pt>
                <c:pt idx="439">
                  <c:v>-7220784</c:v>
                </c:pt>
                <c:pt idx="440">
                  <c:v>-7195193</c:v>
                </c:pt>
                <c:pt idx="441">
                  <c:v>-7267779</c:v>
                </c:pt>
                <c:pt idx="442">
                  <c:v>-7190836</c:v>
                </c:pt>
                <c:pt idx="443">
                  <c:v>-7201653</c:v>
                </c:pt>
                <c:pt idx="444">
                  <c:v>-7270333</c:v>
                </c:pt>
                <c:pt idx="445">
                  <c:v>-7157767</c:v>
                </c:pt>
                <c:pt idx="446">
                  <c:v>-7192180</c:v>
                </c:pt>
                <c:pt idx="447">
                  <c:v>-7196021</c:v>
                </c:pt>
                <c:pt idx="448">
                  <c:v>-7228246</c:v>
                </c:pt>
                <c:pt idx="449">
                  <c:v>-7112642</c:v>
                </c:pt>
                <c:pt idx="450">
                  <c:v>-7196371</c:v>
                </c:pt>
                <c:pt idx="451">
                  <c:v>-7264871</c:v>
                </c:pt>
                <c:pt idx="452">
                  <c:v>-7133971</c:v>
                </c:pt>
                <c:pt idx="453">
                  <c:v>-7140034</c:v>
                </c:pt>
                <c:pt idx="454">
                  <c:v>-7250065</c:v>
                </c:pt>
                <c:pt idx="455">
                  <c:v>-7270880</c:v>
                </c:pt>
                <c:pt idx="456">
                  <c:v>-7216222</c:v>
                </c:pt>
                <c:pt idx="457">
                  <c:v>-7168356</c:v>
                </c:pt>
                <c:pt idx="458">
                  <c:v>-7175480</c:v>
                </c:pt>
                <c:pt idx="459">
                  <c:v>-7216450</c:v>
                </c:pt>
                <c:pt idx="460">
                  <c:v>-7251219</c:v>
                </c:pt>
                <c:pt idx="461">
                  <c:v>-7185943</c:v>
                </c:pt>
                <c:pt idx="462">
                  <c:v>-7251968</c:v>
                </c:pt>
                <c:pt idx="463">
                  <c:v>-7088196</c:v>
                </c:pt>
                <c:pt idx="464">
                  <c:v>-7177317</c:v>
                </c:pt>
                <c:pt idx="465">
                  <c:v>-7262124</c:v>
                </c:pt>
                <c:pt idx="466">
                  <c:v>-7057892</c:v>
                </c:pt>
                <c:pt idx="467">
                  <c:v>-7226294</c:v>
                </c:pt>
                <c:pt idx="468">
                  <c:v>-7211102</c:v>
                </c:pt>
                <c:pt idx="469">
                  <c:v>-7229773</c:v>
                </c:pt>
                <c:pt idx="470">
                  <c:v>-7284356</c:v>
                </c:pt>
                <c:pt idx="471">
                  <c:v>-7249622</c:v>
                </c:pt>
                <c:pt idx="472">
                  <c:v>-7224905</c:v>
                </c:pt>
                <c:pt idx="473">
                  <c:v>-7133103</c:v>
                </c:pt>
                <c:pt idx="474">
                  <c:v>-7262306</c:v>
                </c:pt>
                <c:pt idx="475">
                  <c:v>-7159616</c:v>
                </c:pt>
                <c:pt idx="476">
                  <c:v>-7265543</c:v>
                </c:pt>
                <c:pt idx="477">
                  <c:v>-7169176</c:v>
                </c:pt>
                <c:pt idx="478">
                  <c:v>-7257415</c:v>
                </c:pt>
                <c:pt idx="479">
                  <c:v>-7277851</c:v>
                </c:pt>
                <c:pt idx="480">
                  <c:v>-7272344</c:v>
                </c:pt>
                <c:pt idx="481">
                  <c:v>-7226729</c:v>
                </c:pt>
                <c:pt idx="482">
                  <c:v>-7213294</c:v>
                </c:pt>
                <c:pt idx="483">
                  <c:v>-7097775</c:v>
                </c:pt>
                <c:pt idx="484">
                  <c:v>-7210606</c:v>
                </c:pt>
                <c:pt idx="485">
                  <c:v>-7234089</c:v>
                </c:pt>
                <c:pt idx="486">
                  <c:v>-7194445</c:v>
                </c:pt>
                <c:pt idx="487">
                  <c:v>-7235262</c:v>
                </c:pt>
                <c:pt idx="488">
                  <c:v>-7168658</c:v>
                </c:pt>
                <c:pt idx="489">
                  <c:v>-7166963</c:v>
                </c:pt>
                <c:pt idx="490">
                  <c:v>-7203295</c:v>
                </c:pt>
                <c:pt idx="491">
                  <c:v>-7182676</c:v>
                </c:pt>
                <c:pt idx="492">
                  <c:v>-7217140</c:v>
                </c:pt>
                <c:pt idx="493">
                  <c:v>-7177774</c:v>
                </c:pt>
                <c:pt idx="494">
                  <c:v>-7178425</c:v>
                </c:pt>
                <c:pt idx="495">
                  <c:v>-7164725</c:v>
                </c:pt>
                <c:pt idx="496">
                  <c:v>-7250050</c:v>
                </c:pt>
                <c:pt idx="497">
                  <c:v>-7122720</c:v>
                </c:pt>
                <c:pt idx="498">
                  <c:v>-7204042</c:v>
                </c:pt>
                <c:pt idx="499">
                  <c:v>-7165578</c:v>
                </c:pt>
                <c:pt idx="500">
                  <c:v>-7101099</c:v>
                </c:pt>
                <c:pt idx="501">
                  <c:v>-7210288</c:v>
                </c:pt>
                <c:pt idx="502">
                  <c:v>-7160785</c:v>
                </c:pt>
                <c:pt idx="503">
                  <c:v>-7228390</c:v>
                </c:pt>
                <c:pt idx="504">
                  <c:v>-7257098</c:v>
                </c:pt>
                <c:pt idx="505">
                  <c:v>-7213096</c:v>
                </c:pt>
                <c:pt idx="506">
                  <c:v>-7262641</c:v>
                </c:pt>
                <c:pt idx="507">
                  <c:v>-7131987</c:v>
                </c:pt>
                <c:pt idx="508">
                  <c:v>-7128824</c:v>
                </c:pt>
                <c:pt idx="509">
                  <c:v>-7188061</c:v>
                </c:pt>
                <c:pt idx="510">
                  <c:v>-7122270</c:v>
                </c:pt>
                <c:pt idx="511">
                  <c:v>-7263469</c:v>
                </c:pt>
                <c:pt idx="512">
                  <c:v>-7168874</c:v>
                </c:pt>
                <c:pt idx="513">
                  <c:v>-7230073</c:v>
                </c:pt>
                <c:pt idx="514">
                  <c:v>-7120437</c:v>
                </c:pt>
                <c:pt idx="515">
                  <c:v>-7234135</c:v>
                </c:pt>
                <c:pt idx="516">
                  <c:v>-7264312</c:v>
                </c:pt>
                <c:pt idx="517">
                  <c:v>-7199526</c:v>
                </c:pt>
                <c:pt idx="518">
                  <c:v>-7271405</c:v>
                </c:pt>
                <c:pt idx="519">
                  <c:v>-7108396</c:v>
                </c:pt>
                <c:pt idx="520">
                  <c:v>-7215026</c:v>
                </c:pt>
                <c:pt idx="521">
                  <c:v>-7258448</c:v>
                </c:pt>
                <c:pt idx="522">
                  <c:v>-7261630</c:v>
                </c:pt>
                <c:pt idx="523">
                  <c:v>-7240296</c:v>
                </c:pt>
                <c:pt idx="524">
                  <c:v>-7221535</c:v>
                </c:pt>
                <c:pt idx="525">
                  <c:v>-7210894</c:v>
                </c:pt>
                <c:pt idx="526">
                  <c:v>-7225129</c:v>
                </c:pt>
                <c:pt idx="527">
                  <c:v>-7213127</c:v>
                </c:pt>
                <c:pt idx="528">
                  <c:v>-7228109</c:v>
                </c:pt>
                <c:pt idx="529">
                  <c:v>-7134525</c:v>
                </c:pt>
                <c:pt idx="530">
                  <c:v>-7284284</c:v>
                </c:pt>
                <c:pt idx="531">
                  <c:v>-7111496</c:v>
                </c:pt>
                <c:pt idx="532">
                  <c:v>-7135998</c:v>
                </c:pt>
                <c:pt idx="533">
                  <c:v>-7211271</c:v>
                </c:pt>
                <c:pt idx="534">
                  <c:v>-7125139</c:v>
                </c:pt>
                <c:pt idx="535">
                  <c:v>-7274096</c:v>
                </c:pt>
                <c:pt idx="536">
                  <c:v>-7238883</c:v>
                </c:pt>
                <c:pt idx="537">
                  <c:v>-7224480</c:v>
                </c:pt>
                <c:pt idx="538">
                  <c:v>-7222668</c:v>
                </c:pt>
                <c:pt idx="539">
                  <c:v>-7182109</c:v>
                </c:pt>
                <c:pt idx="540">
                  <c:v>-7215812</c:v>
                </c:pt>
                <c:pt idx="541">
                  <c:v>-7133957</c:v>
                </c:pt>
                <c:pt idx="542">
                  <c:v>-7206789</c:v>
                </c:pt>
                <c:pt idx="543">
                  <c:v>-7177413</c:v>
                </c:pt>
                <c:pt idx="544">
                  <c:v>-7286511</c:v>
                </c:pt>
                <c:pt idx="545">
                  <c:v>-7260934</c:v>
                </c:pt>
                <c:pt idx="546">
                  <c:v>-7271442</c:v>
                </c:pt>
                <c:pt idx="547">
                  <c:v>-7184062</c:v>
                </c:pt>
                <c:pt idx="548">
                  <c:v>-7268331</c:v>
                </c:pt>
                <c:pt idx="549">
                  <c:v>-7270621</c:v>
                </c:pt>
                <c:pt idx="550">
                  <c:v>-7154930</c:v>
                </c:pt>
                <c:pt idx="551">
                  <c:v>-7213684</c:v>
                </c:pt>
                <c:pt idx="552">
                  <c:v>-7182121</c:v>
                </c:pt>
                <c:pt idx="553">
                  <c:v>-7213879</c:v>
                </c:pt>
                <c:pt idx="554">
                  <c:v>-7176884</c:v>
                </c:pt>
                <c:pt idx="555">
                  <c:v>-7202586</c:v>
                </c:pt>
                <c:pt idx="556">
                  <c:v>-7134701</c:v>
                </c:pt>
                <c:pt idx="557">
                  <c:v>-7195691</c:v>
                </c:pt>
                <c:pt idx="558">
                  <c:v>-7215657</c:v>
                </c:pt>
                <c:pt idx="559">
                  <c:v>-7174072</c:v>
                </c:pt>
                <c:pt idx="560">
                  <c:v>-7219615</c:v>
                </c:pt>
                <c:pt idx="561">
                  <c:v>-7160910</c:v>
                </c:pt>
                <c:pt idx="562">
                  <c:v>-7200608</c:v>
                </c:pt>
                <c:pt idx="563">
                  <c:v>-7250910</c:v>
                </c:pt>
                <c:pt idx="564">
                  <c:v>-7212598</c:v>
                </c:pt>
                <c:pt idx="565">
                  <c:v>-7194648</c:v>
                </c:pt>
                <c:pt idx="566">
                  <c:v>-7211523</c:v>
                </c:pt>
                <c:pt idx="567">
                  <c:v>-7205392</c:v>
                </c:pt>
                <c:pt idx="568">
                  <c:v>-7281567</c:v>
                </c:pt>
                <c:pt idx="569">
                  <c:v>-7198857</c:v>
                </c:pt>
                <c:pt idx="570">
                  <c:v>-7207312</c:v>
                </c:pt>
                <c:pt idx="571">
                  <c:v>-7220020</c:v>
                </c:pt>
                <c:pt idx="572">
                  <c:v>-7128137</c:v>
                </c:pt>
                <c:pt idx="573">
                  <c:v>-7250770</c:v>
                </c:pt>
                <c:pt idx="574">
                  <c:v>-7261422</c:v>
                </c:pt>
                <c:pt idx="575">
                  <c:v>-7227530</c:v>
                </c:pt>
                <c:pt idx="576">
                  <c:v>-7208818</c:v>
                </c:pt>
                <c:pt idx="577">
                  <c:v>-7235244</c:v>
                </c:pt>
                <c:pt idx="578">
                  <c:v>-7240486</c:v>
                </c:pt>
                <c:pt idx="579">
                  <c:v>-7242632</c:v>
                </c:pt>
                <c:pt idx="580">
                  <c:v>-7152533</c:v>
                </c:pt>
                <c:pt idx="581">
                  <c:v>-7184099</c:v>
                </c:pt>
                <c:pt idx="582">
                  <c:v>-7146598</c:v>
                </c:pt>
                <c:pt idx="583">
                  <c:v>-7182302</c:v>
                </c:pt>
                <c:pt idx="584">
                  <c:v>-7142352</c:v>
                </c:pt>
                <c:pt idx="585">
                  <c:v>-7212182</c:v>
                </c:pt>
                <c:pt idx="586">
                  <c:v>-7198535</c:v>
                </c:pt>
                <c:pt idx="587">
                  <c:v>-7159083</c:v>
                </c:pt>
                <c:pt idx="588">
                  <c:v>-7273185</c:v>
                </c:pt>
                <c:pt idx="589">
                  <c:v>-7177420</c:v>
                </c:pt>
                <c:pt idx="590">
                  <c:v>-7187252</c:v>
                </c:pt>
                <c:pt idx="591">
                  <c:v>-7195423</c:v>
                </c:pt>
                <c:pt idx="592">
                  <c:v>-7188732</c:v>
                </c:pt>
                <c:pt idx="593">
                  <c:v>-7114606</c:v>
                </c:pt>
                <c:pt idx="594">
                  <c:v>-7146480</c:v>
                </c:pt>
                <c:pt idx="595">
                  <c:v>-7187543</c:v>
                </c:pt>
                <c:pt idx="596">
                  <c:v>-7257463</c:v>
                </c:pt>
                <c:pt idx="597">
                  <c:v>-7177423</c:v>
                </c:pt>
                <c:pt idx="598">
                  <c:v>-7243529</c:v>
                </c:pt>
                <c:pt idx="599">
                  <c:v>-7053772</c:v>
                </c:pt>
                <c:pt idx="600">
                  <c:v>-7216843</c:v>
                </c:pt>
                <c:pt idx="601">
                  <c:v>-7177731</c:v>
                </c:pt>
                <c:pt idx="602">
                  <c:v>-7203685</c:v>
                </c:pt>
                <c:pt idx="603">
                  <c:v>-7255827</c:v>
                </c:pt>
                <c:pt idx="604">
                  <c:v>-7269347</c:v>
                </c:pt>
                <c:pt idx="605">
                  <c:v>-7250848</c:v>
                </c:pt>
                <c:pt idx="606">
                  <c:v>-7201275</c:v>
                </c:pt>
                <c:pt idx="607">
                  <c:v>-7226423</c:v>
                </c:pt>
                <c:pt idx="608">
                  <c:v>-7150637</c:v>
                </c:pt>
                <c:pt idx="609">
                  <c:v>-7181006</c:v>
                </c:pt>
                <c:pt idx="610">
                  <c:v>-7264195</c:v>
                </c:pt>
                <c:pt idx="611">
                  <c:v>-7170461</c:v>
                </c:pt>
                <c:pt idx="612">
                  <c:v>-7165161</c:v>
                </c:pt>
                <c:pt idx="613">
                  <c:v>-7123064</c:v>
                </c:pt>
                <c:pt idx="614">
                  <c:v>-7208627</c:v>
                </c:pt>
                <c:pt idx="615">
                  <c:v>-7177324</c:v>
                </c:pt>
                <c:pt idx="616">
                  <c:v>-7265295</c:v>
                </c:pt>
                <c:pt idx="617">
                  <c:v>-7234663</c:v>
                </c:pt>
                <c:pt idx="618">
                  <c:v>-7187261</c:v>
                </c:pt>
                <c:pt idx="619">
                  <c:v>-7179739</c:v>
                </c:pt>
                <c:pt idx="620">
                  <c:v>-7226820</c:v>
                </c:pt>
                <c:pt idx="621">
                  <c:v>-7112432</c:v>
                </c:pt>
                <c:pt idx="622">
                  <c:v>-7207196</c:v>
                </c:pt>
                <c:pt idx="623">
                  <c:v>-7260337</c:v>
                </c:pt>
                <c:pt idx="624">
                  <c:v>-7122562</c:v>
                </c:pt>
                <c:pt idx="625">
                  <c:v>-7250373</c:v>
                </c:pt>
                <c:pt idx="626">
                  <c:v>-7232032</c:v>
                </c:pt>
                <c:pt idx="627">
                  <c:v>-7215215</c:v>
                </c:pt>
                <c:pt idx="628">
                  <c:v>-7251627</c:v>
                </c:pt>
                <c:pt idx="629">
                  <c:v>-7162406</c:v>
                </c:pt>
                <c:pt idx="630">
                  <c:v>-7196894</c:v>
                </c:pt>
                <c:pt idx="631">
                  <c:v>-7207298</c:v>
                </c:pt>
                <c:pt idx="632">
                  <c:v>-7054797</c:v>
                </c:pt>
                <c:pt idx="633">
                  <c:v>-7157484</c:v>
                </c:pt>
                <c:pt idx="634">
                  <c:v>-7261323</c:v>
                </c:pt>
                <c:pt idx="635">
                  <c:v>-7166490</c:v>
                </c:pt>
                <c:pt idx="636">
                  <c:v>-7157423</c:v>
                </c:pt>
                <c:pt idx="637">
                  <c:v>-7024958</c:v>
                </c:pt>
                <c:pt idx="638">
                  <c:v>-7296432</c:v>
                </c:pt>
                <c:pt idx="639">
                  <c:v>-7268280</c:v>
                </c:pt>
                <c:pt idx="640">
                  <c:v>-7191710</c:v>
                </c:pt>
                <c:pt idx="641">
                  <c:v>-7146531</c:v>
                </c:pt>
                <c:pt idx="642">
                  <c:v>-7199518</c:v>
                </c:pt>
                <c:pt idx="643">
                  <c:v>-7278652</c:v>
                </c:pt>
                <c:pt idx="644">
                  <c:v>-7143044</c:v>
                </c:pt>
                <c:pt idx="645">
                  <c:v>-7201885</c:v>
                </c:pt>
                <c:pt idx="646">
                  <c:v>-7215716</c:v>
                </c:pt>
                <c:pt idx="647">
                  <c:v>-7210187</c:v>
                </c:pt>
                <c:pt idx="648">
                  <c:v>-7173772</c:v>
                </c:pt>
                <c:pt idx="649">
                  <c:v>-7211398</c:v>
                </c:pt>
                <c:pt idx="650">
                  <c:v>-7175500</c:v>
                </c:pt>
                <c:pt idx="651">
                  <c:v>-7269348</c:v>
                </c:pt>
                <c:pt idx="652">
                  <c:v>-7189074</c:v>
                </c:pt>
                <c:pt idx="653">
                  <c:v>-7267249</c:v>
                </c:pt>
                <c:pt idx="654">
                  <c:v>-7229401</c:v>
                </c:pt>
                <c:pt idx="655">
                  <c:v>-7246358</c:v>
                </c:pt>
                <c:pt idx="656">
                  <c:v>-7168571</c:v>
                </c:pt>
                <c:pt idx="657">
                  <c:v>-7125584</c:v>
                </c:pt>
                <c:pt idx="658">
                  <c:v>-7222640</c:v>
                </c:pt>
                <c:pt idx="659">
                  <c:v>-7170940</c:v>
                </c:pt>
                <c:pt idx="660">
                  <c:v>-7105826</c:v>
                </c:pt>
                <c:pt idx="661">
                  <c:v>-7163694</c:v>
                </c:pt>
                <c:pt idx="662">
                  <c:v>-7225455</c:v>
                </c:pt>
                <c:pt idx="663">
                  <c:v>-7231208</c:v>
                </c:pt>
                <c:pt idx="664">
                  <c:v>-7210848</c:v>
                </c:pt>
                <c:pt idx="665">
                  <c:v>-7225400</c:v>
                </c:pt>
                <c:pt idx="666">
                  <c:v>-7246144</c:v>
                </c:pt>
                <c:pt idx="667">
                  <c:v>-7196693</c:v>
                </c:pt>
                <c:pt idx="668">
                  <c:v>-7292123</c:v>
                </c:pt>
                <c:pt idx="669">
                  <c:v>-7086305</c:v>
                </c:pt>
                <c:pt idx="670">
                  <c:v>-7211361</c:v>
                </c:pt>
                <c:pt idx="671">
                  <c:v>-7254729</c:v>
                </c:pt>
                <c:pt idx="672">
                  <c:v>-7224795</c:v>
                </c:pt>
                <c:pt idx="673">
                  <c:v>-7242238</c:v>
                </c:pt>
                <c:pt idx="674">
                  <c:v>-7206892</c:v>
                </c:pt>
                <c:pt idx="675">
                  <c:v>-7139750</c:v>
                </c:pt>
                <c:pt idx="676">
                  <c:v>-7249292</c:v>
                </c:pt>
                <c:pt idx="677">
                  <c:v>-7188878</c:v>
                </c:pt>
                <c:pt idx="678">
                  <c:v>-7248928</c:v>
                </c:pt>
                <c:pt idx="679">
                  <c:v>-7293186</c:v>
                </c:pt>
                <c:pt idx="680">
                  <c:v>-7240578</c:v>
                </c:pt>
                <c:pt idx="681">
                  <c:v>-7271338</c:v>
                </c:pt>
                <c:pt idx="682">
                  <c:v>-7238715</c:v>
                </c:pt>
                <c:pt idx="683">
                  <c:v>-7125864</c:v>
                </c:pt>
                <c:pt idx="684">
                  <c:v>-7141256</c:v>
                </c:pt>
                <c:pt idx="685">
                  <c:v>-7240097</c:v>
                </c:pt>
                <c:pt idx="686">
                  <c:v>-7163696</c:v>
                </c:pt>
                <c:pt idx="687">
                  <c:v>-7155147</c:v>
                </c:pt>
                <c:pt idx="688">
                  <c:v>-7260753</c:v>
                </c:pt>
                <c:pt idx="689">
                  <c:v>-7182226</c:v>
                </c:pt>
                <c:pt idx="690">
                  <c:v>-7113738</c:v>
                </c:pt>
                <c:pt idx="691">
                  <c:v>-7205743</c:v>
                </c:pt>
                <c:pt idx="692">
                  <c:v>-7110143</c:v>
                </c:pt>
                <c:pt idx="693">
                  <c:v>-7159698</c:v>
                </c:pt>
                <c:pt idx="694">
                  <c:v>-7155582</c:v>
                </c:pt>
                <c:pt idx="695">
                  <c:v>-7195532</c:v>
                </c:pt>
                <c:pt idx="696">
                  <c:v>-7226466</c:v>
                </c:pt>
                <c:pt idx="697">
                  <c:v>-7164297</c:v>
                </c:pt>
                <c:pt idx="698">
                  <c:v>-7135455</c:v>
                </c:pt>
                <c:pt idx="699">
                  <c:v>-7120105</c:v>
                </c:pt>
                <c:pt idx="700">
                  <c:v>-7170437</c:v>
                </c:pt>
                <c:pt idx="701">
                  <c:v>-7139318</c:v>
                </c:pt>
                <c:pt idx="702">
                  <c:v>-7285716</c:v>
                </c:pt>
                <c:pt idx="703">
                  <c:v>-7199864</c:v>
                </c:pt>
                <c:pt idx="704">
                  <c:v>-7152137</c:v>
                </c:pt>
                <c:pt idx="705">
                  <c:v>-7258694</c:v>
                </c:pt>
                <c:pt idx="706">
                  <c:v>-7232967</c:v>
                </c:pt>
                <c:pt idx="707">
                  <c:v>-7235811</c:v>
                </c:pt>
                <c:pt idx="708">
                  <c:v>-7124921</c:v>
                </c:pt>
                <c:pt idx="709">
                  <c:v>-7198979</c:v>
                </c:pt>
                <c:pt idx="710">
                  <c:v>-7213787</c:v>
                </c:pt>
                <c:pt idx="711">
                  <c:v>-7151202</c:v>
                </c:pt>
                <c:pt idx="712">
                  <c:v>-7269836</c:v>
                </c:pt>
                <c:pt idx="713">
                  <c:v>-7258739</c:v>
                </c:pt>
                <c:pt idx="714">
                  <c:v>-7060327</c:v>
                </c:pt>
                <c:pt idx="715">
                  <c:v>-7150721</c:v>
                </c:pt>
                <c:pt idx="716">
                  <c:v>-7156810</c:v>
                </c:pt>
                <c:pt idx="717">
                  <c:v>-7240667</c:v>
                </c:pt>
                <c:pt idx="718">
                  <c:v>-7171838</c:v>
                </c:pt>
                <c:pt idx="719">
                  <c:v>-7208129</c:v>
                </c:pt>
                <c:pt idx="720">
                  <c:v>-7240376</c:v>
                </c:pt>
                <c:pt idx="721">
                  <c:v>-7259376</c:v>
                </c:pt>
                <c:pt idx="722">
                  <c:v>-7228143</c:v>
                </c:pt>
                <c:pt idx="723">
                  <c:v>-7247364</c:v>
                </c:pt>
                <c:pt idx="724">
                  <c:v>-7224817</c:v>
                </c:pt>
                <c:pt idx="725">
                  <c:v>-7167880</c:v>
                </c:pt>
                <c:pt idx="726">
                  <c:v>-7150720</c:v>
                </c:pt>
                <c:pt idx="727">
                  <c:v>-7146342</c:v>
                </c:pt>
                <c:pt idx="728">
                  <c:v>-7111261</c:v>
                </c:pt>
                <c:pt idx="729">
                  <c:v>-7219675</c:v>
                </c:pt>
                <c:pt idx="730">
                  <c:v>-7192556</c:v>
                </c:pt>
                <c:pt idx="731">
                  <c:v>-7195912</c:v>
                </c:pt>
                <c:pt idx="732">
                  <c:v>-7228655</c:v>
                </c:pt>
                <c:pt idx="733">
                  <c:v>-7130109</c:v>
                </c:pt>
                <c:pt idx="734">
                  <c:v>-7260763</c:v>
                </c:pt>
                <c:pt idx="735">
                  <c:v>-7183299</c:v>
                </c:pt>
                <c:pt idx="736">
                  <c:v>-7208930</c:v>
                </c:pt>
                <c:pt idx="737">
                  <c:v>-7265897</c:v>
                </c:pt>
                <c:pt idx="738">
                  <c:v>-7185918</c:v>
                </c:pt>
                <c:pt idx="739">
                  <c:v>-7126140</c:v>
                </c:pt>
                <c:pt idx="740">
                  <c:v>-7226748</c:v>
                </c:pt>
                <c:pt idx="741">
                  <c:v>-7124809</c:v>
                </c:pt>
                <c:pt idx="742">
                  <c:v>-7288790</c:v>
                </c:pt>
                <c:pt idx="743">
                  <c:v>-7260092</c:v>
                </c:pt>
                <c:pt idx="744">
                  <c:v>-7276786</c:v>
                </c:pt>
                <c:pt idx="745">
                  <c:v>-7242525</c:v>
                </c:pt>
                <c:pt idx="746">
                  <c:v>-7182282</c:v>
                </c:pt>
                <c:pt idx="747">
                  <c:v>-7261952</c:v>
                </c:pt>
                <c:pt idx="748">
                  <c:v>-7127951</c:v>
                </c:pt>
                <c:pt idx="749">
                  <c:v>-7252620</c:v>
                </c:pt>
                <c:pt idx="750">
                  <c:v>-7217171</c:v>
                </c:pt>
                <c:pt idx="751">
                  <c:v>-7161797</c:v>
                </c:pt>
                <c:pt idx="752">
                  <c:v>-7157414</c:v>
                </c:pt>
                <c:pt idx="753">
                  <c:v>-7185032</c:v>
                </c:pt>
                <c:pt idx="754">
                  <c:v>-7181226</c:v>
                </c:pt>
                <c:pt idx="755">
                  <c:v>-7279237</c:v>
                </c:pt>
                <c:pt idx="756">
                  <c:v>-7147335</c:v>
                </c:pt>
                <c:pt idx="757">
                  <c:v>-7211735</c:v>
                </c:pt>
                <c:pt idx="758">
                  <c:v>-7186812</c:v>
                </c:pt>
                <c:pt idx="759">
                  <c:v>-7192557</c:v>
                </c:pt>
                <c:pt idx="760">
                  <c:v>-7189872</c:v>
                </c:pt>
                <c:pt idx="761">
                  <c:v>-7176031</c:v>
                </c:pt>
                <c:pt idx="762">
                  <c:v>-7192518</c:v>
                </c:pt>
                <c:pt idx="763">
                  <c:v>-7109937</c:v>
                </c:pt>
                <c:pt idx="764">
                  <c:v>-7267877</c:v>
                </c:pt>
                <c:pt idx="765">
                  <c:v>-7234621</c:v>
                </c:pt>
                <c:pt idx="766">
                  <c:v>-7159648</c:v>
                </c:pt>
                <c:pt idx="767">
                  <c:v>-7251377</c:v>
                </c:pt>
                <c:pt idx="768">
                  <c:v>-7186593</c:v>
                </c:pt>
                <c:pt idx="769">
                  <c:v>-7098780</c:v>
                </c:pt>
                <c:pt idx="770">
                  <c:v>-7231999</c:v>
                </c:pt>
                <c:pt idx="771">
                  <c:v>-7240804</c:v>
                </c:pt>
                <c:pt idx="772">
                  <c:v>-7126905</c:v>
                </c:pt>
                <c:pt idx="773">
                  <c:v>-7194374</c:v>
                </c:pt>
                <c:pt idx="774">
                  <c:v>-7188768</c:v>
                </c:pt>
                <c:pt idx="775">
                  <c:v>-7198820</c:v>
                </c:pt>
                <c:pt idx="776">
                  <c:v>-7098626</c:v>
                </c:pt>
                <c:pt idx="777">
                  <c:v>-7158538</c:v>
                </c:pt>
                <c:pt idx="778">
                  <c:v>-7181812</c:v>
                </c:pt>
                <c:pt idx="779">
                  <c:v>-7225873</c:v>
                </c:pt>
                <c:pt idx="780">
                  <c:v>-7260159</c:v>
                </c:pt>
                <c:pt idx="781">
                  <c:v>-7168448</c:v>
                </c:pt>
                <c:pt idx="782">
                  <c:v>-7180591</c:v>
                </c:pt>
                <c:pt idx="783">
                  <c:v>-7198672</c:v>
                </c:pt>
                <c:pt idx="784">
                  <c:v>-7137815</c:v>
                </c:pt>
                <c:pt idx="785">
                  <c:v>-7265554</c:v>
                </c:pt>
                <c:pt idx="786">
                  <c:v>-7239139</c:v>
                </c:pt>
                <c:pt idx="787">
                  <c:v>-7240782</c:v>
                </c:pt>
                <c:pt idx="788">
                  <c:v>-7229896</c:v>
                </c:pt>
                <c:pt idx="789">
                  <c:v>-7204943</c:v>
                </c:pt>
                <c:pt idx="790">
                  <c:v>-7258951</c:v>
                </c:pt>
                <c:pt idx="791">
                  <c:v>-7260483</c:v>
                </c:pt>
                <c:pt idx="792">
                  <c:v>-7267831</c:v>
                </c:pt>
                <c:pt idx="793">
                  <c:v>-7123116</c:v>
                </c:pt>
                <c:pt idx="794">
                  <c:v>-7212382</c:v>
                </c:pt>
                <c:pt idx="795">
                  <c:v>-7230614</c:v>
                </c:pt>
                <c:pt idx="796">
                  <c:v>-7262712</c:v>
                </c:pt>
                <c:pt idx="797">
                  <c:v>-7199222</c:v>
                </c:pt>
                <c:pt idx="798">
                  <c:v>-7166331</c:v>
                </c:pt>
                <c:pt idx="799">
                  <c:v>-7182250</c:v>
                </c:pt>
                <c:pt idx="800">
                  <c:v>-7218294</c:v>
                </c:pt>
                <c:pt idx="801">
                  <c:v>-7194843</c:v>
                </c:pt>
                <c:pt idx="802">
                  <c:v>-7220876</c:v>
                </c:pt>
                <c:pt idx="803">
                  <c:v>-7240561</c:v>
                </c:pt>
                <c:pt idx="804">
                  <c:v>-7187762</c:v>
                </c:pt>
                <c:pt idx="805">
                  <c:v>-7123332</c:v>
                </c:pt>
                <c:pt idx="806">
                  <c:v>-7308460</c:v>
                </c:pt>
                <c:pt idx="807">
                  <c:v>-7193108</c:v>
                </c:pt>
                <c:pt idx="808">
                  <c:v>-7170795</c:v>
                </c:pt>
                <c:pt idx="809">
                  <c:v>-7243833</c:v>
                </c:pt>
                <c:pt idx="810">
                  <c:v>-7205066</c:v>
                </c:pt>
                <c:pt idx="811">
                  <c:v>-7293616</c:v>
                </c:pt>
                <c:pt idx="812">
                  <c:v>-7257494</c:v>
                </c:pt>
                <c:pt idx="813">
                  <c:v>-7267361</c:v>
                </c:pt>
                <c:pt idx="814">
                  <c:v>-7164409</c:v>
                </c:pt>
                <c:pt idx="815">
                  <c:v>-7158779</c:v>
                </c:pt>
                <c:pt idx="816">
                  <c:v>-7279898</c:v>
                </c:pt>
                <c:pt idx="817">
                  <c:v>-7248195</c:v>
                </c:pt>
                <c:pt idx="818">
                  <c:v>-7191108</c:v>
                </c:pt>
                <c:pt idx="819">
                  <c:v>-7266786</c:v>
                </c:pt>
                <c:pt idx="820">
                  <c:v>-7230194</c:v>
                </c:pt>
                <c:pt idx="821">
                  <c:v>-7183867</c:v>
                </c:pt>
                <c:pt idx="822">
                  <c:v>-7259823</c:v>
                </c:pt>
                <c:pt idx="823">
                  <c:v>-7145164</c:v>
                </c:pt>
                <c:pt idx="824">
                  <c:v>-7224989</c:v>
                </c:pt>
                <c:pt idx="825">
                  <c:v>-7241196</c:v>
                </c:pt>
                <c:pt idx="826">
                  <c:v>-7212096</c:v>
                </c:pt>
                <c:pt idx="827">
                  <c:v>-6962031</c:v>
                </c:pt>
                <c:pt idx="828">
                  <c:v>-7229945</c:v>
                </c:pt>
                <c:pt idx="829">
                  <c:v>-7228463</c:v>
                </c:pt>
                <c:pt idx="830">
                  <c:v>-7223049</c:v>
                </c:pt>
                <c:pt idx="831">
                  <c:v>-7268484</c:v>
                </c:pt>
                <c:pt idx="832">
                  <c:v>-7252835</c:v>
                </c:pt>
                <c:pt idx="833">
                  <c:v>-7166661</c:v>
                </c:pt>
                <c:pt idx="834">
                  <c:v>-7113523</c:v>
                </c:pt>
                <c:pt idx="835">
                  <c:v>-7232211</c:v>
                </c:pt>
                <c:pt idx="836">
                  <c:v>-7223148</c:v>
                </c:pt>
                <c:pt idx="837">
                  <c:v>-7213934</c:v>
                </c:pt>
                <c:pt idx="838">
                  <c:v>-7189372</c:v>
                </c:pt>
                <c:pt idx="839">
                  <c:v>-7236261</c:v>
                </c:pt>
                <c:pt idx="840">
                  <c:v>-7268563</c:v>
                </c:pt>
                <c:pt idx="841">
                  <c:v>-7169720</c:v>
                </c:pt>
                <c:pt idx="842">
                  <c:v>-7171725</c:v>
                </c:pt>
                <c:pt idx="843">
                  <c:v>-7161850</c:v>
                </c:pt>
                <c:pt idx="844">
                  <c:v>-7267565</c:v>
                </c:pt>
                <c:pt idx="845">
                  <c:v>-7210209</c:v>
                </c:pt>
                <c:pt idx="846">
                  <c:v>-7210871</c:v>
                </c:pt>
                <c:pt idx="847">
                  <c:v>-7157914</c:v>
                </c:pt>
                <c:pt idx="848">
                  <c:v>-7247187</c:v>
                </c:pt>
                <c:pt idx="849">
                  <c:v>-7208580</c:v>
                </c:pt>
                <c:pt idx="850">
                  <c:v>-7190855</c:v>
                </c:pt>
                <c:pt idx="851">
                  <c:v>-7135981</c:v>
                </c:pt>
                <c:pt idx="852">
                  <c:v>-7108682</c:v>
                </c:pt>
                <c:pt idx="853">
                  <c:v>-7257038</c:v>
                </c:pt>
                <c:pt idx="854">
                  <c:v>-7144871</c:v>
                </c:pt>
                <c:pt idx="855">
                  <c:v>-7164727</c:v>
                </c:pt>
                <c:pt idx="856">
                  <c:v>-7239915</c:v>
                </c:pt>
                <c:pt idx="857">
                  <c:v>-7112698</c:v>
                </c:pt>
                <c:pt idx="858">
                  <c:v>-7225534</c:v>
                </c:pt>
                <c:pt idx="859">
                  <c:v>-7221336</c:v>
                </c:pt>
                <c:pt idx="860">
                  <c:v>-7206614</c:v>
                </c:pt>
                <c:pt idx="861">
                  <c:v>-7199085</c:v>
                </c:pt>
                <c:pt idx="862">
                  <c:v>-7229887</c:v>
                </c:pt>
                <c:pt idx="863">
                  <c:v>-7150179</c:v>
                </c:pt>
                <c:pt idx="864">
                  <c:v>-7148781</c:v>
                </c:pt>
                <c:pt idx="865">
                  <c:v>-7187717</c:v>
                </c:pt>
                <c:pt idx="866">
                  <c:v>-7055822</c:v>
                </c:pt>
                <c:pt idx="867">
                  <c:v>-7215917</c:v>
                </c:pt>
                <c:pt idx="868">
                  <c:v>-7222477</c:v>
                </c:pt>
                <c:pt idx="869">
                  <c:v>-7268409</c:v>
                </c:pt>
                <c:pt idx="870">
                  <c:v>-7047238</c:v>
                </c:pt>
                <c:pt idx="871">
                  <c:v>-7148524</c:v>
                </c:pt>
                <c:pt idx="872">
                  <c:v>-7280602</c:v>
                </c:pt>
                <c:pt idx="873">
                  <c:v>-7277791</c:v>
                </c:pt>
                <c:pt idx="874">
                  <c:v>-7207800</c:v>
                </c:pt>
                <c:pt idx="875">
                  <c:v>-7137206</c:v>
                </c:pt>
                <c:pt idx="876">
                  <c:v>-7197232</c:v>
                </c:pt>
                <c:pt idx="877">
                  <c:v>-7142025</c:v>
                </c:pt>
                <c:pt idx="878">
                  <c:v>-7166762</c:v>
                </c:pt>
                <c:pt idx="879">
                  <c:v>-7229991</c:v>
                </c:pt>
                <c:pt idx="880">
                  <c:v>-7196153</c:v>
                </c:pt>
                <c:pt idx="881">
                  <c:v>-7178960</c:v>
                </c:pt>
                <c:pt idx="882">
                  <c:v>-7182244</c:v>
                </c:pt>
                <c:pt idx="883">
                  <c:v>-7220074</c:v>
                </c:pt>
                <c:pt idx="884">
                  <c:v>-7171753</c:v>
                </c:pt>
                <c:pt idx="885">
                  <c:v>-7265014</c:v>
                </c:pt>
                <c:pt idx="886">
                  <c:v>-7262826</c:v>
                </c:pt>
                <c:pt idx="887">
                  <c:v>-7264931</c:v>
                </c:pt>
                <c:pt idx="888">
                  <c:v>-7264212</c:v>
                </c:pt>
                <c:pt idx="889">
                  <c:v>-7264094</c:v>
                </c:pt>
                <c:pt idx="890">
                  <c:v>-7265011</c:v>
                </c:pt>
                <c:pt idx="891">
                  <c:v>-7264188</c:v>
                </c:pt>
                <c:pt idx="892">
                  <c:v>-7264711</c:v>
                </c:pt>
                <c:pt idx="893">
                  <c:v>-7264180</c:v>
                </c:pt>
                <c:pt idx="894">
                  <c:v>-7264931</c:v>
                </c:pt>
                <c:pt idx="895">
                  <c:v>-7264402</c:v>
                </c:pt>
                <c:pt idx="896">
                  <c:v>-7264850</c:v>
                </c:pt>
                <c:pt idx="897">
                  <c:v>-7264298</c:v>
                </c:pt>
                <c:pt idx="898">
                  <c:v>-7266291</c:v>
                </c:pt>
                <c:pt idx="899">
                  <c:v>-7270107</c:v>
                </c:pt>
                <c:pt idx="900">
                  <c:v>-7264058</c:v>
                </c:pt>
                <c:pt idx="901">
                  <c:v>-7265501</c:v>
                </c:pt>
                <c:pt idx="902">
                  <c:v>-7265044</c:v>
                </c:pt>
                <c:pt idx="903">
                  <c:v>-7262230</c:v>
                </c:pt>
                <c:pt idx="904">
                  <c:v>-7264675</c:v>
                </c:pt>
                <c:pt idx="905">
                  <c:v>-7264766</c:v>
                </c:pt>
                <c:pt idx="906">
                  <c:v>-7265153</c:v>
                </c:pt>
                <c:pt idx="907">
                  <c:v>-7269811</c:v>
                </c:pt>
                <c:pt idx="908">
                  <c:v>-7266201</c:v>
                </c:pt>
                <c:pt idx="909">
                  <c:v>-7266851</c:v>
                </c:pt>
                <c:pt idx="910">
                  <c:v>-7259166</c:v>
                </c:pt>
                <c:pt idx="911">
                  <c:v>-7263278</c:v>
                </c:pt>
                <c:pt idx="912">
                  <c:v>-7263706</c:v>
                </c:pt>
                <c:pt idx="913">
                  <c:v>-7229457</c:v>
                </c:pt>
                <c:pt idx="914">
                  <c:v>-7255485</c:v>
                </c:pt>
                <c:pt idx="915">
                  <c:v>-7263278</c:v>
                </c:pt>
                <c:pt idx="916">
                  <c:v>-7267256</c:v>
                </c:pt>
                <c:pt idx="917">
                  <c:v>-7264203</c:v>
                </c:pt>
                <c:pt idx="918">
                  <c:v>-7264240</c:v>
                </c:pt>
                <c:pt idx="919">
                  <c:v>-7265175</c:v>
                </c:pt>
                <c:pt idx="920">
                  <c:v>-7264421</c:v>
                </c:pt>
                <c:pt idx="921">
                  <c:v>-7264317</c:v>
                </c:pt>
                <c:pt idx="922">
                  <c:v>-7265564</c:v>
                </c:pt>
                <c:pt idx="923">
                  <c:v>-7264455</c:v>
                </c:pt>
                <c:pt idx="924">
                  <c:v>-7264402</c:v>
                </c:pt>
                <c:pt idx="925">
                  <c:v>-7264243</c:v>
                </c:pt>
                <c:pt idx="926">
                  <c:v>-7230001</c:v>
                </c:pt>
                <c:pt idx="927">
                  <c:v>-7263188</c:v>
                </c:pt>
                <c:pt idx="928">
                  <c:v>-7120180</c:v>
                </c:pt>
                <c:pt idx="929">
                  <c:v>-7262532</c:v>
                </c:pt>
                <c:pt idx="930">
                  <c:v>-7264316</c:v>
                </c:pt>
                <c:pt idx="931">
                  <c:v>-7119334</c:v>
                </c:pt>
                <c:pt idx="932">
                  <c:v>-7263706</c:v>
                </c:pt>
                <c:pt idx="933">
                  <c:v>-7261633</c:v>
                </c:pt>
                <c:pt idx="934">
                  <c:v>-7160454</c:v>
                </c:pt>
                <c:pt idx="935">
                  <c:v>-7264766</c:v>
                </c:pt>
                <c:pt idx="936">
                  <c:v>-7269254</c:v>
                </c:pt>
                <c:pt idx="937">
                  <c:v>-7265707</c:v>
                </c:pt>
                <c:pt idx="938">
                  <c:v>-7158461</c:v>
                </c:pt>
                <c:pt idx="939">
                  <c:v>-7267619</c:v>
                </c:pt>
                <c:pt idx="940">
                  <c:v>-7158005</c:v>
                </c:pt>
                <c:pt idx="941">
                  <c:v>-7226021</c:v>
                </c:pt>
                <c:pt idx="942">
                  <c:v>-7264455</c:v>
                </c:pt>
                <c:pt idx="943">
                  <c:v>-7158320</c:v>
                </c:pt>
                <c:pt idx="944">
                  <c:v>-7264317</c:v>
                </c:pt>
                <c:pt idx="945">
                  <c:v>-7226494</c:v>
                </c:pt>
                <c:pt idx="946">
                  <c:v>-7097495</c:v>
                </c:pt>
                <c:pt idx="947">
                  <c:v>-7264828</c:v>
                </c:pt>
                <c:pt idx="948">
                  <c:v>-7264455</c:v>
                </c:pt>
                <c:pt idx="949">
                  <c:v>-7258406</c:v>
                </c:pt>
                <c:pt idx="950">
                  <c:v>-7264460</c:v>
                </c:pt>
                <c:pt idx="951">
                  <c:v>-7264180</c:v>
                </c:pt>
                <c:pt idx="952">
                  <c:v>-7263600</c:v>
                </c:pt>
                <c:pt idx="953">
                  <c:v>-7269336</c:v>
                </c:pt>
                <c:pt idx="954">
                  <c:v>-7264833</c:v>
                </c:pt>
                <c:pt idx="955">
                  <c:v>-7264675</c:v>
                </c:pt>
                <c:pt idx="956">
                  <c:v>-7119470</c:v>
                </c:pt>
                <c:pt idx="957">
                  <c:v>-7258925</c:v>
                </c:pt>
                <c:pt idx="958">
                  <c:v>-7259166</c:v>
                </c:pt>
                <c:pt idx="959">
                  <c:v>-7264816</c:v>
                </c:pt>
                <c:pt idx="960">
                  <c:v>-7264828</c:v>
                </c:pt>
                <c:pt idx="961">
                  <c:v>-7264816</c:v>
                </c:pt>
                <c:pt idx="962">
                  <c:v>-7270457</c:v>
                </c:pt>
                <c:pt idx="963">
                  <c:v>-7161282</c:v>
                </c:pt>
                <c:pt idx="964">
                  <c:v>-7486851</c:v>
                </c:pt>
                <c:pt idx="965">
                  <c:v>-7480188</c:v>
                </c:pt>
                <c:pt idx="966">
                  <c:v>-7599518</c:v>
                </c:pt>
                <c:pt idx="967">
                  <c:v>-7627108</c:v>
                </c:pt>
                <c:pt idx="968">
                  <c:v>-7623680</c:v>
                </c:pt>
                <c:pt idx="969">
                  <c:v>-7554998</c:v>
                </c:pt>
                <c:pt idx="970">
                  <c:v>-7651118</c:v>
                </c:pt>
                <c:pt idx="971">
                  <c:v>-7565227</c:v>
                </c:pt>
                <c:pt idx="972">
                  <c:v>-7526714</c:v>
                </c:pt>
                <c:pt idx="973">
                  <c:v>-7660644</c:v>
                </c:pt>
                <c:pt idx="974">
                  <c:v>-7642232</c:v>
                </c:pt>
                <c:pt idx="975">
                  <c:v>-7664126</c:v>
                </c:pt>
                <c:pt idx="976">
                  <c:v>-7626218</c:v>
                </c:pt>
                <c:pt idx="977">
                  <c:v>-7685290</c:v>
                </c:pt>
                <c:pt idx="978">
                  <c:v>-7599868</c:v>
                </c:pt>
                <c:pt idx="979">
                  <c:v>-7683604</c:v>
                </c:pt>
                <c:pt idx="980">
                  <c:v>-7656248</c:v>
                </c:pt>
                <c:pt idx="981">
                  <c:v>-7583289</c:v>
                </c:pt>
                <c:pt idx="982">
                  <c:v>-7641519</c:v>
                </c:pt>
                <c:pt idx="983">
                  <c:v>-7650854</c:v>
                </c:pt>
                <c:pt idx="984">
                  <c:v>-7693824</c:v>
                </c:pt>
                <c:pt idx="985">
                  <c:v>-7625435</c:v>
                </c:pt>
                <c:pt idx="986">
                  <c:v>-7465065</c:v>
                </c:pt>
                <c:pt idx="987">
                  <c:v>-7695434</c:v>
                </c:pt>
                <c:pt idx="988">
                  <c:v>-7587880</c:v>
                </c:pt>
                <c:pt idx="989">
                  <c:v>-7648282</c:v>
                </c:pt>
                <c:pt idx="990">
                  <c:v>-7530280</c:v>
                </c:pt>
                <c:pt idx="991">
                  <c:v>-7659735</c:v>
                </c:pt>
                <c:pt idx="992">
                  <c:v>-7522266</c:v>
                </c:pt>
                <c:pt idx="993">
                  <c:v>-7627964</c:v>
                </c:pt>
                <c:pt idx="994">
                  <c:v>-7609718</c:v>
                </c:pt>
                <c:pt idx="995">
                  <c:v>-7554452</c:v>
                </c:pt>
                <c:pt idx="996">
                  <c:v>-7706724</c:v>
                </c:pt>
                <c:pt idx="997">
                  <c:v>-7472966</c:v>
                </c:pt>
                <c:pt idx="998">
                  <c:v>-7659916</c:v>
                </c:pt>
                <c:pt idx="999">
                  <c:v>-7645890</c:v>
                </c:pt>
                <c:pt idx="1000">
                  <c:v>-7477032</c:v>
                </c:pt>
                <c:pt idx="1001">
                  <c:v>-7566986</c:v>
                </c:pt>
                <c:pt idx="1002">
                  <c:v>-7694542</c:v>
                </c:pt>
                <c:pt idx="1003">
                  <c:v>-7550912</c:v>
                </c:pt>
                <c:pt idx="1004">
                  <c:v>-7643550</c:v>
                </c:pt>
                <c:pt idx="1005">
                  <c:v>-7483330</c:v>
                </c:pt>
                <c:pt idx="1006">
                  <c:v>-7529829</c:v>
                </c:pt>
                <c:pt idx="1007">
                  <c:v>-7493555</c:v>
                </c:pt>
                <c:pt idx="1008">
                  <c:v>-7520480</c:v>
                </c:pt>
                <c:pt idx="1009">
                  <c:v>-7522014</c:v>
                </c:pt>
                <c:pt idx="1010">
                  <c:v>-7663085</c:v>
                </c:pt>
                <c:pt idx="1011">
                  <c:v>-7611435</c:v>
                </c:pt>
                <c:pt idx="1012">
                  <c:v>-7537891</c:v>
                </c:pt>
                <c:pt idx="1013">
                  <c:v>-7517565</c:v>
                </c:pt>
                <c:pt idx="1014">
                  <c:v>-7502850</c:v>
                </c:pt>
                <c:pt idx="1015">
                  <c:v>-7551227</c:v>
                </c:pt>
                <c:pt idx="1016">
                  <c:v>-7517117</c:v>
                </c:pt>
                <c:pt idx="1017">
                  <c:v>-7602130</c:v>
                </c:pt>
                <c:pt idx="1018">
                  <c:v>-7563909</c:v>
                </c:pt>
                <c:pt idx="1019">
                  <c:v>-7603407</c:v>
                </c:pt>
                <c:pt idx="1020">
                  <c:v>-7635038</c:v>
                </c:pt>
                <c:pt idx="1021">
                  <c:v>-7622208</c:v>
                </c:pt>
                <c:pt idx="1022">
                  <c:v>-7643104</c:v>
                </c:pt>
                <c:pt idx="1023">
                  <c:v>-7666111</c:v>
                </c:pt>
                <c:pt idx="1024">
                  <c:v>-7593706</c:v>
                </c:pt>
                <c:pt idx="1025">
                  <c:v>-7637971</c:v>
                </c:pt>
                <c:pt idx="1026">
                  <c:v>-7664236</c:v>
                </c:pt>
                <c:pt idx="1027">
                  <c:v>-7620398</c:v>
                </c:pt>
                <c:pt idx="1028">
                  <c:v>-7473724</c:v>
                </c:pt>
                <c:pt idx="1029">
                  <c:v>-7642077</c:v>
                </c:pt>
                <c:pt idx="1030">
                  <c:v>-7644648</c:v>
                </c:pt>
                <c:pt idx="1031">
                  <c:v>-7712029</c:v>
                </c:pt>
                <c:pt idx="1032">
                  <c:v>-7488469</c:v>
                </c:pt>
                <c:pt idx="1033">
                  <c:v>-7630797</c:v>
                </c:pt>
                <c:pt idx="1034">
                  <c:v>-7629437</c:v>
                </c:pt>
                <c:pt idx="1035">
                  <c:v>-7508196</c:v>
                </c:pt>
                <c:pt idx="1036">
                  <c:v>-7533431</c:v>
                </c:pt>
                <c:pt idx="1037">
                  <c:v>-7585248</c:v>
                </c:pt>
                <c:pt idx="1038">
                  <c:v>-7477314</c:v>
                </c:pt>
                <c:pt idx="1039">
                  <c:v>-7649209</c:v>
                </c:pt>
                <c:pt idx="1040">
                  <c:v>-7572377</c:v>
                </c:pt>
                <c:pt idx="1041">
                  <c:v>-7643968</c:v>
                </c:pt>
                <c:pt idx="1042">
                  <c:v>-7699459</c:v>
                </c:pt>
                <c:pt idx="1043">
                  <c:v>-7672661</c:v>
                </c:pt>
                <c:pt idx="1044">
                  <c:v>-7624481</c:v>
                </c:pt>
                <c:pt idx="1045">
                  <c:v>-7648104</c:v>
                </c:pt>
                <c:pt idx="1046">
                  <c:v>-7580189</c:v>
                </c:pt>
                <c:pt idx="1047">
                  <c:v>-7477987</c:v>
                </c:pt>
                <c:pt idx="1048">
                  <c:v>-7669412</c:v>
                </c:pt>
                <c:pt idx="1049">
                  <c:v>-7601765</c:v>
                </c:pt>
                <c:pt idx="1050">
                  <c:v>-7678149</c:v>
                </c:pt>
                <c:pt idx="1051">
                  <c:v>-7575131</c:v>
                </c:pt>
                <c:pt idx="1052">
                  <c:v>-7545027</c:v>
                </c:pt>
                <c:pt idx="1053">
                  <c:v>-7641162</c:v>
                </c:pt>
                <c:pt idx="1054">
                  <c:v>-7525697</c:v>
                </c:pt>
                <c:pt idx="1055">
                  <c:v>-7608773</c:v>
                </c:pt>
                <c:pt idx="1056">
                  <c:v>-7575203</c:v>
                </c:pt>
                <c:pt idx="1057">
                  <c:v>-7492741</c:v>
                </c:pt>
                <c:pt idx="1058">
                  <c:v>-7684311</c:v>
                </c:pt>
                <c:pt idx="1059">
                  <c:v>-7479770</c:v>
                </c:pt>
                <c:pt idx="1060">
                  <c:v>-7627671</c:v>
                </c:pt>
                <c:pt idx="1061">
                  <c:v>-7630182</c:v>
                </c:pt>
                <c:pt idx="1062">
                  <c:v>-7613342</c:v>
                </c:pt>
                <c:pt idx="1063">
                  <c:v>-7568600</c:v>
                </c:pt>
                <c:pt idx="1064">
                  <c:v>-7476222</c:v>
                </c:pt>
                <c:pt idx="1065">
                  <c:v>-7643497</c:v>
                </c:pt>
                <c:pt idx="1066">
                  <c:v>-7680224</c:v>
                </c:pt>
                <c:pt idx="1067">
                  <c:v>-7519120</c:v>
                </c:pt>
                <c:pt idx="1068">
                  <c:v>-7513755</c:v>
                </c:pt>
                <c:pt idx="1069">
                  <c:v>-7573580</c:v>
                </c:pt>
                <c:pt idx="1070">
                  <c:v>-7629610</c:v>
                </c:pt>
                <c:pt idx="1071">
                  <c:v>-7625954</c:v>
                </c:pt>
                <c:pt idx="1072">
                  <c:v>-7614821</c:v>
                </c:pt>
                <c:pt idx="1073">
                  <c:v>-7572077</c:v>
                </c:pt>
                <c:pt idx="1074">
                  <c:v>-7469809</c:v>
                </c:pt>
                <c:pt idx="1075">
                  <c:v>-7640209</c:v>
                </c:pt>
                <c:pt idx="1076">
                  <c:v>-7609976</c:v>
                </c:pt>
                <c:pt idx="1077">
                  <c:v>-7519930</c:v>
                </c:pt>
                <c:pt idx="1078">
                  <c:v>-7688832</c:v>
                </c:pt>
                <c:pt idx="1079">
                  <c:v>-7646484</c:v>
                </c:pt>
                <c:pt idx="1080">
                  <c:v>-7546218</c:v>
                </c:pt>
                <c:pt idx="1081">
                  <c:v>-7462404</c:v>
                </c:pt>
                <c:pt idx="1082">
                  <c:v>-7536082</c:v>
                </c:pt>
                <c:pt idx="1083">
                  <c:v>-7622869</c:v>
                </c:pt>
                <c:pt idx="1084">
                  <c:v>-7448919</c:v>
                </c:pt>
                <c:pt idx="1085">
                  <c:v>-7637084</c:v>
                </c:pt>
                <c:pt idx="1086">
                  <c:v>-7618241</c:v>
                </c:pt>
                <c:pt idx="1087">
                  <c:v>-7561006</c:v>
                </c:pt>
                <c:pt idx="1088">
                  <c:v>-7555496</c:v>
                </c:pt>
                <c:pt idx="1089">
                  <c:v>-7478226</c:v>
                </c:pt>
                <c:pt idx="1090">
                  <c:v>-7487160</c:v>
                </c:pt>
                <c:pt idx="1091">
                  <c:v>-7526069</c:v>
                </c:pt>
                <c:pt idx="1092">
                  <c:v>-7577499</c:v>
                </c:pt>
                <c:pt idx="1093">
                  <c:v>-7645459</c:v>
                </c:pt>
                <c:pt idx="1094">
                  <c:v>-7482213</c:v>
                </c:pt>
                <c:pt idx="1095">
                  <c:v>-7663886</c:v>
                </c:pt>
                <c:pt idx="1096">
                  <c:v>-7466863</c:v>
                </c:pt>
                <c:pt idx="1097">
                  <c:v>-7621141</c:v>
                </c:pt>
                <c:pt idx="1098">
                  <c:v>-7544512</c:v>
                </c:pt>
                <c:pt idx="1099">
                  <c:v>-7549434</c:v>
                </c:pt>
                <c:pt idx="1100">
                  <c:v>-7619674</c:v>
                </c:pt>
                <c:pt idx="1101">
                  <c:v>-7515836</c:v>
                </c:pt>
                <c:pt idx="1102">
                  <c:v>-7668055</c:v>
                </c:pt>
                <c:pt idx="1103">
                  <c:v>-7654963</c:v>
                </c:pt>
                <c:pt idx="1104">
                  <c:v>-7456717</c:v>
                </c:pt>
                <c:pt idx="1105">
                  <c:v>-7492392</c:v>
                </c:pt>
                <c:pt idx="1106">
                  <c:v>-7616467</c:v>
                </c:pt>
                <c:pt idx="1107">
                  <c:v>-7560347</c:v>
                </c:pt>
                <c:pt idx="1108">
                  <c:v>-7526667</c:v>
                </c:pt>
                <c:pt idx="1109">
                  <c:v>-7670176</c:v>
                </c:pt>
                <c:pt idx="1110">
                  <c:v>-7586704</c:v>
                </c:pt>
                <c:pt idx="1111">
                  <c:v>-7590448</c:v>
                </c:pt>
                <c:pt idx="1112">
                  <c:v>-7471579</c:v>
                </c:pt>
                <c:pt idx="1113">
                  <c:v>-7478140</c:v>
                </c:pt>
                <c:pt idx="1114">
                  <c:v>-7583378</c:v>
                </c:pt>
                <c:pt idx="1115">
                  <c:v>-7640893</c:v>
                </c:pt>
                <c:pt idx="1116">
                  <c:v>-7622571</c:v>
                </c:pt>
                <c:pt idx="1117">
                  <c:v>-7652812</c:v>
                </c:pt>
                <c:pt idx="1118">
                  <c:v>-7563103</c:v>
                </c:pt>
                <c:pt idx="1119">
                  <c:v>-7471891</c:v>
                </c:pt>
                <c:pt idx="1120">
                  <c:v>-7505495</c:v>
                </c:pt>
                <c:pt idx="1121">
                  <c:v>-7513667</c:v>
                </c:pt>
                <c:pt idx="1122">
                  <c:v>-7650424</c:v>
                </c:pt>
                <c:pt idx="1123">
                  <c:v>-7616685</c:v>
                </c:pt>
                <c:pt idx="1124">
                  <c:v>-7693378</c:v>
                </c:pt>
                <c:pt idx="1125">
                  <c:v>-7524029</c:v>
                </c:pt>
                <c:pt idx="1126">
                  <c:v>-7674845</c:v>
                </c:pt>
                <c:pt idx="1127">
                  <c:v>-7659205</c:v>
                </c:pt>
                <c:pt idx="1128">
                  <c:v>-7527842</c:v>
                </c:pt>
                <c:pt idx="1129">
                  <c:v>-7662058</c:v>
                </c:pt>
                <c:pt idx="1130">
                  <c:v>-7645531</c:v>
                </c:pt>
                <c:pt idx="1131">
                  <c:v>-7671814</c:v>
                </c:pt>
                <c:pt idx="1132">
                  <c:v>-7668057</c:v>
                </c:pt>
                <c:pt idx="1133">
                  <c:v>-7535406</c:v>
                </c:pt>
                <c:pt idx="1134">
                  <c:v>-7667470</c:v>
                </c:pt>
                <c:pt idx="1135">
                  <c:v>-7528338</c:v>
                </c:pt>
                <c:pt idx="1136">
                  <c:v>-7555143</c:v>
                </c:pt>
                <c:pt idx="1137">
                  <c:v>-7736678</c:v>
                </c:pt>
                <c:pt idx="1138">
                  <c:v>-7681082</c:v>
                </c:pt>
                <c:pt idx="1139">
                  <c:v>-7595226</c:v>
                </c:pt>
                <c:pt idx="1140">
                  <c:v>-7557248</c:v>
                </c:pt>
                <c:pt idx="1141">
                  <c:v>-7680558</c:v>
                </c:pt>
                <c:pt idx="1142">
                  <c:v>-7521578</c:v>
                </c:pt>
                <c:pt idx="1143">
                  <c:v>-7678113</c:v>
                </c:pt>
                <c:pt idx="1144">
                  <c:v>-7665961</c:v>
                </c:pt>
                <c:pt idx="1145">
                  <c:v>-7598496</c:v>
                </c:pt>
                <c:pt idx="1146">
                  <c:v>-7677962</c:v>
                </c:pt>
                <c:pt idx="1147">
                  <c:v>-7547727</c:v>
                </c:pt>
                <c:pt idx="1148">
                  <c:v>-7521470</c:v>
                </c:pt>
                <c:pt idx="1149">
                  <c:v>-7615615</c:v>
                </c:pt>
                <c:pt idx="1150">
                  <c:v>-7691736</c:v>
                </c:pt>
                <c:pt idx="1151">
                  <c:v>-7638431</c:v>
                </c:pt>
                <c:pt idx="1152">
                  <c:v>-7550972</c:v>
                </c:pt>
                <c:pt idx="1153">
                  <c:v>-7653168</c:v>
                </c:pt>
                <c:pt idx="1154">
                  <c:v>-7506777</c:v>
                </c:pt>
                <c:pt idx="1155">
                  <c:v>-7548013</c:v>
                </c:pt>
                <c:pt idx="1156">
                  <c:v>-7625622</c:v>
                </c:pt>
                <c:pt idx="1157">
                  <c:v>-7531733</c:v>
                </c:pt>
                <c:pt idx="1158">
                  <c:v>-7538463</c:v>
                </c:pt>
                <c:pt idx="1159">
                  <c:v>-7637358</c:v>
                </c:pt>
                <c:pt idx="1160">
                  <c:v>-7578981</c:v>
                </c:pt>
                <c:pt idx="1161">
                  <c:v>-7680139</c:v>
                </c:pt>
                <c:pt idx="1162">
                  <c:v>-7471680</c:v>
                </c:pt>
                <c:pt idx="1163">
                  <c:v>-7516846</c:v>
                </c:pt>
                <c:pt idx="1164">
                  <c:v>-7607463</c:v>
                </c:pt>
                <c:pt idx="1165">
                  <c:v>-7468031</c:v>
                </c:pt>
                <c:pt idx="1166">
                  <c:v>-7471239</c:v>
                </c:pt>
                <c:pt idx="1167">
                  <c:v>-7583748</c:v>
                </c:pt>
                <c:pt idx="1168">
                  <c:v>-7579040</c:v>
                </c:pt>
                <c:pt idx="1169">
                  <c:v>-7504006</c:v>
                </c:pt>
                <c:pt idx="1170">
                  <c:v>-7680827</c:v>
                </c:pt>
                <c:pt idx="1171">
                  <c:v>-7661618</c:v>
                </c:pt>
                <c:pt idx="1172">
                  <c:v>-7617030</c:v>
                </c:pt>
                <c:pt idx="1173">
                  <c:v>-7533493</c:v>
                </c:pt>
                <c:pt idx="1174">
                  <c:v>-7646189</c:v>
                </c:pt>
                <c:pt idx="1175">
                  <c:v>-7704852</c:v>
                </c:pt>
                <c:pt idx="1176">
                  <c:v>-7555400</c:v>
                </c:pt>
                <c:pt idx="1177">
                  <c:v>-7524653</c:v>
                </c:pt>
                <c:pt idx="1178">
                  <c:v>-7542524</c:v>
                </c:pt>
                <c:pt idx="1179">
                  <c:v>-7496307</c:v>
                </c:pt>
                <c:pt idx="1180">
                  <c:v>-7624284</c:v>
                </c:pt>
                <c:pt idx="1181">
                  <c:v>-7505304</c:v>
                </c:pt>
                <c:pt idx="1182">
                  <c:v>-7640160</c:v>
                </c:pt>
                <c:pt idx="1183">
                  <c:v>-7694617</c:v>
                </c:pt>
                <c:pt idx="1184">
                  <c:v>-7524918</c:v>
                </c:pt>
                <c:pt idx="1185">
                  <c:v>-7507960</c:v>
                </c:pt>
                <c:pt idx="1186">
                  <c:v>-7680033</c:v>
                </c:pt>
                <c:pt idx="1187">
                  <c:v>-7528692</c:v>
                </c:pt>
                <c:pt idx="1188">
                  <c:v>-7668899</c:v>
                </c:pt>
                <c:pt idx="1189">
                  <c:v>-7581294</c:v>
                </c:pt>
                <c:pt idx="1190">
                  <c:v>-7509865</c:v>
                </c:pt>
                <c:pt idx="1191">
                  <c:v>-7478341</c:v>
                </c:pt>
                <c:pt idx="1192">
                  <c:v>-7477448</c:v>
                </c:pt>
                <c:pt idx="1193">
                  <c:v>-7516534</c:v>
                </c:pt>
                <c:pt idx="1194">
                  <c:v>-7518115</c:v>
                </c:pt>
                <c:pt idx="1195">
                  <c:v>-7611006</c:v>
                </c:pt>
                <c:pt idx="1196">
                  <c:v>-7539247</c:v>
                </c:pt>
                <c:pt idx="1197">
                  <c:v>-7700227</c:v>
                </c:pt>
                <c:pt idx="1198">
                  <c:v>-7568871</c:v>
                </c:pt>
                <c:pt idx="1199">
                  <c:v>-7650874</c:v>
                </c:pt>
                <c:pt idx="1200">
                  <c:v>-7671758</c:v>
                </c:pt>
                <c:pt idx="1201">
                  <c:v>-7598247</c:v>
                </c:pt>
                <c:pt idx="1202">
                  <c:v>-7644125</c:v>
                </c:pt>
                <c:pt idx="1203">
                  <c:v>-7557443</c:v>
                </c:pt>
                <c:pt idx="1204">
                  <c:v>-7652900</c:v>
                </c:pt>
                <c:pt idx="1205">
                  <c:v>-7548079</c:v>
                </c:pt>
                <c:pt idx="1206">
                  <c:v>-7653719</c:v>
                </c:pt>
                <c:pt idx="1207">
                  <c:v>-7536034</c:v>
                </c:pt>
                <c:pt idx="1208">
                  <c:v>-7609839</c:v>
                </c:pt>
                <c:pt idx="1209">
                  <c:v>-7665087</c:v>
                </c:pt>
                <c:pt idx="1210">
                  <c:v>-7690738</c:v>
                </c:pt>
                <c:pt idx="1211">
                  <c:v>-7535658</c:v>
                </c:pt>
                <c:pt idx="1212">
                  <c:v>-7685596</c:v>
                </c:pt>
                <c:pt idx="1213">
                  <c:v>-7482234</c:v>
                </c:pt>
                <c:pt idx="1214">
                  <c:v>-7643758</c:v>
                </c:pt>
                <c:pt idx="1215">
                  <c:v>-7524548</c:v>
                </c:pt>
                <c:pt idx="1216">
                  <c:v>-7594079</c:v>
                </c:pt>
                <c:pt idx="1217">
                  <c:v>-7532473</c:v>
                </c:pt>
                <c:pt idx="1218">
                  <c:v>-7675343</c:v>
                </c:pt>
                <c:pt idx="1219">
                  <c:v>-7634505</c:v>
                </c:pt>
                <c:pt idx="1220">
                  <c:v>-7669711</c:v>
                </c:pt>
                <c:pt idx="1221">
                  <c:v>-7545547</c:v>
                </c:pt>
                <c:pt idx="1222">
                  <c:v>-7663392</c:v>
                </c:pt>
                <c:pt idx="1223">
                  <c:v>-7648471</c:v>
                </c:pt>
                <c:pt idx="1224">
                  <c:v>-7458304</c:v>
                </c:pt>
                <c:pt idx="1225">
                  <c:v>-7476770</c:v>
                </c:pt>
                <c:pt idx="1226">
                  <c:v>-7676640</c:v>
                </c:pt>
                <c:pt idx="1227">
                  <c:v>-7518373</c:v>
                </c:pt>
                <c:pt idx="1228">
                  <c:v>-7579389</c:v>
                </c:pt>
                <c:pt idx="1229">
                  <c:v>-7431868</c:v>
                </c:pt>
                <c:pt idx="1230">
                  <c:v>-7454516</c:v>
                </c:pt>
                <c:pt idx="1231">
                  <c:v>-7494632</c:v>
                </c:pt>
                <c:pt idx="1232">
                  <c:v>-7713754</c:v>
                </c:pt>
                <c:pt idx="1233">
                  <c:v>-7654009</c:v>
                </c:pt>
                <c:pt idx="1234">
                  <c:v>-7554397</c:v>
                </c:pt>
                <c:pt idx="1235">
                  <c:v>-7625000</c:v>
                </c:pt>
                <c:pt idx="1236">
                  <c:v>-7523776</c:v>
                </c:pt>
                <c:pt idx="1237">
                  <c:v>-7539010</c:v>
                </c:pt>
                <c:pt idx="1238">
                  <c:v>-7671425</c:v>
                </c:pt>
                <c:pt idx="1239">
                  <c:v>-7482640</c:v>
                </c:pt>
                <c:pt idx="1240">
                  <c:v>-7607460</c:v>
                </c:pt>
                <c:pt idx="1241">
                  <c:v>-7698410</c:v>
                </c:pt>
                <c:pt idx="1242">
                  <c:v>-7517876</c:v>
                </c:pt>
                <c:pt idx="1243">
                  <c:v>-7487580</c:v>
                </c:pt>
                <c:pt idx="1244">
                  <c:v>-7689028</c:v>
                </c:pt>
                <c:pt idx="1245">
                  <c:v>-7496698</c:v>
                </c:pt>
                <c:pt idx="1246">
                  <c:v>-7531729</c:v>
                </c:pt>
                <c:pt idx="1247">
                  <c:v>-7522790</c:v>
                </c:pt>
                <c:pt idx="1248">
                  <c:v>-7658953</c:v>
                </c:pt>
                <c:pt idx="1249">
                  <c:v>-7621246</c:v>
                </c:pt>
                <c:pt idx="1250">
                  <c:v>-7567756</c:v>
                </c:pt>
                <c:pt idx="1251">
                  <c:v>-7675603</c:v>
                </c:pt>
                <c:pt idx="1252">
                  <c:v>-7664017</c:v>
                </c:pt>
                <c:pt idx="1253">
                  <c:v>-7511640</c:v>
                </c:pt>
                <c:pt idx="1254">
                  <c:v>-7674377</c:v>
                </c:pt>
                <c:pt idx="1255">
                  <c:v>-7519034</c:v>
                </c:pt>
                <c:pt idx="1256">
                  <c:v>-7656701</c:v>
                </c:pt>
                <c:pt idx="1257">
                  <c:v>-7688132</c:v>
                </c:pt>
                <c:pt idx="1258">
                  <c:v>-7682882</c:v>
                </c:pt>
                <c:pt idx="1259">
                  <c:v>-7647703</c:v>
                </c:pt>
                <c:pt idx="1260">
                  <c:v>-7605666</c:v>
                </c:pt>
                <c:pt idx="1261">
                  <c:v>-7533908</c:v>
                </c:pt>
                <c:pt idx="1262">
                  <c:v>-7671822</c:v>
                </c:pt>
                <c:pt idx="1263">
                  <c:v>-7473730</c:v>
                </c:pt>
                <c:pt idx="1264">
                  <c:v>-7623886</c:v>
                </c:pt>
                <c:pt idx="1265">
                  <c:v>-7681980</c:v>
                </c:pt>
                <c:pt idx="1266">
                  <c:v>-7612521</c:v>
                </c:pt>
                <c:pt idx="1267">
                  <c:v>-7642573</c:v>
                </c:pt>
                <c:pt idx="1268">
                  <c:v>-7612273</c:v>
                </c:pt>
                <c:pt idx="1269">
                  <c:v>-7641298</c:v>
                </c:pt>
                <c:pt idx="1270">
                  <c:v>-7496787</c:v>
                </c:pt>
                <c:pt idx="1271">
                  <c:v>-7608169</c:v>
                </c:pt>
                <c:pt idx="1272">
                  <c:v>-7496393</c:v>
                </c:pt>
                <c:pt idx="1273">
                  <c:v>-7623063</c:v>
                </c:pt>
                <c:pt idx="1274">
                  <c:v>-7669910</c:v>
                </c:pt>
                <c:pt idx="1275">
                  <c:v>-7568151</c:v>
                </c:pt>
                <c:pt idx="1276">
                  <c:v>-7477964</c:v>
                </c:pt>
                <c:pt idx="1277">
                  <c:v>-7694251</c:v>
                </c:pt>
                <c:pt idx="1278">
                  <c:v>-7570846</c:v>
                </c:pt>
                <c:pt idx="1279">
                  <c:v>-7528922</c:v>
                </c:pt>
                <c:pt idx="1280">
                  <c:v>-7582740</c:v>
                </c:pt>
                <c:pt idx="1281">
                  <c:v>-7688395</c:v>
                </c:pt>
                <c:pt idx="1282">
                  <c:v>-7533590</c:v>
                </c:pt>
                <c:pt idx="1283">
                  <c:v>-7556717</c:v>
                </c:pt>
                <c:pt idx="1284">
                  <c:v>-7681968</c:v>
                </c:pt>
                <c:pt idx="1285">
                  <c:v>-7614018</c:v>
                </c:pt>
                <c:pt idx="1286">
                  <c:v>-7520737</c:v>
                </c:pt>
                <c:pt idx="1287">
                  <c:v>-7551061</c:v>
                </c:pt>
                <c:pt idx="1288">
                  <c:v>-7629007</c:v>
                </c:pt>
                <c:pt idx="1289">
                  <c:v>-7624396</c:v>
                </c:pt>
                <c:pt idx="1290">
                  <c:v>-7651512</c:v>
                </c:pt>
                <c:pt idx="1291">
                  <c:v>-7488791</c:v>
                </c:pt>
                <c:pt idx="1292">
                  <c:v>-7532768</c:v>
                </c:pt>
                <c:pt idx="1293">
                  <c:v>-7625681</c:v>
                </c:pt>
                <c:pt idx="1294">
                  <c:v>-7528637</c:v>
                </c:pt>
                <c:pt idx="1295">
                  <c:v>-7661608</c:v>
                </c:pt>
                <c:pt idx="1296">
                  <c:v>-7514536</c:v>
                </c:pt>
                <c:pt idx="1297">
                  <c:v>-7526715</c:v>
                </c:pt>
                <c:pt idx="1298">
                  <c:v>-7648008</c:v>
                </c:pt>
                <c:pt idx="1299">
                  <c:v>-7603641</c:v>
                </c:pt>
                <c:pt idx="1300">
                  <c:v>-7569465</c:v>
                </c:pt>
                <c:pt idx="1301">
                  <c:v>-7667815</c:v>
                </c:pt>
                <c:pt idx="1302">
                  <c:v>-7516264</c:v>
                </c:pt>
                <c:pt idx="1303">
                  <c:v>-7476628</c:v>
                </c:pt>
                <c:pt idx="1304">
                  <c:v>-7542238</c:v>
                </c:pt>
                <c:pt idx="1305">
                  <c:v>-7503899</c:v>
                </c:pt>
                <c:pt idx="1306">
                  <c:v>-7524884</c:v>
                </c:pt>
                <c:pt idx="1307">
                  <c:v>-7485658</c:v>
                </c:pt>
                <c:pt idx="1308">
                  <c:v>-7562971</c:v>
                </c:pt>
                <c:pt idx="1309">
                  <c:v>-7677221</c:v>
                </c:pt>
                <c:pt idx="1310">
                  <c:v>-7480013</c:v>
                </c:pt>
                <c:pt idx="1311">
                  <c:v>-7681449</c:v>
                </c:pt>
                <c:pt idx="1312">
                  <c:v>-7556099</c:v>
                </c:pt>
                <c:pt idx="1313">
                  <c:v>-7612165</c:v>
                </c:pt>
                <c:pt idx="1314">
                  <c:v>-7513944</c:v>
                </c:pt>
                <c:pt idx="1315">
                  <c:v>-7468712</c:v>
                </c:pt>
                <c:pt idx="1316">
                  <c:v>-7604717</c:v>
                </c:pt>
                <c:pt idx="1317">
                  <c:v>-7503913</c:v>
                </c:pt>
                <c:pt idx="1318">
                  <c:v>-7477620</c:v>
                </c:pt>
                <c:pt idx="1319">
                  <c:v>-7594009</c:v>
                </c:pt>
                <c:pt idx="1320">
                  <c:v>-7642694</c:v>
                </c:pt>
                <c:pt idx="1321">
                  <c:v>-7477753</c:v>
                </c:pt>
                <c:pt idx="1322">
                  <c:v>-7466939</c:v>
                </c:pt>
                <c:pt idx="1323">
                  <c:v>-7502169</c:v>
                </c:pt>
                <c:pt idx="1324">
                  <c:v>-7448968</c:v>
                </c:pt>
                <c:pt idx="1325">
                  <c:v>-7686979</c:v>
                </c:pt>
                <c:pt idx="1326">
                  <c:v>-7489583</c:v>
                </c:pt>
                <c:pt idx="1327">
                  <c:v>-7676397</c:v>
                </c:pt>
                <c:pt idx="1328">
                  <c:v>-7662276</c:v>
                </c:pt>
                <c:pt idx="1329">
                  <c:v>-7687430</c:v>
                </c:pt>
                <c:pt idx="1330">
                  <c:v>-7500927</c:v>
                </c:pt>
                <c:pt idx="1331">
                  <c:v>-7565592</c:v>
                </c:pt>
                <c:pt idx="1332">
                  <c:v>-7531956</c:v>
                </c:pt>
                <c:pt idx="1333">
                  <c:v>-7649049</c:v>
                </c:pt>
                <c:pt idx="1334">
                  <c:v>-7635725</c:v>
                </c:pt>
                <c:pt idx="1335">
                  <c:v>-7629643</c:v>
                </c:pt>
                <c:pt idx="1336">
                  <c:v>-7705501</c:v>
                </c:pt>
                <c:pt idx="1337">
                  <c:v>-7690291</c:v>
                </c:pt>
                <c:pt idx="1338">
                  <c:v>-7631162</c:v>
                </c:pt>
                <c:pt idx="1339">
                  <c:v>-7497869</c:v>
                </c:pt>
                <c:pt idx="1340">
                  <c:v>-7525150</c:v>
                </c:pt>
                <c:pt idx="1341">
                  <c:v>-7626420</c:v>
                </c:pt>
                <c:pt idx="1342">
                  <c:v>-7584911</c:v>
                </c:pt>
                <c:pt idx="1343">
                  <c:v>-7640526</c:v>
                </c:pt>
                <c:pt idx="1344">
                  <c:v>-7577642</c:v>
                </c:pt>
                <c:pt idx="1345">
                  <c:v>-7587352</c:v>
                </c:pt>
                <c:pt idx="1346">
                  <c:v>-7587866</c:v>
                </c:pt>
                <c:pt idx="1347">
                  <c:v>-7475569</c:v>
                </c:pt>
                <c:pt idx="1348">
                  <c:v>-7676630</c:v>
                </c:pt>
                <c:pt idx="1349">
                  <c:v>-7520730</c:v>
                </c:pt>
                <c:pt idx="1350">
                  <c:v>-7695122</c:v>
                </c:pt>
                <c:pt idx="1351">
                  <c:v>-7622905</c:v>
                </c:pt>
                <c:pt idx="1352">
                  <c:v>-7478366</c:v>
                </c:pt>
                <c:pt idx="1353">
                  <c:v>-7615103</c:v>
                </c:pt>
                <c:pt idx="1354">
                  <c:v>-7495852</c:v>
                </c:pt>
                <c:pt idx="1355">
                  <c:v>-7653302</c:v>
                </c:pt>
                <c:pt idx="1356">
                  <c:v>-7673156</c:v>
                </c:pt>
                <c:pt idx="1357">
                  <c:v>-7527949</c:v>
                </c:pt>
                <c:pt idx="1358">
                  <c:v>-7682463</c:v>
                </c:pt>
                <c:pt idx="1359">
                  <c:v>-7654582</c:v>
                </c:pt>
                <c:pt idx="1360">
                  <c:v>-7529878</c:v>
                </c:pt>
                <c:pt idx="1361">
                  <c:v>-7578662</c:v>
                </c:pt>
                <c:pt idx="1362">
                  <c:v>-7622375</c:v>
                </c:pt>
                <c:pt idx="1363">
                  <c:v>-7632846</c:v>
                </c:pt>
                <c:pt idx="1364">
                  <c:v>-7522625</c:v>
                </c:pt>
                <c:pt idx="1365">
                  <c:v>-7642223</c:v>
                </c:pt>
                <c:pt idx="1366">
                  <c:v>-7620790</c:v>
                </c:pt>
                <c:pt idx="1367">
                  <c:v>-7696077</c:v>
                </c:pt>
                <c:pt idx="1368">
                  <c:v>-7677678</c:v>
                </c:pt>
                <c:pt idx="1369">
                  <c:v>-7456585</c:v>
                </c:pt>
                <c:pt idx="1370">
                  <c:v>-7625874</c:v>
                </c:pt>
                <c:pt idx="1371">
                  <c:v>-7681130</c:v>
                </c:pt>
                <c:pt idx="1372">
                  <c:v>-7486769</c:v>
                </c:pt>
                <c:pt idx="1373">
                  <c:v>-7485832</c:v>
                </c:pt>
                <c:pt idx="1374">
                  <c:v>-7471137</c:v>
                </c:pt>
                <c:pt idx="1375">
                  <c:v>-7684948</c:v>
                </c:pt>
                <c:pt idx="1376">
                  <c:v>-7559111</c:v>
                </c:pt>
                <c:pt idx="1377">
                  <c:v>-7546863</c:v>
                </c:pt>
                <c:pt idx="1378">
                  <c:v>-7485951</c:v>
                </c:pt>
                <c:pt idx="1379">
                  <c:v>-7667435</c:v>
                </c:pt>
                <c:pt idx="1380">
                  <c:v>-7579846</c:v>
                </c:pt>
                <c:pt idx="1381">
                  <c:v>-7559041</c:v>
                </c:pt>
                <c:pt idx="1382">
                  <c:v>-7652212</c:v>
                </c:pt>
                <c:pt idx="1383">
                  <c:v>-7517563</c:v>
                </c:pt>
                <c:pt idx="1384">
                  <c:v>-7480714</c:v>
                </c:pt>
                <c:pt idx="1385">
                  <c:v>-7642788</c:v>
                </c:pt>
                <c:pt idx="1386">
                  <c:v>-7614469</c:v>
                </c:pt>
                <c:pt idx="1387">
                  <c:v>-7523717</c:v>
                </c:pt>
                <c:pt idx="1388">
                  <c:v>-7517892</c:v>
                </c:pt>
                <c:pt idx="1389">
                  <c:v>-7638058</c:v>
                </c:pt>
                <c:pt idx="1390">
                  <c:v>-7537445</c:v>
                </c:pt>
                <c:pt idx="1391">
                  <c:v>-7647470</c:v>
                </c:pt>
                <c:pt idx="1392">
                  <c:v>-7631834</c:v>
                </c:pt>
                <c:pt idx="1393">
                  <c:v>-7553941</c:v>
                </c:pt>
                <c:pt idx="1394">
                  <c:v>-7539946</c:v>
                </c:pt>
                <c:pt idx="1395">
                  <c:v>-7622105</c:v>
                </c:pt>
                <c:pt idx="1396">
                  <c:v>-7593148</c:v>
                </c:pt>
                <c:pt idx="1397">
                  <c:v>-7659058</c:v>
                </c:pt>
                <c:pt idx="1398">
                  <c:v>-7599086</c:v>
                </c:pt>
                <c:pt idx="1399">
                  <c:v>-7680239</c:v>
                </c:pt>
                <c:pt idx="1400">
                  <c:v>-7623675</c:v>
                </c:pt>
                <c:pt idx="1401">
                  <c:v>-7522220</c:v>
                </c:pt>
                <c:pt idx="1402">
                  <c:v>-7630536</c:v>
                </c:pt>
                <c:pt idx="1403">
                  <c:v>-7453710</c:v>
                </c:pt>
                <c:pt idx="1404">
                  <c:v>-7595180</c:v>
                </c:pt>
                <c:pt idx="1405">
                  <c:v>-7659240</c:v>
                </c:pt>
                <c:pt idx="1406">
                  <c:v>-7444220</c:v>
                </c:pt>
                <c:pt idx="1407">
                  <c:v>-7502382</c:v>
                </c:pt>
                <c:pt idx="1408">
                  <c:v>-7681056</c:v>
                </c:pt>
                <c:pt idx="1409">
                  <c:v>-7641812</c:v>
                </c:pt>
                <c:pt idx="1410">
                  <c:v>-7564925</c:v>
                </c:pt>
                <c:pt idx="1411">
                  <c:v>-7519437</c:v>
                </c:pt>
                <c:pt idx="1412">
                  <c:v>-7520261</c:v>
                </c:pt>
                <c:pt idx="1413">
                  <c:v>-7638924</c:v>
                </c:pt>
                <c:pt idx="1414">
                  <c:v>-7634710</c:v>
                </c:pt>
                <c:pt idx="1415">
                  <c:v>-7556748</c:v>
                </c:pt>
                <c:pt idx="1416">
                  <c:v>-7578737</c:v>
                </c:pt>
                <c:pt idx="1417">
                  <c:v>-7672695</c:v>
                </c:pt>
                <c:pt idx="1418">
                  <c:v>-7565119</c:v>
                </c:pt>
                <c:pt idx="1419">
                  <c:v>-7525534</c:v>
                </c:pt>
                <c:pt idx="1420">
                  <c:v>-7548165</c:v>
                </c:pt>
                <c:pt idx="1421">
                  <c:v>-7688504</c:v>
                </c:pt>
                <c:pt idx="1422">
                  <c:v>-7641692</c:v>
                </c:pt>
                <c:pt idx="1423">
                  <c:v>-7495062</c:v>
                </c:pt>
                <c:pt idx="1424">
                  <c:v>-7589525</c:v>
                </c:pt>
                <c:pt idx="1425">
                  <c:v>-7574110</c:v>
                </c:pt>
                <c:pt idx="1426">
                  <c:v>-7559658</c:v>
                </c:pt>
                <c:pt idx="1427">
                  <c:v>-7589686</c:v>
                </c:pt>
                <c:pt idx="1428">
                  <c:v>-7492430</c:v>
                </c:pt>
                <c:pt idx="1429">
                  <c:v>-7591707</c:v>
                </c:pt>
                <c:pt idx="1430">
                  <c:v>-7524989</c:v>
                </c:pt>
                <c:pt idx="1431">
                  <c:v>-7509129</c:v>
                </c:pt>
                <c:pt idx="1432">
                  <c:v>-7508383</c:v>
                </c:pt>
                <c:pt idx="1433">
                  <c:v>-7668580</c:v>
                </c:pt>
                <c:pt idx="1434">
                  <c:v>-7659228</c:v>
                </c:pt>
                <c:pt idx="1435">
                  <c:v>-7453246</c:v>
                </c:pt>
                <c:pt idx="1436">
                  <c:v>-7648759</c:v>
                </c:pt>
                <c:pt idx="1437">
                  <c:v>-7469986</c:v>
                </c:pt>
                <c:pt idx="1438">
                  <c:v>-7590139</c:v>
                </c:pt>
                <c:pt idx="1439">
                  <c:v>-7488028</c:v>
                </c:pt>
                <c:pt idx="1440">
                  <c:v>-7431604</c:v>
                </c:pt>
                <c:pt idx="1441">
                  <c:v>-7646432</c:v>
                </c:pt>
                <c:pt idx="1442">
                  <c:v>-7641619</c:v>
                </c:pt>
                <c:pt idx="1443">
                  <c:v>-7546344</c:v>
                </c:pt>
                <c:pt idx="1444">
                  <c:v>-7553825</c:v>
                </c:pt>
                <c:pt idx="1445">
                  <c:v>-7521239</c:v>
                </c:pt>
                <c:pt idx="1446">
                  <c:v>-7655740</c:v>
                </c:pt>
                <c:pt idx="1447">
                  <c:v>-7595998</c:v>
                </c:pt>
                <c:pt idx="1448">
                  <c:v>-7481915</c:v>
                </c:pt>
                <c:pt idx="1449">
                  <c:v>-7624600</c:v>
                </c:pt>
                <c:pt idx="1450">
                  <c:v>-7501836</c:v>
                </c:pt>
                <c:pt idx="1451">
                  <c:v>-7692307</c:v>
                </c:pt>
                <c:pt idx="1452">
                  <c:v>-7576617</c:v>
                </c:pt>
                <c:pt idx="1453">
                  <c:v>-7545828</c:v>
                </c:pt>
                <c:pt idx="1454">
                  <c:v>-7449719</c:v>
                </c:pt>
                <c:pt idx="1455">
                  <c:v>-7586561</c:v>
                </c:pt>
                <c:pt idx="1456">
                  <c:v>-7448636</c:v>
                </c:pt>
                <c:pt idx="1457">
                  <c:v>-7677386</c:v>
                </c:pt>
                <c:pt idx="1458">
                  <c:v>-7667611</c:v>
                </c:pt>
                <c:pt idx="1459">
                  <c:v>-7609094</c:v>
                </c:pt>
                <c:pt idx="1460">
                  <c:v>-7565702</c:v>
                </c:pt>
                <c:pt idx="1461">
                  <c:v>-7644084</c:v>
                </c:pt>
                <c:pt idx="1462">
                  <c:v>-7565486</c:v>
                </c:pt>
                <c:pt idx="1463">
                  <c:v>-7664413</c:v>
                </c:pt>
                <c:pt idx="1464">
                  <c:v>-7629763</c:v>
                </c:pt>
                <c:pt idx="1465">
                  <c:v>-7669636</c:v>
                </c:pt>
                <c:pt idx="1466">
                  <c:v>-7665190</c:v>
                </c:pt>
                <c:pt idx="1467">
                  <c:v>-7495955</c:v>
                </c:pt>
                <c:pt idx="1468">
                  <c:v>-7664881</c:v>
                </c:pt>
                <c:pt idx="1469">
                  <c:v>-7450786</c:v>
                </c:pt>
                <c:pt idx="1470">
                  <c:v>-7647433</c:v>
                </c:pt>
                <c:pt idx="1471">
                  <c:v>-7479656</c:v>
                </c:pt>
                <c:pt idx="1472">
                  <c:v>-7666254</c:v>
                </c:pt>
                <c:pt idx="1473">
                  <c:v>-7670740</c:v>
                </c:pt>
                <c:pt idx="1474">
                  <c:v>-7676927</c:v>
                </c:pt>
                <c:pt idx="1475">
                  <c:v>-7527112</c:v>
                </c:pt>
                <c:pt idx="1476">
                  <c:v>-7666732</c:v>
                </c:pt>
                <c:pt idx="1477">
                  <c:v>-7509946</c:v>
                </c:pt>
                <c:pt idx="1478">
                  <c:v>-7486277</c:v>
                </c:pt>
                <c:pt idx="1479">
                  <c:v>-7451253</c:v>
                </c:pt>
                <c:pt idx="1480">
                  <c:v>-7439351</c:v>
                </c:pt>
                <c:pt idx="1481">
                  <c:v>-7675188</c:v>
                </c:pt>
                <c:pt idx="1482">
                  <c:v>-7639154</c:v>
                </c:pt>
                <c:pt idx="1483">
                  <c:v>-7692573</c:v>
                </c:pt>
                <c:pt idx="1484">
                  <c:v>-7638685</c:v>
                </c:pt>
                <c:pt idx="1485">
                  <c:v>-7476517</c:v>
                </c:pt>
                <c:pt idx="1486">
                  <c:v>-7692352</c:v>
                </c:pt>
                <c:pt idx="1487">
                  <c:v>-7668142</c:v>
                </c:pt>
                <c:pt idx="1488">
                  <c:v>-7495773</c:v>
                </c:pt>
                <c:pt idx="1489">
                  <c:v>-7635825</c:v>
                </c:pt>
                <c:pt idx="1490">
                  <c:v>-7622633</c:v>
                </c:pt>
                <c:pt idx="1491">
                  <c:v>-7644696</c:v>
                </c:pt>
                <c:pt idx="1492">
                  <c:v>-7674187</c:v>
                </c:pt>
                <c:pt idx="1493">
                  <c:v>-7695408</c:v>
                </c:pt>
                <c:pt idx="1494">
                  <c:v>-7593702</c:v>
                </c:pt>
                <c:pt idx="1495">
                  <c:v>-7513467</c:v>
                </c:pt>
                <c:pt idx="1496">
                  <c:v>-7659325</c:v>
                </c:pt>
                <c:pt idx="1497">
                  <c:v>-7455160</c:v>
                </c:pt>
                <c:pt idx="1498">
                  <c:v>-7530527</c:v>
                </c:pt>
                <c:pt idx="1499">
                  <c:v>-7463974</c:v>
                </c:pt>
                <c:pt idx="1500">
                  <c:v>-7699663</c:v>
                </c:pt>
                <c:pt idx="1501">
                  <c:v>-7519872</c:v>
                </c:pt>
                <c:pt idx="1502">
                  <c:v>-7577830</c:v>
                </c:pt>
                <c:pt idx="1503">
                  <c:v>-7585013</c:v>
                </c:pt>
                <c:pt idx="1504">
                  <c:v>-7629261</c:v>
                </c:pt>
                <c:pt idx="1505">
                  <c:v>-7627417</c:v>
                </c:pt>
                <c:pt idx="1506">
                  <c:v>-7505892</c:v>
                </c:pt>
                <c:pt idx="1507">
                  <c:v>-7509675</c:v>
                </c:pt>
                <c:pt idx="1508">
                  <c:v>-7540477</c:v>
                </c:pt>
                <c:pt idx="1509">
                  <c:v>-7656154</c:v>
                </c:pt>
                <c:pt idx="1510">
                  <c:v>-7506989</c:v>
                </c:pt>
                <c:pt idx="1511">
                  <c:v>-7450665</c:v>
                </c:pt>
                <c:pt idx="1512">
                  <c:v>-7585884</c:v>
                </c:pt>
                <c:pt idx="1513">
                  <c:v>-7651873</c:v>
                </c:pt>
                <c:pt idx="1514">
                  <c:v>-7675063</c:v>
                </c:pt>
                <c:pt idx="1515">
                  <c:v>-7443038</c:v>
                </c:pt>
                <c:pt idx="1516">
                  <c:v>-7537663</c:v>
                </c:pt>
                <c:pt idx="1517">
                  <c:v>-7558022</c:v>
                </c:pt>
                <c:pt idx="1518">
                  <c:v>-7672784</c:v>
                </c:pt>
                <c:pt idx="1519">
                  <c:v>-7705878</c:v>
                </c:pt>
                <c:pt idx="1520">
                  <c:v>-7591439</c:v>
                </c:pt>
                <c:pt idx="1521">
                  <c:v>-7573431</c:v>
                </c:pt>
                <c:pt idx="1522">
                  <c:v>-7552732</c:v>
                </c:pt>
                <c:pt idx="1523">
                  <c:v>-7676459</c:v>
                </c:pt>
                <c:pt idx="1524">
                  <c:v>-7684691</c:v>
                </c:pt>
                <c:pt idx="1525">
                  <c:v>-7520487</c:v>
                </c:pt>
                <c:pt idx="1526">
                  <c:v>-7598338</c:v>
                </c:pt>
                <c:pt idx="1527">
                  <c:v>-7537374</c:v>
                </c:pt>
                <c:pt idx="1528">
                  <c:v>-7590132</c:v>
                </c:pt>
                <c:pt idx="1529">
                  <c:v>-7699737</c:v>
                </c:pt>
                <c:pt idx="1530">
                  <c:v>-7699295</c:v>
                </c:pt>
                <c:pt idx="1531">
                  <c:v>-7598545</c:v>
                </c:pt>
                <c:pt idx="1532">
                  <c:v>-7505516</c:v>
                </c:pt>
                <c:pt idx="1533">
                  <c:v>-7674824</c:v>
                </c:pt>
                <c:pt idx="1534">
                  <c:v>-7681096</c:v>
                </c:pt>
                <c:pt idx="1535">
                  <c:v>-7571463</c:v>
                </c:pt>
                <c:pt idx="1536">
                  <c:v>-7638786</c:v>
                </c:pt>
                <c:pt idx="1537">
                  <c:v>-7586813</c:v>
                </c:pt>
                <c:pt idx="1538">
                  <c:v>-7525567</c:v>
                </c:pt>
                <c:pt idx="1539">
                  <c:v>-7460252</c:v>
                </c:pt>
                <c:pt idx="1540">
                  <c:v>-7521890</c:v>
                </c:pt>
                <c:pt idx="1541">
                  <c:v>-7485439</c:v>
                </c:pt>
                <c:pt idx="1542">
                  <c:v>-7585265</c:v>
                </c:pt>
                <c:pt idx="1543">
                  <c:v>-7480995</c:v>
                </c:pt>
                <c:pt idx="1544">
                  <c:v>-7662259</c:v>
                </c:pt>
                <c:pt idx="1545">
                  <c:v>-7503201</c:v>
                </c:pt>
                <c:pt idx="1546">
                  <c:v>-7663992</c:v>
                </c:pt>
                <c:pt idx="1547">
                  <c:v>-7524802</c:v>
                </c:pt>
                <c:pt idx="1548">
                  <c:v>-7486603</c:v>
                </c:pt>
                <c:pt idx="1549">
                  <c:v>-7517504</c:v>
                </c:pt>
                <c:pt idx="1550">
                  <c:v>-7443690</c:v>
                </c:pt>
                <c:pt idx="1551">
                  <c:v>-7460366</c:v>
                </c:pt>
                <c:pt idx="1552">
                  <c:v>-7564394</c:v>
                </c:pt>
                <c:pt idx="1553">
                  <c:v>-7542744</c:v>
                </c:pt>
                <c:pt idx="1554">
                  <c:v>-7530797</c:v>
                </c:pt>
                <c:pt idx="1555">
                  <c:v>-7667559</c:v>
                </c:pt>
                <c:pt idx="1556">
                  <c:v>-7659034</c:v>
                </c:pt>
                <c:pt idx="1557">
                  <c:v>-7613710</c:v>
                </c:pt>
                <c:pt idx="1558">
                  <c:v>-7537051</c:v>
                </c:pt>
                <c:pt idx="1559">
                  <c:v>-7675811</c:v>
                </c:pt>
                <c:pt idx="1560">
                  <c:v>-7682980</c:v>
                </c:pt>
                <c:pt idx="1561">
                  <c:v>-7474386</c:v>
                </c:pt>
                <c:pt idx="1562">
                  <c:v>-7662988</c:v>
                </c:pt>
                <c:pt idx="1563">
                  <c:v>-7692491</c:v>
                </c:pt>
                <c:pt idx="1564">
                  <c:v>-7673048</c:v>
                </c:pt>
                <c:pt idx="1565">
                  <c:v>-7451332</c:v>
                </c:pt>
                <c:pt idx="1566">
                  <c:v>-7591817</c:v>
                </c:pt>
                <c:pt idx="1567">
                  <c:v>-7672736</c:v>
                </c:pt>
                <c:pt idx="1568">
                  <c:v>-7476720</c:v>
                </c:pt>
                <c:pt idx="1569">
                  <c:v>-7568363</c:v>
                </c:pt>
                <c:pt idx="1570">
                  <c:v>-7569909</c:v>
                </c:pt>
                <c:pt idx="1571">
                  <c:v>-7622110</c:v>
                </c:pt>
                <c:pt idx="1572">
                  <c:v>-7633178</c:v>
                </c:pt>
                <c:pt idx="1573">
                  <c:v>-7568119</c:v>
                </c:pt>
                <c:pt idx="1574">
                  <c:v>-7699711</c:v>
                </c:pt>
                <c:pt idx="1575">
                  <c:v>-7654193</c:v>
                </c:pt>
                <c:pt idx="1576">
                  <c:v>-7558976</c:v>
                </c:pt>
                <c:pt idx="1577">
                  <c:v>-7674754</c:v>
                </c:pt>
                <c:pt idx="1578">
                  <c:v>-7482765</c:v>
                </c:pt>
                <c:pt idx="1579">
                  <c:v>-7577262</c:v>
                </c:pt>
                <c:pt idx="1580">
                  <c:v>-7651185</c:v>
                </c:pt>
                <c:pt idx="1581">
                  <c:v>-7614385</c:v>
                </c:pt>
                <c:pt idx="1582">
                  <c:v>-7650687</c:v>
                </c:pt>
                <c:pt idx="1583">
                  <c:v>-7710840</c:v>
                </c:pt>
                <c:pt idx="1584">
                  <c:v>-7567488</c:v>
                </c:pt>
                <c:pt idx="1585">
                  <c:v>-7498573</c:v>
                </c:pt>
                <c:pt idx="1586">
                  <c:v>-7574067</c:v>
                </c:pt>
                <c:pt idx="1587">
                  <c:v>-7567681</c:v>
                </c:pt>
                <c:pt idx="1588">
                  <c:v>-7694262</c:v>
                </c:pt>
                <c:pt idx="1589">
                  <c:v>-7502580</c:v>
                </c:pt>
                <c:pt idx="1590">
                  <c:v>-7477627</c:v>
                </c:pt>
                <c:pt idx="1591">
                  <c:v>-7672203</c:v>
                </c:pt>
                <c:pt idx="1592">
                  <c:v>-7658520</c:v>
                </c:pt>
                <c:pt idx="1593">
                  <c:v>-7647809</c:v>
                </c:pt>
                <c:pt idx="1594">
                  <c:v>-7476285</c:v>
                </c:pt>
                <c:pt idx="1595">
                  <c:v>-7554960</c:v>
                </c:pt>
                <c:pt idx="1596">
                  <c:v>-7520919</c:v>
                </c:pt>
                <c:pt idx="1597">
                  <c:v>-7660727</c:v>
                </c:pt>
                <c:pt idx="1598">
                  <c:v>-7561248</c:v>
                </c:pt>
                <c:pt idx="1599">
                  <c:v>-7637378</c:v>
                </c:pt>
                <c:pt idx="1600">
                  <c:v>-7575603</c:v>
                </c:pt>
                <c:pt idx="1601">
                  <c:v>-7506319</c:v>
                </c:pt>
                <c:pt idx="1602">
                  <c:v>-7659507</c:v>
                </c:pt>
                <c:pt idx="1603">
                  <c:v>-7554372</c:v>
                </c:pt>
                <c:pt idx="1604">
                  <c:v>-7507960</c:v>
                </c:pt>
                <c:pt idx="1605">
                  <c:v>-7512528</c:v>
                </c:pt>
                <c:pt idx="1606">
                  <c:v>-7519019</c:v>
                </c:pt>
                <c:pt idx="1607">
                  <c:v>-7621496</c:v>
                </c:pt>
                <c:pt idx="1608">
                  <c:v>-7653737</c:v>
                </c:pt>
                <c:pt idx="1609">
                  <c:v>-7475242</c:v>
                </c:pt>
                <c:pt idx="1610">
                  <c:v>-7541761</c:v>
                </c:pt>
                <c:pt idx="1611">
                  <c:v>-7593942</c:v>
                </c:pt>
                <c:pt idx="1612">
                  <c:v>-7680101</c:v>
                </c:pt>
                <c:pt idx="1613">
                  <c:v>-7509958</c:v>
                </c:pt>
                <c:pt idx="1614">
                  <c:v>-7475630</c:v>
                </c:pt>
                <c:pt idx="1615">
                  <c:v>-7460860</c:v>
                </c:pt>
                <c:pt idx="1616">
                  <c:v>-7651261</c:v>
                </c:pt>
                <c:pt idx="1617">
                  <c:v>-7533377</c:v>
                </c:pt>
                <c:pt idx="1618">
                  <c:v>-7475164</c:v>
                </c:pt>
                <c:pt idx="1619">
                  <c:v>-7641478</c:v>
                </c:pt>
                <c:pt idx="1620">
                  <c:v>-7613270</c:v>
                </c:pt>
                <c:pt idx="1621">
                  <c:v>-7634961</c:v>
                </c:pt>
                <c:pt idx="1622">
                  <c:v>-7633293</c:v>
                </c:pt>
                <c:pt idx="1623">
                  <c:v>-7631429</c:v>
                </c:pt>
                <c:pt idx="1624">
                  <c:v>-7712792</c:v>
                </c:pt>
                <c:pt idx="1625">
                  <c:v>-7557894</c:v>
                </c:pt>
                <c:pt idx="1626">
                  <c:v>-7674775</c:v>
                </c:pt>
                <c:pt idx="1627">
                  <c:v>-7571272</c:v>
                </c:pt>
                <c:pt idx="1628">
                  <c:v>-7527944</c:v>
                </c:pt>
                <c:pt idx="1629">
                  <c:v>-7468668</c:v>
                </c:pt>
                <c:pt idx="1630">
                  <c:v>-7611032</c:v>
                </c:pt>
                <c:pt idx="1631">
                  <c:v>-7623174</c:v>
                </c:pt>
                <c:pt idx="1632">
                  <c:v>-7704566</c:v>
                </c:pt>
                <c:pt idx="1633">
                  <c:v>-7521378</c:v>
                </c:pt>
                <c:pt idx="1634">
                  <c:v>-7485120</c:v>
                </c:pt>
                <c:pt idx="1635">
                  <c:v>-7661929</c:v>
                </c:pt>
                <c:pt idx="1636">
                  <c:v>-7518040</c:v>
                </c:pt>
                <c:pt idx="1637">
                  <c:v>-7613121</c:v>
                </c:pt>
                <c:pt idx="1638">
                  <c:v>-7467143</c:v>
                </c:pt>
                <c:pt idx="1639">
                  <c:v>-7635319</c:v>
                </c:pt>
                <c:pt idx="1640">
                  <c:v>-7522909</c:v>
                </c:pt>
                <c:pt idx="1641">
                  <c:v>-7576038</c:v>
                </c:pt>
                <c:pt idx="1642">
                  <c:v>-7529869</c:v>
                </c:pt>
                <c:pt idx="1643">
                  <c:v>-7681272</c:v>
                </c:pt>
                <c:pt idx="1644">
                  <c:v>-7689889</c:v>
                </c:pt>
                <c:pt idx="1645">
                  <c:v>-7673417</c:v>
                </c:pt>
                <c:pt idx="1646">
                  <c:v>-7631448</c:v>
                </c:pt>
                <c:pt idx="1647">
                  <c:v>-7525954</c:v>
                </c:pt>
                <c:pt idx="1648">
                  <c:v>-7627570</c:v>
                </c:pt>
                <c:pt idx="1649">
                  <c:v>-7593823</c:v>
                </c:pt>
                <c:pt idx="1650">
                  <c:v>-7653883</c:v>
                </c:pt>
                <c:pt idx="1651">
                  <c:v>-7659401</c:v>
                </c:pt>
                <c:pt idx="1652">
                  <c:v>-7541013</c:v>
                </c:pt>
                <c:pt idx="1653">
                  <c:v>-7549576</c:v>
                </c:pt>
                <c:pt idx="1654">
                  <c:v>-7710736</c:v>
                </c:pt>
                <c:pt idx="1655">
                  <c:v>-7542250</c:v>
                </c:pt>
                <c:pt idx="1656">
                  <c:v>-7635311</c:v>
                </c:pt>
                <c:pt idx="1657">
                  <c:v>-7537009</c:v>
                </c:pt>
                <c:pt idx="1658">
                  <c:v>-7644309</c:v>
                </c:pt>
                <c:pt idx="1659">
                  <c:v>-7456676</c:v>
                </c:pt>
                <c:pt idx="1660">
                  <c:v>-7523319</c:v>
                </c:pt>
                <c:pt idx="1661">
                  <c:v>-7521856</c:v>
                </c:pt>
                <c:pt idx="1662">
                  <c:v>-7458307</c:v>
                </c:pt>
                <c:pt idx="1663">
                  <c:v>-7658651</c:v>
                </c:pt>
                <c:pt idx="1664">
                  <c:v>-7574298</c:v>
                </c:pt>
                <c:pt idx="1665">
                  <c:v>-7637896</c:v>
                </c:pt>
                <c:pt idx="1666">
                  <c:v>-7517113</c:v>
                </c:pt>
                <c:pt idx="1667">
                  <c:v>-7626698</c:v>
                </c:pt>
                <c:pt idx="1668">
                  <c:v>-7679450</c:v>
                </c:pt>
                <c:pt idx="1669">
                  <c:v>-7659668</c:v>
                </c:pt>
                <c:pt idx="1670">
                  <c:v>-7631158</c:v>
                </c:pt>
                <c:pt idx="1671">
                  <c:v>-7484008</c:v>
                </c:pt>
                <c:pt idx="1672">
                  <c:v>-7670156</c:v>
                </c:pt>
                <c:pt idx="1673">
                  <c:v>-7619950</c:v>
                </c:pt>
                <c:pt idx="1674">
                  <c:v>-7555331</c:v>
                </c:pt>
                <c:pt idx="1675">
                  <c:v>-7556788</c:v>
                </c:pt>
                <c:pt idx="1676">
                  <c:v>-7608014</c:v>
                </c:pt>
                <c:pt idx="1677">
                  <c:v>-7502124</c:v>
                </c:pt>
                <c:pt idx="1678">
                  <c:v>-7654039</c:v>
                </c:pt>
                <c:pt idx="1679">
                  <c:v>-7653768</c:v>
                </c:pt>
                <c:pt idx="1680">
                  <c:v>-7673874</c:v>
                </c:pt>
                <c:pt idx="1681">
                  <c:v>-7685212</c:v>
                </c:pt>
                <c:pt idx="1682">
                  <c:v>-7490370</c:v>
                </c:pt>
                <c:pt idx="1683">
                  <c:v>-7654048</c:v>
                </c:pt>
                <c:pt idx="1684">
                  <c:v>-7681780</c:v>
                </c:pt>
                <c:pt idx="1685">
                  <c:v>-7539607</c:v>
                </c:pt>
                <c:pt idx="1686">
                  <c:v>-7525772</c:v>
                </c:pt>
                <c:pt idx="1687">
                  <c:v>-7494755</c:v>
                </c:pt>
                <c:pt idx="1688">
                  <c:v>-7555308</c:v>
                </c:pt>
                <c:pt idx="1689">
                  <c:v>-7718085</c:v>
                </c:pt>
                <c:pt idx="1690">
                  <c:v>-7511492</c:v>
                </c:pt>
                <c:pt idx="1691">
                  <c:v>-7683100</c:v>
                </c:pt>
                <c:pt idx="1692">
                  <c:v>-7476974</c:v>
                </c:pt>
                <c:pt idx="1693">
                  <c:v>-7521248</c:v>
                </c:pt>
                <c:pt idx="1694">
                  <c:v>-7665203</c:v>
                </c:pt>
                <c:pt idx="1695">
                  <c:v>-7684393</c:v>
                </c:pt>
                <c:pt idx="1696">
                  <c:v>-7578027</c:v>
                </c:pt>
                <c:pt idx="1697">
                  <c:v>-7524846</c:v>
                </c:pt>
                <c:pt idx="1698">
                  <c:v>-7697823</c:v>
                </c:pt>
                <c:pt idx="1699">
                  <c:v>-7644794</c:v>
                </c:pt>
                <c:pt idx="1700">
                  <c:v>-7462845</c:v>
                </c:pt>
                <c:pt idx="1701">
                  <c:v>-7707257</c:v>
                </c:pt>
                <c:pt idx="1702">
                  <c:v>-7506512</c:v>
                </c:pt>
                <c:pt idx="1703">
                  <c:v>-7655541</c:v>
                </c:pt>
                <c:pt idx="1704">
                  <c:v>-7696506</c:v>
                </c:pt>
                <c:pt idx="1705">
                  <c:v>-7477382</c:v>
                </c:pt>
                <c:pt idx="1706">
                  <c:v>-7482950</c:v>
                </c:pt>
                <c:pt idx="1707">
                  <c:v>-7593581</c:v>
                </c:pt>
                <c:pt idx="1708">
                  <c:v>-7655013</c:v>
                </c:pt>
                <c:pt idx="1709">
                  <c:v>-7591190</c:v>
                </c:pt>
                <c:pt idx="1710">
                  <c:v>-7514813</c:v>
                </c:pt>
                <c:pt idx="1711">
                  <c:v>-7669386</c:v>
                </c:pt>
                <c:pt idx="1712">
                  <c:v>-7648443</c:v>
                </c:pt>
                <c:pt idx="1713">
                  <c:v>-7459296</c:v>
                </c:pt>
                <c:pt idx="1714">
                  <c:v>-7480220</c:v>
                </c:pt>
                <c:pt idx="1715">
                  <c:v>-7626256</c:v>
                </c:pt>
                <c:pt idx="1716">
                  <c:v>-7635262</c:v>
                </c:pt>
                <c:pt idx="1717">
                  <c:v>-7515704</c:v>
                </c:pt>
                <c:pt idx="1718">
                  <c:v>-7506374</c:v>
                </c:pt>
                <c:pt idx="1719">
                  <c:v>-7616919</c:v>
                </c:pt>
                <c:pt idx="1720">
                  <c:v>-7594906</c:v>
                </c:pt>
                <c:pt idx="1721">
                  <c:v>-7652215</c:v>
                </c:pt>
                <c:pt idx="1722">
                  <c:v>-7627063</c:v>
                </c:pt>
                <c:pt idx="1723">
                  <c:v>-7638468</c:v>
                </c:pt>
                <c:pt idx="1724">
                  <c:v>-7656325</c:v>
                </c:pt>
                <c:pt idx="1725">
                  <c:v>-7653007</c:v>
                </c:pt>
                <c:pt idx="1726">
                  <c:v>-7614891</c:v>
                </c:pt>
                <c:pt idx="1727">
                  <c:v>-7595507</c:v>
                </c:pt>
                <c:pt idx="1728">
                  <c:v>-7634933</c:v>
                </c:pt>
                <c:pt idx="1729">
                  <c:v>-7680552</c:v>
                </c:pt>
                <c:pt idx="1730">
                  <c:v>-7483549</c:v>
                </c:pt>
                <c:pt idx="1731">
                  <c:v>-7597287</c:v>
                </c:pt>
                <c:pt idx="1732">
                  <c:v>-7522460</c:v>
                </c:pt>
                <c:pt idx="1733">
                  <c:v>-7614831</c:v>
                </c:pt>
                <c:pt idx="1734">
                  <c:v>-7523444</c:v>
                </c:pt>
                <c:pt idx="1735">
                  <c:v>-7598895</c:v>
                </c:pt>
                <c:pt idx="1736">
                  <c:v>-7546036</c:v>
                </c:pt>
                <c:pt idx="1737">
                  <c:v>-7644055</c:v>
                </c:pt>
                <c:pt idx="1738">
                  <c:v>-7455310</c:v>
                </c:pt>
                <c:pt idx="1739">
                  <c:v>-7664030</c:v>
                </c:pt>
                <c:pt idx="1740">
                  <c:v>-7591974</c:v>
                </c:pt>
                <c:pt idx="1741">
                  <c:v>-7646912</c:v>
                </c:pt>
                <c:pt idx="1742">
                  <c:v>-7597849</c:v>
                </c:pt>
                <c:pt idx="1743">
                  <c:v>-7694668</c:v>
                </c:pt>
                <c:pt idx="1744">
                  <c:v>-7505775</c:v>
                </c:pt>
                <c:pt idx="1745">
                  <c:v>-7551731</c:v>
                </c:pt>
                <c:pt idx="1746">
                  <c:v>-7509158</c:v>
                </c:pt>
                <c:pt idx="1747">
                  <c:v>-7638940</c:v>
                </c:pt>
                <c:pt idx="1748">
                  <c:v>-7700526</c:v>
                </c:pt>
                <c:pt idx="1749">
                  <c:v>-7575637</c:v>
                </c:pt>
                <c:pt idx="1750">
                  <c:v>-7510798</c:v>
                </c:pt>
                <c:pt idx="1751">
                  <c:v>-7558822</c:v>
                </c:pt>
                <c:pt idx="1752">
                  <c:v>-7516944</c:v>
                </c:pt>
                <c:pt idx="1753">
                  <c:v>-7687334</c:v>
                </c:pt>
                <c:pt idx="1754">
                  <c:v>-7465947</c:v>
                </c:pt>
                <c:pt idx="1755">
                  <c:v>-7520720</c:v>
                </c:pt>
                <c:pt idx="1756">
                  <c:v>-7490535</c:v>
                </c:pt>
                <c:pt idx="1757">
                  <c:v>-7545484</c:v>
                </c:pt>
                <c:pt idx="1758">
                  <c:v>-7654846</c:v>
                </c:pt>
                <c:pt idx="1759">
                  <c:v>-7633917</c:v>
                </c:pt>
                <c:pt idx="1760">
                  <c:v>-7531684</c:v>
                </c:pt>
                <c:pt idx="1761">
                  <c:v>-7608047</c:v>
                </c:pt>
                <c:pt idx="1762">
                  <c:v>-7605023</c:v>
                </c:pt>
                <c:pt idx="1763">
                  <c:v>-7639207</c:v>
                </c:pt>
                <c:pt idx="1764">
                  <c:v>-7628056</c:v>
                </c:pt>
                <c:pt idx="1765">
                  <c:v>-7591491</c:v>
                </c:pt>
                <c:pt idx="1766">
                  <c:v>-7653074</c:v>
                </c:pt>
                <c:pt idx="1767">
                  <c:v>-7660574</c:v>
                </c:pt>
                <c:pt idx="1768">
                  <c:v>-7466133</c:v>
                </c:pt>
                <c:pt idx="1769">
                  <c:v>-7641398</c:v>
                </c:pt>
                <c:pt idx="1770">
                  <c:v>-7520600</c:v>
                </c:pt>
                <c:pt idx="1771">
                  <c:v>-7693695</c:v>
                </c:pt>
                <c:pt idx="1772">
                  <c:v>-7615562</c:v>
                </c:pt>
                <c:pt idx="1773">
                  <c:v>-7567342</c:v>
                </c:pt>
                <c:pt idx="1774">
                  <c:v>-7615247</c:v>
                </c:pt>
                <c:pt idx="1775">
                  <c:v>-7536663</c:v>
                </c:pt>
                <c:pt idx="1776">
                  <c:v>-7668116</c:v>
                </c:pt>
                <c:pt idx="1777">
                  <c:v>-7514036</c:v>
                </c:pt>
                <c:pt idx="1778">
                  <c:v>-7696585</c:v>
                </c:pt>
                <c:pt idx="1779">
                  <c:v>-7496944</c:v>
                </c:pt>
                <c:pt idx="1780">
                  <c:v>-7682399</c:v>
                </c:pt>
                <c:pt idx="1781">
                  <c:v>-7617217</c:v>
                </c:pt>
                <c:pt idx="1782">
                  <c:v>-7539022</c:v>
                </c:pt>
                <c:pt idx="1783">
                  <c:v>-7580466</c:v>
                </c:pt>
                <c:pt idx="1784">
                  <c:v>-7521810</c:v>
                </c:pt>
                <c:pt idx="1785">
                  <c:v>-7663963</c:v>
                </c:pt>
                <c:pt idx="1786">
                  <c:v>-7662872</c:v>
                </c:pt>
                <c:pt idx="1787">
                  <c:v>-7606910</c:v>
                </c:pt>
                <c:pt idx="1788">
                  <c:v>-7494992</c:v>
                </c:pt>
                <c:pt idx="1789">
                  <c:v>-7510920</c:v>
                </c:pt>
                <c:pt idx="1790">
                  <c:v>-7652566</c:v>
                </c:pt>
                <c:pt idx="1791">
                  <c:v>-7637191</c:v>
                </c:pt>
                <c:pt idx="1792">
                  <c:v>-7610843</c:v>
                </c:pt>
                <c:pt idx="1793">
                  <c:v>-7440366</c:v>
                </c:pt>
                <c:pt idx="1794">
                  <c:v>-7587868</c:v>
                </c:pt>
                <c:pt idx="1795">
                  <c:v>-7654810</c:v>
                </c:pt>
                <c:pt idx="1796">
                  <c:v>-7647957</c:v>
                </c:pt>
                <c:pt idx="1797">
                  <c:v>-7667023</c:v>
                </c:pt>
                <c:pt idx="1798">
                  <c:v>-7679881</c:v>
                </c:pt>
                <c:pt idx="1799">
                  <c:v>-7654725</c:v>
                </c:pt>
                <c:pt idx="1800">
                  <c:v>-7662569</c:v>
                </c:pt>
                <c:pt idx="1801">
                  <c:v>-7679659</c:v>
                </c:pt>
                <c:pt idx="1802">
                  <c:v>-7615703</c:v>
                </c:pt>
                <c:pt idx="1803">
                  <c:v>-7661905</c:v>
                </c:pt>
                <c:pt idx="1804">
                  <c:v>-7599256</c:v>
                </c:pt>
                <c:pt idx="1805">
                  <c:v>-7670526</c:v>
                </c:pt>
                <c:pt idx="1806">
                  <c:v>-7691307</c:v>
                </c:pt>
                <c:pt idx="1807">
                  <c:v>-7632616</c:v>
                </c:pt>
                <c:pt idx="1808">
                  <c:v>-7651989</c:v>
                </c:pt>
                <c:pt idx="1809">
                  <c:v>-7714382</c:v>
                </c:pt>
                <c:pt idx="1810">
                  <c:v>-7694335</c:v>
                </c:pt>
                <c:pt idx="1811">
                  <c:v>-7542327</c:v>
                </c:pt>
                <c:pt idx="1812">
                  <c:v>-7660725</c:v>
                </c:pt>
                <c:pt idx="1813">
                  <c:v>-7568909</c:v>
                </c:pt>
                <c:pt idx="1814">
                  <c:v>-7513293</c:v>
                </c:pt>
                <c:pt idx="1815">
                  <c:v>-7569824</c:v>
                </c:pt>
                <c:pt idx="1816">
                  <c:v>-7534976</c:v>
                </c:pt>
                <c:pt idx="1817">
                  <c:v>-7624155</c:v>
                </c:pt>
                <c:pt idx="1818">
                  <c:v>-7658953</c:v>
                </c:pt>
                <c:pt idx="1819">
                  <c:v>-7537613</c:v>
                </c:pt>
                <c:pt idx="1820">
                  <c:v>-7624287</c:v>
                </c:pt>
                <c:pt idx="1821">
                  <c:v>-7625901</c:v>
                </c:pt>
                <c:pt idx="1822">
                  <c:v>-7443866</c:v>
                </c:pt>
                <c:pt idx="1823">
                  <c:v>-7648651</c:v>
                </c:pt>
                <c:pt idx="1824">
                  <c:v>-7496669</c:v>
                </c:pt>
                <c:pt idx="1825">
                  <c:v>-7600560</c:v>
                </c:pt>
                <c:pt idx="1826">
                  <c:v>-7653086</c:v>
                </c:pt>
                <c:pt idx="1827">
                  <c:v>-7586198</c:v>
                </c:pt>
                <c:pt idx="1828">
                  <c:v>-7674362</c:v>
                </c:pt>
                <c:pt idx="1829">
                  <c:v>-7619526</c:v>
                </c:pt>
                <c:pt idx="1830">
                  <c:v>-7601597</c:v>
                </c:pt>
                <c:pt idx="1831">
                  <c:v>-7551140</c:v>
                </c:pt>
                <c:pt idx="1832">
                  <c:v>-7495736</c:v>
                </c:pt>
                <c:pt idx="1833">
                  <c:v>-7688515</c:v>
                </c:pt>
                <c:pt idx="1834">
                  <c:v>-7646464</c:v>
                </c:pt>
                <c:pt idx="1835">
                  <c:v>-7512637</c:v>
                </c:pt>
                <c:pt idx="1836">
                  <c:v>-7666601</c:v>
                </c:pt>
                <c:pt idx="1837">
                  <c:v>-7549532</c:v>
                </c:pt>
                <c:pt idx="1838">
                  <c:v>-7503518</c:v>
                </c:pt>
                <c:pt idx="1839">
                  <c:v>-7638737</c:v>
                </c:pt>
                <c:pt idx="1840">
                  <c:v>-7554045</c:v>
                </c:pt>
                <c:pt idx="1841">
                  <c:v>-7596957</c:v>
                </c:pt>
                <c:pt idx="1842">
                  <c:v>-7511874</c:v>
                </c:pt>
                <c:pt idx="1843">
                  <c:v>-7535345</c:v>
                </c:pt>
                <c:pt idx="1844">
                  <c:v>-7539250</c:v>
                </c:pt>
                <c:pt idx="1845">
                  <c:v>-7679826</c:v>
                </c:pt>
                <c:pt idx="1846">
                  <c:v>-7667823</c:v>
                </c:pt>
                <c:pt idx="1847">
                  <c:v>-7519052</c:v>
                </c:pt>
                <c:pt idx="1848">
                  <c:v>-7487651</c:v>
                </c:pt>
                <c:pt idx="1849">
                  <c:v>-7517395</c:v>
                </c:pt>
                <c:pt idx="1850">
                  <c:v>-7706241</c:v>
                </c:pt>
                <c:pt idx="1851">
                  <c:v>-7576513</c:v>
                </c:pt>
                <c:pt idx="1852">
                  <c:v>-7568621</c:v>
                </c:pt>
                <c:pt idx="1853">
                  <c:v>-7640578</c:v>
                </c:pt>
                <c:pt idx="1854">
                  <c:v>-7666783</c:v>
                </c:pt>
                <c:pt idx="1855">
                  <c:v>-7541847</c:v>
                </c:pt>
                <c:pt idx="1856">
                  <c:v>-7501976</c:v>
                </c:pt>
                <c:pt idx="1857">
                  <c:v>-7523754</c:v>
                </c:pt>
                <c:pt idx="1858">
                  <c:v>-7608457</c:v>
                </c:pt>
                <c:pt idx="1859">
                  <c:v>-7569651</c:v>
                </c:pt>
                <c:pt idx="1860">
                  <c:v>-7508214</c:v>
                </c:pt>
                <c:pt idx="1861">
                  <c:v>-7479607</c:v>
                </c:pt>
                <c:pt idx="1862">
                  <c:v>-7572098</c:v>
                </c:pt>
                <c:pt idx="1863">
                  <c:v>-7625189</c:v>
                </c:pt>
                <c:pt idx="1864">
                  <c:v>-7660443</c:v>
                </c:pt>
                <c:pt idx="1865">
                  <c:v>-7462726</c:v>
                </c:pt>
                <c:pt idx="1866">
                  <c:v>-7683382</c:v>
                </c:pt>
                <c:pt idx="1867">
                  <c:v>-7519992</c:v>
                </c:pt>
                <c:pt idx="1868">
                  <c:v>-7612613</c:v>
                </c:pt>
                <c:pt idx="1869">
                  <c:v>-7644532</c:v>
                </c:pt>
                <c:pt idx="1870">
                  <c:v>-7620383</c:v>
                </c:pt>
                <c:pt idx="1871">
                  <c:v>-7644277</c:v>
                </c:pt>
                <c:pt idx="1872">
                  <c:v>-7684415</c:v>
                </c:pt>
                <c:pt idx="1873">
                  <c:v>-7710110</c:v>
                </c:pt>
                <c:pt idx="1874">
                  <c:v>-7507732</c:v>
                </c:pt>
                <c:pt idx="1875">
                  <c:v>-7693029</c:v>
                </c:pt>
                <c:pt idx="1876">
                  <c:v>-7484438</c:v>
                </c:pt>
                <c:pt idx="1877">
                  <c:v>-7538638</c:v>
                </c:pt>
                <c:pt idx="1878">
                  <c:v>-7627052</c:v>
                </c:pt>
                <c:pt idx="1879">
                  <c:v>-7518641</c:v>
                </c:pt>
                <c:pt idx="1880">
                  <c:v>-7676377</c:v>
                </c:pt>
                <c:pt idx="1881">
                  <c:v>-7689981</c:v>
                </c:pt>
                <c:pt idx="1882">
                  <c:v>-7667879</c:v>
                </c:pt>
                <c:pt idx="1883">
                  <c:v>-7641552</c:v>
                </c:pt>
                <c:pt idx="1884">
                  <c:v>-7548279</c:v>
                </c:pt>
                <c:pt idx="1885">
                  <c:v>-7574462</c:v>
                </c:pt>
                <c:pt idx="1886">
                  <c:v>-7576367</c:v>
                </c:pt>
                <c:pt idx="1887">
                  <c:v>-7596599</c:v>
                </c:pt>
                <c:pt idx="1888">
                  <c:v>-7700678</c:v>
                </c:pt>
                <c:pt idx="1889">
                  <c:v>-7513058</c:v>
                </c:pt>
                <c:pt idx="1890">
                  <c:v>-7657151</c:v>
                </c:pt>
                <c:pt idx="1891">
                  <c:v>-7519676</c:v>
                </c:pt>
                <c:pt idx="1892">
                  <c:v>-7486794</c:v>
                </c:pt>
                <c:pt idx="1893">
                  <c:v>-7559606</c:v>
                </c:pt>
                <c:pt idx="1894">
                  <c:v>-7525518</c:v>
                </c:pt>
                <c:pt idx="1895">
                  <c:v>-7471540</c:v>
                </c:pt>
                <c:pt idx="1896">
                  <c:v>-7631672</c:v>
                </c:pt>
                <c:pt idx="1897">
                  <c:v>-7546722</c:v>
                </c:pt>
                <c:pt idx="1898">
                  <c:v>-7552010</c:v>
                </c:pt>
                <c:pt idx="1899">
                  <c:v>-7627402</c:v>
                </c:pt>
                <c:pt idx="1900">
                  <c:v>-7546122</c:v>
                </c:pt>
                <c:pt idx="1901">
                  <c:v>-7643707</c:v>
                </c:pt>
                <c:pt idx="1902">
                  <c:v>-7519573</c:v>
                </c:pt>
                <c:pt idx="1903">
                  <c:v>-7636052</c:v>
                </c:pt>
                <c:pt idx="1904">
                  <c:v>-7662822</c:v>
                </c:pt>
                <c:pt idx="1905">
                  <c:v>-7504342</c:v>
                </c:pt>
                <c:pt idx="1906">
                  <c:v>-7490788</c:v>
                </c:pt>
                <c:pt idx="1907">
                  <c:v>-7590718</c:v>
                </c:pt>
                <c:pt idx="1908">
                  <c:v>-7703090</c:v>
                </c:pt>
                <c:pt idx="1909">
                  <c:v>-7641683</c:v>
                </c:pt>
                <c:pt idx="1910">
                  <c:v>-7481115</c:v>
                </c:pt>
                <c:pt idx="1911">
                  <c:v>-7555467</c:v>
                </c:pt>
                <c:pt idx="1912">
                  <c:v>-7664628</c:v>
                </c:pt>
                <c:pt idx="1913">
                  <c:v>-7643130</c:v>
                </c:pt>
                <c:pt idx="1914">
                  <c:v>-7463618</c:v>
                </c:pt>
                <c:pt idx="1915">
                  <c:v>-7658991</c:v>
                </c:pt>
                <c:pt idx="1916">
                  <c:v>-7667205</c:v>
                </c:pt>
                <c:pt idx="1917">
                  <c:v>-7562330</c:v>
                </c:pt>
                <c:pt idx="1918">
                  <c:v>-7676860</c:v>
                </c:pt>
                <c:pt idx="1919">
                  <c:v>-7547734</c:v>
                </c:pt>
                <c:pt idx="1920">
                  <c:v>-7524420</c:v>
                </c:pt>
                <c:pt idx="1921">
                  <c:v>-7680929</c:v>
                </c:pt>
                <c:pt idx="1922">
                  <c:v>-7622842</c:v>
                </c:pt>
                <c:pt idx="1923">
                  <c:v>-7493717</c:v>
                </c:pt>
                <c:pt idx="1924">
                  <c:v>-7539410</c:v>
                </c:pt>
                <c:pt idx="1925">
                  <c:v>-7642704</c:v>
                </c:pt>
                <c:pt idx="1926">
                  <c:v>-7579552</c:v>
                </c:pt>
                <c:pt idx="1927">
                  <c:v>-7598072</c:v>
                </c:pt>
                <c:pt idx="1928">
                  <c:v>-7511540</c:v>
                </c:pt>
                <c:pt idx="1929">
                  <c:v>-7532836</c:v>
                </c:pt>
                <c:pt idx="1930">
                  <c:v>-7634242</c:v>
                </c:pt>
                <c:pt idx="1931">
                  <c:v>-7659286</c:v>
                </c:pt>
                <c:pt idx="1932">
                  <c:v>-7557817</c:v>
                </c:pt>
                <c:pt idx="1933">
                  <c:v>-7641877</c:v>
                </c:pt>
                <c:pt idx="1934">
                  <c:v>-7660140</c:v>
                </c:pt>
                <c:pt idx="1935">
                  <c:v>-7641486</c:v>
                </c:pt>
                <c:pt idx="1936">
                  <c:v>-7661020</c:v>
                </c:pt>
                <c:pt idx="1937">
                  <c:v>-7543011</c:v>
                </c:pt>
                <c:pt idx="1938">
                  <c:v>-7615396</c:v>
                </c:pt>
                <c:pt idx="1939">
                  <c:v>-7638024</c:v>
                </c:pt>
                <c:pt idx="1940">
                  <c:v>-7664748</c:v>
                </c:pt>
                <c:pt idx="1941">
                  <c:v>-7589857</c:v>
                </c:pt>
                <c:pt idx="1942">
                  <c:v>-7718253</c:v>
                </c:pt>
                <c:pt idx="1943">
                  <c:v>-7523475</c:v>
                </c:pt>
                <c:pt idx="1944">
                  <c:v>-7519136</c:v>
                </c:pt>
                <c:pt idx="1945">
                  <c:v>-7637275</c:v>
                </c:pt>
                <c:pt idx="1946">
                  <c:v>-7601459</c:v>
                </c:pt>
                <c:pt idx="1947">
                  <c:v>-7480216</c:v>
                </c:pt>
                <c:pt idx="1948">
                  <c:v>-7576749</c:v>
                </c:pt>
                <c:pt idx="1949">
                  <c:v>-7579307</c:v>
                </c:pt>
                <c:pt idx="1950">
                  <c:v>-7470581</c:v>
                </c:pt>
                <c:pt idx="1951">
                  <c:v>-7536998</c:v>
                </c:pt>
                <c:pt idx="1952">
                  <c:v>-7552106</c:v>
                </c:pt>
                <c:pt idx="1953">
                  <c:v>-7641010</c:v>
                </c:pt>
                <c:pt idx="1954">
                  <c:v>-7528646</c:v>
                </c:pt>
                <c:pt idx="1955">
                  <c:v>-7520249</c:v>
                </c:pt>
                <c:pt idx="1956">
                  <c:v>-7477868</c:v>
                </c:pt>
                <c:pt idx="1957">
                  <c:v>-7574695</c:v>
                </c:pt>
                <c:pt idx="1958">
                  <c:v>-7644104</c:v>
                </c:pt>
                <c:pt idx="1959">
                  <c:v>-7528727</c:v>
                </c:pt>
                <c:pt idx="1960">
                  <c:v>-7697328</c:v>
                </c:pt>
                <c:pt idx="1961">
                  <c:v>-7468347</c:v>
                </c:pt>
                <c:pt idx="1962">
                  <c:v>-7554717</c:v>
                </c:pt>
                <c:pt idx="1963">
                  <c:v>-7661573</c:v>
                </c:pt>
                <c:pt idx="1964">
                  <c:v>-7244759</c:v>
                </c:pt>
                <c:pt idx="1965">
                  <c:v>-7550811</c:v>
                </c:pt>
                <c:pt idx="1966">
                  <c:v>-7650804</c:v>
                </c:pt>
                <c:pt idx="1967">
                  <c:v>-7557950</c:v>
                </c:pt>
                <c:pt idx="1968">
                  <c:v>-7716495</c:v>
                </c:pt>
                <c:pt idx="1969">
                  <c:v>-7655305</c:v>
                </c:pt>
                <c:pt idx="1970">
                  <c:v>-7643410</c:v>
                </c:pt>
                <c:pt idx="1971">
                  <c:v>-7640015</c:v>
                </c:pt>
                <c:pt idx="1972">
                  <c:v>-7721439</c:v>
                </c:pt>
                <c:pt idx="1973">
                  <c:v>-7543290</c:v>
                </c:pt>
                <c:pt idx="1974">
                  <c:v>-7542391</c:v>
                </c:pt>
                <c:pt idx="1975">
                  <c:v>-7511463</c:v>
                </c:pt>
                <c:pt idx="1976">
                  <c:v>-7482641</c:v>
                </c:pt>
                <c:pt idx="1977">
                  <c:v>-7561954</c:v>
                </c:pt>
                <c:pt idx="1978">
                  <c:v>-7563522</c:v>
                </c:pt>
                <c:pt idx="1979">
                  <c:v>-7692090</c:v>
                </c:pt>
                <c:pt idx="1980">
                  <c:v>-7561867</c:v>
                </c:pt>
                <c:pt idx="1981">
                  <c:v>-7537519</c:v>
                </c:pt>
                <c:pt idx="1982">
                  <c:v>-7550942</c:v>
                </c:pt>
                <c:pt idx="1983">
                  <c:v>-7515653</c:v>
                </c:pt>
                <c:pt idx="1984">
                  <c:v>-7603892</c:v>
                </c:pt>
                <c:pt idx="1985">
                  <c:v>-7546465</c:v>
                </c:pt>
                <c:pt idx="1986">
                  <c:v>-7646080</c:v>
                </c:pt>
                <c:pt idx="1987">
                  <c:v>-7562689</c:v>
                </c:pt>
                <c:pt idx="1988">
                  <c:v>-7515401</c:v>
                </c:pt>
                <c:pt idx="1989">
                  <c:v>-7641578</c:v>
                </c:pt>
                <c:pt idx="1990">
                  <c:v>-7688639</c:v>
                </c:pt>
                <c:pt idx="1991">
                  <c:v>-7697199</c:v>
                </c:pt>
                <c:pt idx="1992">
                  <c:v>-7693347</c:v>
                </c:pt>
                <c:pt idx="1993">
                  <c:v>-7604889</c:v>
                </c:pt>
                <c:pt idx="1994">
                  <c:v>-7585324</c:v>
                </c:pt>
                <c:pt idx="1995">
                  <c:v>-7679508</c:v>
                </c:pt>
                <c:pt idx="1996">
                  <c:v>-7713966</c:v>
                </c:pt>
                <c:pt idx="1997">
                  <c:v>-7479762</c:v>
                </c:pt>
                <c:pt idx="1998">
                  <c:v>-7646218</c:v>
                </c:pt>
                <c:pt idx="1999">
                  <c:v>-7473758</c:v>
                </c:pt>
                <c:pt idx="2000">
                  <c:v>-7655764</c:v>
                </c:pt>
                <c:pt idx="2001">
                  <c:v>-7643592</c:v>
                </c:pt>
                <c:pt idx="2002">
                  <c:v>-7652844</c:v>
                </c:pt>
                <c:pt idx="2003">
                  <c:v>-7617980</c:v>
                </c:pt>
                <c:pt idx="2004">
                  <c:v>-7585532</c:v>
                </c:pt>
                <c:pt idx="2005">
                  <c:v>-7597367</c:v>
                </c:pt>
                <c:pt idx="2006">
                  <c:v>-7478772</c:v>
                </c:pt>
                <c:pt idx="2007">
                  <c:v>-7521811</c:v>
                </c:pt>
                <c:pt idx="2008">
                  <c:v>-7506815</c:v>
                </c:pt>
                <c:pt idx="2009">
                  <c:v>-7618909</c:v>
                </c:pt>
                <c:pt idx="2010">
                  <c:v>-7487487</c:v>
                </c:pt>
                <c:pt idx="2011">
                  <c:v>-7621720</c:v>
                </c:pt>
                <c:pt idx="2012">
                  <c:v>-7524744</c:v>
                </c:pt>
                <c:pt idx="2013">
                  <c:v>-7659662</c:v>
                </c:pt>
                <c:pt idx="2014">
                  <c:v>-7537933</c:v>
                </c:pt>
                <c:pt idx="2015">
                  <c:v>-7594625</c:v>
                </c:pt>
                <c:pt idx="2016">
                  <c:v>-7643237</c:v>
                </c:pt>
                <c:pt idx="2017">
                  <c:v>-7545656</c:v>
                </c:pt>
                <c:pt idx="2018">
                  <c:v>-7679029</c:v>
                </c:pt>
                <c:pt idx="2019">
                  <c:v>-7479252</c:v>
                </c:pt>
                <c:pt idx="2020">
                  <c:v>-7500636</c:v>
                </c:pt>
                <c:pt idx="2021">
                  <c:v>-7543992</c:v>
                </c:pt>
                <c:pt idx="2022">
                  <c:v>-7610090</c:v>
                </c:pt>
                <c:pt idx="2023">
                  <c:v>-7599566</c:v>
                </c:pt>
                <c:pt idx="2024">
                  <c:v>-7693481</c:v>
                </c:pt>
                <c:pt idx="2025">
                  <c:v>-7658777</c:v>
                </c:pt>
                <c:pt idx="2026">
                  <c:v>-7513750</c:v>
                </c:pt>
                <c:pt idx="2027">
                  <c:v>-7471387</c:v>
                </c:pt>
                <c:pt idx="2028">
                  <c:v>-7699741</c:v>
                </c:pt>
                <c:pt idx="2029">
                  <c:v>-7473100</c:v>
                </c:pt>
                <c:pt idx="2030">
                  <c:v>-7689707</c:v>
                </c:pt>
                <c:pt idx="2031">
                  <c:v>-7560734</c:v>
                </c:pt>
                <c:pt idx="2032">
                  <c:v>-7630214</c:v>
                </c:pt>
                <c:pt idx="2033">
                  <c:v>-7649253</c:v>
                </c:pt>
                <c:pt idx="2034">
                  <c:v>-7553962</c:v>
                </c:pt>
                <c:pt idx="2035">
                  <c:v>-7663421</c:v>
                </c:pt>
                <c:pt idx="2036">
                  <c:v>-7639870</c:v>
                </c:pt>
                <c:pt idx="2037">
                  <c:v>-7657326</c:v>
                </c:pt>
                <c:pt idx="2038">
                  <c:v>-7548145</c:v>
                </c:pt>
                <c:pt idx="2039">
                  <c:v>-7636965</c:v>
                </c:pt>
                <c:pt idx="2040">
                  <c:v>-7621821</c:v>
                </c:pt>
                <c:pt idx="2041">
                  <c:v>-7668185</c:v>
                </c:pt>
                <c:pt idx="2042">
                  <c:v>-7546736</c:v>
                </c:pt>
                <c:pt idx="2043">
                  <c:v>-7666597</c:v>
                </c:pt>
                <c:pt idx="2044">
                  <c:v>-7660072</c:v>
                </c:pt>
                <c:pt idx="2045">
                  <c:v>-7543834</c:v>
                </c:pt>
                <c:pt idx="2046">
                  <c:v>-7470251</c:v>
                </c:pt>
                <c:pt idx="2047">
                  <c:v>-7656877</c:v>
                </c:pt>
                <c:pt idx="2048">
                  <c:v>-7478338</c:v>
                </c:pt>
                <c:pt idx="2049">
                  <c:v>-7603594</c:v>
                </c:pt>
                <c:pt idx="2050">
                  <c:v>-7660436</c:v>
                </c:pt>
                <c:pt idx="2051">
                  <c:v>-7610699</c:v>
                </c:pt>
                <c:pt idx="2052">
                  <c:v>-7665416</c:v>
                </c:pt>
                <c:pt idx="2053">
                  <c:v>-7686806</c:v>
                </c:pt>
                <c:pt idx="2054">
                  <c:v>-7477976</c:v>
                </c:pt>
                <c:pt idx="2055">
                  <c:v>-7501012</c:v>
                </c:pt>
                <c:pt idx="2056">
                  <c:v>-7534700</c:v>
                </c:pt>
                <c:pt idx="2057">
                  <c:v>-7690904</c:v>
                </c:pt>
                <c:pt idx="2058">
                  <c:v>-7665861</c:v>
                </c:pt>
                <c:pt idx="2059">
                  <c:v>-7537597</c:v>
                </c:pt>
                <c:pt idx="2060">
                  <c:v>-7485898</c:v>
                </c:pt>
                <c:pt idx="2061">
                  <c:v>-7511774</c:v>
                </c:pt>
                <c:pt idx="2062">
                  <c:v>-7525772</c:v>
                </c:pt>
                <c:pt idx="2063">
                  <c:v>-7657250</c:v>
                </c:pt>
                <c:pt idx="2064">
                  <c:v>-7689141</c:v>
                </c:pt>
                <c:pt idx="2065">
                  <c:v>-7588542</c:v>
                </c:pt>
                <c:pt idx="2066">
                  <c:v>-7456294</c:v>
                </c:pt>
                <c:pt idx="2067">
                  <c:v>-7630644</c:v>
                </c:pt>
                <c:pt idx="2068">
                  <c:v>-7659074</c:v>
                </c:pt>
                <c:pt idx="2069">
                  <c:v>-7563409</c:v>
                </c:pt>
                <c:pt idx="2070">
                  <c:v>-7536171</c:v>
                </c:pt>
                <c:pt idx="2071">
                  <c:v>-7518951</c:v>
                </c:pt>
                <c:pt idx="2072">
                  <c:v>-7588862</c:v>
                </c:pt>
                <c:pt idx="2073">
                  <c:v>-7666740</c:v>
                </c:pt>
                <c:pt idx="2074">
                  <c:v>-7591978</c:v>
                </c:pt>
                <c:pt idx="2075">
                  <c:v>-7663404</c:v>
                </c:pt>
                <c:pt idx="2076">
                  <c:v>-7674264</c:v>
                </c:pt>
                <c:pt idx="2077">
                  <c:v>-7593934</c:v>
                </c:pt>
                <c:pt idx="2078">
                  <c:v>-7473633</c:v>
                </c:pt>
                <c:pt idx="2079">
                  <c:v>-7617926</c:v>
                </c:pt>
                <c:pt idx="2080">
                  <c:v>-7645280</c:v>
                </c:pt>
                <c:pt idx="2081">
                  <c:v>-7545228</c:v>
                </c:pt>
                <c:pt idx="2082">
                  <c:v>-7518597</c:v>
                </c:pt>
                <c:pt idx="2083">
                  <c:v>-7586971</c:v>
                </c:pt>
                <c:pt idx="2084">
                  <c:v>-7557950</c:v>
                </c:pt>
                <c:pt idx="2085">
                  <c:v>-7636057</c:v>
                </c:pt>
                <c:pt idx="2086">
                  <c:v>-7477839</c:v>
                </c:pt>
                <c:pt idx="2087">
                  <c:v>-7466483</c:v>
                </c:pt>
                <c:pt idx="2088">
                  <c:v>-7608959</c:v>
                </c:pt>
                <c:pt idx="2089">
                  <c:v>-7440712</c:v>
                </c:pt>
                <c:pt idx="2090">
                  <c:v>-7593378</c:v>
                </c:pt>
                <c:pt idx="2091">
                  <c:v>-7433667</c:v>
                </c:pt>
                <c:pt idx="2092">
                  <c:v>-7598565</c:v>
                </c:pt>
                <c:pt idx="2093">
                  <c:v>-7487803</c:v>
                </c:pt>
                <c:pt idx="2094">
                  <c:v>-7618744</c:v>
                </c:pt>
                <c:pt idx="2095">
                  <c:v>-7641475</c:v>
                </c:pt>
                <c:pt idx="2096">
                  <c:v>-7658951</c:v>
                </c:pt>
                <c:pt idx="2097">
                  <c:v>-7449529</c:v>
                </c:pt>
                <c:pt idx="2098">
                  <c:v>-7579152</c:v>
                </c:pt>
                <c:pt idx="2099">
                  <c:v>-7742915</c:v>
                </c:pt>
                <c:pt idx="2100">
                  <c:v>-7457386</c:v>
                </c:pt>
                <c:pt idx="2101">
                  <c:v>-7684217</c:v>
                </c:pt>
                <c:pt idx="2102">
                  <c:v>-7519527</c:v>
                </c:pt>
                <c:pt idx="2103">
                  <c:v>-7626740</c:v>
                </c:pt>
                <c:pt idx="2104">
                  <c:v>-7508814</c:v>
                </c:pt>
                <c:pt idx="2105">
                  <c:v>-7651474</c:v>
                </c:pt>
                <c:pt idx="2106">
                  <c:v>-7658433</c:v>
                </c:pt>
                <c:pt idx="2107">
                  <c:v>-7600926</c:v>
                </c:pt>
                <c:pt idx="2108">
                  <c:v>-7479670</c:v>
                </c:pt>
                <c:pt idx="2109">
                  <c:v>-7576351</c:v>
                </c:pt>
                <c:pt idx="2110">
                  <c:v>-7537235</c:v>
                </c:pt>
                <c:pt idx="2111">
                  <c:v>-7557506</c:v>
                </c:pt>
                <c:pt idx="2112">
                  <c:v>-7625704</c:v>
                </c:pt>
                <c:pt idx="2113">
                  <c:v>-7657512</c:v>
                </c:pt>
                <c:pt idx="2114">
                  <c:v>-7507258</c:v>
                </c:pt>
                <c:pt idx="2115">
                  <c:v>-7457999</c:v>
                </c:pt>
                <c:pt idx="2116">
                  <c:v>-7642478</c:v>
                </c:pt>
                <c:pt idx="2117">
                  <c:v>-7509177</c:v>
                </c:pt>
                <c:pt idx="2118">
                  <c:v>-7571630</c:v>
                </c:pt>
                <c:pt idx="2119">
                  <c:v>-7711041</c:v>
                </c:pt>
                <c:pt idx="2120">
                  <c:v>-7558608</c:v>
                </c:pt>
                <c:pt idx="2121">
                  <c:v>-7590697</c:v>
                </c:pt>
                <c:pt idx="2122">
                  <c:v>-7679611</c:v>
                </c:pt>
                <c:pt idx="2123">
                  <c:v>-7701986</c:v>
                </c:pt>
                <c:pt idx="2124">
                  <c:v>-7531832</c:v>
                </c:pt>
                <c:pt idx="2125">
                  <c:v>-7533944</c:v>
                </c:pt>
                <c:pt idx="2126">
                  <c:v>-7659351</c:v>
                </c:pt>
                <c:pt idx="2127">
                  <c:v>-7641450</c:v>
                </c:pt>
                <c:pt idx="2128">
                  <c:v>-7665573</c:v>
                </c:pt>
                <c:pt idx="2129">
                  <c:v>-7674390</c:v>
                </c:pt>
                <c:pt idx="2130">
                  <c:v>-7617254</c:v>
                </c:pt>
                <c:pt idx="2131">
                  <c:v>-7682271</c:v>
                </c:pt>
                <c:pt idx="2132">
                  <c:v>-7702433</c:v>
                </c:pt>
                <c:pt idx="2133">
                  <c:v>-7607351</c:v>
                </c:pt>
                <c:pt idx="2134">
                  <c:v>-7561567</c:v>
                </c:pt>
                <c:pt idx="2135">
                  <c:v>-7592634</c:v>
                </c:pt>
                <c:pt idx="2136">
                  <c:v>-7583928</c:v>
                </c:pt>
                <c:pt idx="2137">
                  <c:v>-7538762</c:v>
                </c:pt>
                <c:pt idx="2138">
                  <c:v>-7571003</c:v>
                </c:pt>
                <c:pt idx="2139">
                  <c:v>-7600886</c:v>
                </c:pt>
                <c:pt idx="2140">
                  <c:v>-7602307</c:v>
                </c:pt>
                <c:pt idx="2141">
                  <c:v>-7592450</c:v>
                </c:pt>
                <c:pt idx="2142">
                  <c:v>-7654792</c:v>
                </c:pt>
                <c:pt idx="2143">
                  <c:v>-7557331</c:v>
                </c:pt>
                <c:pt idx="2144">
                  <c:v>-7520762</c:v>
                </c:pt>
                <c:pt idx="2145">
                  <c:v>-7595547</c:v>
                </c:pt>
                <c:pt idx="2146">
                  <c:v>-7647134</c:v>
                </c:pt>
                <c:pt idx="2147">
                  <c:v>-7550325</c:v>
                </c:pt>
                <c:pt idx="2148">
                  <c:v>-7612962</c:v>
                </c:pt>
                <c:pt idx="2149">
                  <c:v>-7632942</c:v>
                </c:pt>
                <c:pt idx="2150">
                  <c:v>-7682038</c:v>
                </c:pt>
                <c:pt idx="2151">
                  <c:v>-7637974</c:v>
                </c:pt>
                <c:pt idx="2152">
                  <c:v>-7601766</c:v>
                </c:pt>
                <c:pt idx="2153">
                  <c:v>-7571182</c:v>
                </c:pt>
                <c:pt idx="2154">
                  <c:v>-7689250</c:v>
                </c:pt>
                <c:pt idx="2155">
                  <c:v>-7678967</c:v>
                </c:pt>
                <c:pt idx="2156">
                  <c:v>-7641865</c:v>
                </c:pt>
                <c:pt idx="2157">
                  <c:v>-7469588</c:v>
                </c:pt>
                <c:pt idx="2158">
                  <c:v>-7612898</c:v>
                </c:pt>
                <c:pt idx="2159">
                  <c:v>-7522689</c:v>
                </c:pt>
                <c:pt idx="2160">
                  <c:v>-7527633</c:v>
                </c:pt>
                <c:pt idx="2161">
                  <c:v>-7525295</c:v>
                </c:pt>
                <c:pt idx="2162">
                  <c:v>-7645176</c:v>
                </c:pt>
                <c:pt idx="2163">
                  <c:v>-7516879</c:v>
                </c:pt>
                <c:pt idx="2164">
                  <c:v>-7686284</c:v>
                </c:pt>
                <c:pt idx="2165">
                  <c:v>-7495732</c:v>
                </c:pt>
                <c:pt idx="2166">
                  <c:v>-7526034</c:v>
                </c:pt>
                <c:pt idx="2167">
                  <c:v>-7658506</c:v>
                </c:pt>
                <c:pt idx="2168">
                  <c:v>-7686574</c:v>
                </c:pt>
                <c:pt idx="2169">
                  <c:v>-7665495</c:v>
                </c:pt>
                <c:pt idx="2170">
                  <c:v>-7666746</c:v>
                </c:pt>
                <c:pt idx="2171">
                  <c:v>-7639295</c:v>
                </c:pt>
                <c:pt idx="2172">
                  <c:v>-7636680</c:v>
                </c:pt>
                <c:pt idx="2173">
                  <c:v>-7485997</c:v>
                </c:pt>
                <c:pt idx="2174">
                  <c:v>-7506202</c:v>
                </c:pt>
                <c:pt idx="2175">
                  <c:v>-7637781</c:v>
                </c:pt>
                <c:pt idx="2176">
                  <c:v>-7629701</c:v>
                </c:pt>
                <c:pt idx="2177">
                  <c:v>-7592448</c:v>
                </c:pt>
                <c:pt idx="2178">
                  <c:v>-7608073</c:v>
                </c:pt>
                <c:pt idx="2179">
                  <c:v>-7647761</c:v>
                </c:pt>
                <c:pt idx="2180">
                  <c:v>-7722966</c:v>
                </c:pt>
                <c:pt idx="2181">
                  <c:v>-7442766</c:v>
                </c:pt>
                <c:pt idx="2182">
                  <c:v>-7516540</c:v>
                </c:pt>
                <c:pt idx="2183">
                  <c:v>-7451724</c:v>
                </c:pt>
                <c:pt idx="2184">
                  <c:v>-7638695</c:v>
                </c:pt>
                <c:pt idx="2185">
                  <c:v>-7560219</c:v>
                </c:pt>
                <c:pt idx="2186">
                  <c:v>-7647768</c:v>
                </c:pt>
                <c:pt idx="2187">
                  <c:v>-7562010</c:v>
                </c:pt>
                <c:pt idx="2188">
                  <c:v>-7697864</c:v>
                </c:pt>
                <c:pt idx="2189">
                  <c:v>-7526358</c:v>
                </c:pt>
                <c:pt idx="2190">
                  <c:v>-7563481</c:v>
                </c:pt>
                <c:pt idx="2191">
                  <c:v>-7606694</c:v>
                </c:pt>
                <c:pt idx="2192">
                  <c:v>-7700343</c:v>
                </c:pt>
                <c:pt idx="2193">
                  <c:v>-7631868</c:v>
                </c:pt>
                <c:pt idx="2194">
                  <c:v>-7552111</c:v>
                </c:pt>
                <c:pt idx="2195">
                  <c:v>-7597215</c:v>
                </c:pt>
                <c:pt idx="2196">
                  <c:v>-7525576</c:v>
                </c:pt>
                <c:pt idx="2197">
                  <c:v>-7477221</c:v>
                </c:pt>
                <c:pt idx="2198">
                  <c:v>-7700726</c:v>
                </c:pt>
                <c:pt idx="2199">
                  <c:v>-7639030</c:v>
                </c:pt>
                <c:pt idx="2200">
                  <c:v>-7594806</c:v>
                </c:pt>
                <c:pt idx="2201">
                  <c:v>-7609588</c:v>
                </c:pt>
                <c:pt idx="2202">
                  <c:v>-7477118</c:v>
                </c:pt>
                <c:pt idx="2203">
                  <c:v>-7580810</c:v>
                </c:pt>
                <c:pt idx="2204">
                  <c:v>-7635405</c:v>
                </c:pt>
                <c:pt idx="2205">
                  <c:v>-7658060</c:v>
                </c:pt>
                <c:pt idx="2206">
                  <c:v>-7663712</c:v>
                </c:pt>
                <c:pt idx="2207">
                  <c:v>-7456438</c:v>
                </c:pt>
                <c:pt idx="2208">
                  <c:v>-7619365</c:v>
                </c:pt>
                <c:pt idx="2209">
                  <c:v>-7557246</c:v>
                </c:pt>
                <c:pt idx="2210">
                  <c:v>-7628368</c:v>
                </c:pt>
                <c:pt idx="2211">
                  <c:v>-7561571</c:v>
                </c:pt>
                <c:pt idx="2212">
                  <c:v>-7462592</c:v>
                </c:pt>
                <c:pt idx="2213">
                  <c:v>-7631123</c:v>
                </c:pt>
                <c:pt idx="2214">
                  <c:v>-7688672</c:v>
                </c:pt>
                <c:pt idx="2215">
                  <c:v>-7647671</c:v>
                </c:pt>
                <c:pt idx="2216">
                  <c:v>-7620147</c:v>
                </c:pt>
                <c:pt idx="2217">
                  <c:v>-7632394</c:v>
                </c:pt>
                <c:pt idx="2218">
                  <c:v>-7625536</c:v>
                </c:pt>
                <c:pt idx="2219">
                  <c:v>-7680231</c:v>
                </c:pt>
                <c:pt idx="2220">
                  <c:v>-7646970</c:v>
                </c:pt>
                <c:pt idx="2221">
                  <c:v>-7593135</c:v>
                </c:pt>
                <c:pt idx="2222">
                  <c:v>-7621449</c:v>
                </c:pt>
                <c:pt idx="2223">
                  <c:v>-7643072</c:v>
                </c:pt>
                <c:pt idx="2224">
                  <c:v>-7634797</c:v>
                </c:pt>
                <c:pt idx="2225">
                  <c:v>-7634620</c:v>
                </c:pt>
                <c:pt idx="2226">
                  <c:v>-7675085</c:v>
                </c:pt>
                <c:pt idx="2227">
                  <c:v>-7582960</c:v>
                </c:pt>
                <c:pt idx="2228">
                  <c:v>-7674289</c:v>
                </c:pt>
                <c:pt idx="2229">
                  <c:v>-7654367</c:v>
                </c:pt>
                <c:pt idx="2230">
                  <c:v>-7688914</c:v>
                </c:pt>
                <c:pt idx="2231">
                  <c:v>-7604183</c:v>
                </c:pt>
                <c:pt idx="2232">
                  <c:v>-7562793</c:v>
                </c:pt>
                <c:pt idx="2233">
                  <c:v>-7657580</c:v>
                </c:pt>
                <c:pt idx="2234">
                  <c:v>-7497830</c:v>
                </c:pt>
                <c:pt idx="2235">
                  <c:v>-7524643</c:v>
                </c:pt>
                <c:pt idx="2236">
                  <c:v>-7504253</c:v>
                </c:pt>
                <c:pt idx="2237">
                  <c:v>-7677719</c:v>
                </c:pt>
                <c:pt idx="2238">
                  <c:v>-7700875</c:v>
                </c:pt>
                <c:pt idx="2239">
                  <c:v>-7601497</c:v>
                </c:pt>
                <c:pt idx="2240">
                  <c:v>-7561802</c:v>
                </c:pt>
                <c:pt idx="2241">
                  <c:v>-7569120</c:v>
                </c:pt>
                <c:pt idx="2242">
                  <c:v>-7529664</c:v>
                </c:pt>
                <c:pt idx="2243">
                  <c:v>-7517174</c:v>
                </c:pt>
                <c:pt idx="2244">
                  <c:v>-7617535</c:v>
                </c:pt>
                <c:pt idx="2245">
                  <c:v>-7695302</c:v>
                </c:pt>
                <c:pt idx="2246">
                  <c:v>-7614309</c:v>
                </c:pt>
                <c:pt idx="2247">
                  <c:v>-7461043</c:v>
                </c:pt>
                <c:pt idx="2248">
                  <c:v>-7550276</c:v>
                </c:pt>
                <c:pt idx="2249">
                  <c:v>-7631505</c:v>
                </c:pt>
                <c:pt idx="2250">
                  <c:v>-7539580</c:v>
                </c:pt>
                <c:pt idx="2251">
                  <c:v>-7517470</c:v>
                </c:pt>
                <c:pt idx="2252">
                  <c:v>-7581364</c:v>
                </c:pt>
                <c:pt idx="2253">
                  <c:v>-7492421</c:v>
                </c:pt>
                <c:pt idx="2254">
                  <c:v>-7543235</c:v>
                </c:pt>
                <c:pt idx="2255">
                  <c:v>-7679638</c:v>
                </c:pt>
                <c:pt idx="2256">
                  <c:v>-7674088</c:v>
                </c:pt>
                <c:pt idx="2257">
                  <c:v>-7662791</c:v>
                </c:pt>
                <c:pt idx="2258">
                  <c:v>-7544691</c:v>
                </c:pt>
                <c:pt idx="2259">
                  <c:v>-7669009</c:v>
                </c:pt>
                <c:pt idx="2260">
                  <c:v>-7656427</c:v>
                </c:pt>
                <c:pt idx="2261">
                  <c:v>-7532267</c:v>
                </c:pt>
                <c:pt idx="2262">
                  <c:v>-7519198</c:v>
                </c:pt>
                <c:pt idx="2263">
                  <c:v>-7446320</c:v>
                </c:pt>
                <c:pt idx="2264">
                  <c:v>-7532438</c:v>
                </c:pt>
                <c:pt idx="2265">
                  <c:v>-7688876</c:v>
                </c:pt>
                <c:pt idx="2266">
                  <c:v>-7643849</c:v>
                </c:pt>
                <c:pt idx="2267">
                  <c:v>-7648878</c:v>
                </c:pt>
                <c:pt idx="2268">
                  <c:v>-7677756</c:v>
                </c:pt>
                <c:pt idx="2269">
                  <c:v>-7594432</c:v>
                </c:pt>
                <c:pt idx="2270">
                  <c:v>-7693026</c:v>
                </c:pt>
                <c:pt idx="2271">
                  <c:v>-7704478</c:v>
                </c:pt>
                <c:pt idx="2272">
                  <c:v>-7524222</c:v>
                </c:pt>
                <c:pt idx="2273">
                  <c:v>-7550161</c:v>
                </c:pt>
                <c:pt idx="2274">
                  <c:v>-7522967</c:v>
                </c:pt>
                <c:pt idx="2275">
                  <c:v>-7465381</c:v>
                </c:pt>
                <c:pt idx="2276">
                  <c:v>-7648789</c:v>
                </c:pt>
                <c:pt idx="2277">
                  <c:v>-7646512</c:v>
                </c:pt>
                <c:pt idx="2278">
                  <c:v>-7675159</c:v>
                </c:pt>
                <c:pt idx="2279">
                  <c:v>-7633039</c:v>
                </c:pt>
                <c:pt idx="2280">
                  <c:v>-7549331</c:v>
                </c:pt>
                <c:pt idx="2281">
                  <c:v>-7451739</c:v>
                </c:pt>
                <c:pt idx="2282">
                  <c:v>-7693220</c:v>
                </c:pt>
                <c:pt idx="2283">
                  <c:v>-7647566</c:v>
                </c:pt>
                <c:pt idx="2284">
                  <c:v>-7511679</c:v>
                </c:pt>
                <c:pt idx="2285">
                  <c:v>-7522183</c:v>
                </c:pt>
                <c:pt idx="2286">
                  <c:v>-7520764</c:v>
                </c:pt>
                <c:pt idx="2287">
                  <c:v>-7489992</c:v>
                </c:pt>
                <c:pt idx="2288">
                  <c:v>-7513353</c:v>
                </c:pt>
                <c:pt idx="2289">
                  <c:v>-7560152</c:v>
                </c:pt>
                <c:pt idx="2290">
                  <c:v>-7640964</c:v>
                </c:pt>
                <c:pt idx="2291">
                  <c:v>-7570048</c:v>
                </c:pt>
                <c:pt idx="2292">
                  <c:v>-7640711</c:v>
                </c:pt>
                <c:pt idx="2293">
                  <c:v>-7444065</c:v>
                </c:pt>
                <c:pt idx="2294">
                  <c:v>-7676028</c:v>
                </c:pt>
                <c:pt idx="2295">
                  <c:v>-7629118</c:v>
                </c:pt>
                <c:pt idx="2296">
                  <c:v>-7626461</c:v>
                </c:pt>
                <c:pt idx="2297">
                  <c:v>-7442232</c:v>
                </c:pt>
                <c:pt idx="2298">
                  <c:v>-7522997</c:v>
                </c:pt>
                <c:pt idx="2299">
                  <c:v>-7666130</c:v>
                </c:pt>
                <c:pt idx="2300">
                  <c:v>-7505036</c:v>
                </c:pt>
                <c:pt idx="2301">
                  <c:v>-7458789</c:v>
                </c:pt>
                <c:pt idx="2302">
                  <c:v>-7618257</c:v>
                </c:pt>
                <c:pt idx="2303">
                  <c:v>-7608761</c:v>
                </c:pt>
                <c:pt idx="2304">
                  <c:v>-7589848</c:v>
                </c:pt>
                <c:pt idx="2305">
                  <c:v>-7580514</c:v>
                </c:pt>
                <c:pt idx="2306">
                  <c:v>-7672087</c:v>
                </c:pt>
                <c:pt idx="2307">
                  <c:v>-7698566</c:v>
                </c:pt>
                <c:pt idx="2308">
                  <c:v>-7516738</c:v>
                </c:pt>
                <c:pt idx="2309">
                  <c:v>-7533462</c:v>
                </c:pt>
                <c:pt idx="2310">
                  <c:v>-7668719</c:v>
                </c:pt>
                <c:pt idx="2311">
                  <c:v>-7563403</c:v>
                </c:pt>
                <c:pt idx="2312">
                  <c:v>-7564125</c:v>
                </c:pt>
                <c:pt idx="2313">
                  <c:v>-7506901</c:v>
                </c:pt>
                <c:pt idx="2314">
                  <c:v>-7650035</c:v>
                </c:pt>
                <c:pt idx="2315">
                  <c:v>-7692025</c:v>
                </c:pt>
                <c:pt idx="2316">
                  <c:v>-7690226</c:v>
                </c:pt>
                <c:pt idx="2317">
                  <c:v>-7697605</c:v>
                </c:pt>
                <c:pt idx="2318">
                  <c:v>-7628539</c:v>
                </c:pt>
                <c:pt idx="2319">
                  <c:v>-7564775</c:v>
                </c:pt>
                <c:pt idx="2320">
                  <c:v>-7626696</c:v>
                </c:pt>
                <c:pt idx="2321">
                  <c:v>-7626486</c:v>
                </c:pt>
                <c:pt idx="2322">
                  <c:v>-7455033</c:v>
                </c:pt>
                <c:pt idx="2323">
                  <c:v>-7649847</c:v>
                </c:pt>
                <c:pt idx="2324">
                  <c:v>-7597697</c:v>
                </c:pt>
                <c:pt idx="2325">
                  <c:v>-7518737</c:v>
                </c:pt>
                <c:pt idx="2326">
                  <c:v>-7482246</c:v>
                </c:pt>
                <c:pt idx="2327">
                  <c:v>-7602495</c:v>
                </c:pt>
                <c:pt idx="2328">
                  <c:v>-7665732</c:v>
                </c:pt>
                <c:pt idx="2329">
                  <c:v>-7608186</c:v>
                </c:pt>
                <c:pt idx="2330">
                  <c:v>-7507617</c:v>
                </c:pt>
                <c:pt idx="2331">
                  <c:v>-7588779</c:v>
                </c:pt>
                <c:pt idx="2332">
                  <c:v>-7483604</c:v>
                </c:pt>
                <c:pt idx="2333">
                  <c:v>-7532274</c:v>
                </c:pt>
                <c:pt idx="2334">
                  <c:v>-7542056</c:v>
                </c:pt>
                <c:pt idx="2335">
                  <c:v>-7690410</c:v>
                </c:pt>
                <c:pt idx="2336">
                  <c:v>-7490041</c:v>
                </c:pt>
                <c:pt idx="2337">
                  <c:v>-7718099</c:v>
                </c:pt>
                <c:pt idx="2338">
                  <c:v>-7562951</c:v>
                </c:pt>
                <c:pt idx="2339">
                  <c:v>-7592131</c:v>
                </c:pt>
                <c:pt idx="2340">
                  <c:v>-7542265</c:v>
                </c:pt>
                <c:pt idx="2341">
                  <c:v>-7632103</c:v>
                </c:pt>
                <c:pt idx="2342">
                  <c:v>-7694059</c:v>
                </c:pt>
                <c:pt idx="2343">
                  <c:v>-7573790</c:v>
                </c:pt>
                <c:pt idx="2344">
                  <c:v>-7591783</c:v>
                </c:pt>
                <c:pt idx="2345">
                  <c:v>-7596194</c:v>
                </c:pt>
                <c:pt idx="2346">
                  <c:v>-7620644</c:v>
                </c:pt>
                <c:pt idx="2347">
                  <c:v>-7471552</c:v>
                </c:pt>
                <c:pt idx="2348">
                  <c:v>-7681861</c:v>
                </c:pt>
                <c:pt idx="2349">
                  <c:v>-7673675</c:v>
                </c:pt>
                <c:pt idx="2350">
                  <c:v>-7655218</c:v>
                </c:pt>
                <c:pt idx="2351">
                  <c:v>-7649753</c:v>
                </c:pt>
                <c:pt idx="2352">
                  <c:v>-7563393</c:v>
                </c:pt>
                <c:pt idx="2353">
                  <c:v>-7487302</c:v>
                </c:pt>
                <c:pt idx="2354">
                  <c:v>-7669127</c:v>
                </c:pt>
                <c:pt idx="2355">
                  <c:v>-7497283</c:v>
                </c:pt>
                <c:pt idx="2356">
                  <c:v>-7476717</c:v>
                </c:pt>
                <c:pt idx="2357">
                  <c:v>-7482324</c:v>
                </c:pt>
                <c:pt idx="2358">
                  <c:v>-7709733</c:v>
                </c:pt>
                <c:pt idx="2359">
                  <c:v>-7631125</c:v>
                </c:pt>
                <c:pt idx="2360">
                  <c:v>-7647461</c:v>
                </c:pt>
                <c:pt idx="2361">
                  <c:v>-7508942</c:v>
                </c:pt>
                <c:pt idx="2362">
                  <c:v>-7631475</c:v>
                </c:pt>
                <c:pt idx="2363">
                  <c:v>-7456197</c:v>
                </c:pt>
                <c:pt idx="2364">
                  <c:v>-7526758</c:v>
                </c:pt>
                <c:pt idx="2365">
                  <c:v>-7598575</c:v>
                </c:pt>
                <c:pt idx="2366">
                  <c:v>-7656975</c:v>
                </c:pt>
                <c:pt idx="2367">
                  <c:v>-7489674</c:v>
                </c:pt>
                <c:pt idx="2368">
                  <c:v>-7638462</c:v>
                </c:pt>
                <c:pt idx="2369">
                  <c:v>-7548074</c:v>
                </c:pt>
                <c:pt idx="2370">
                  <c:v>-7638728</c:v>
                </c:pt>
                <c:pt idx="2371">
                  <c:v>-7479033</c:v>
                </c:pt>
                <c:pt idx="2372">
                  <c:v>-7661935</c:v>
                </c:pt>
                <c:pt idx="2373">
                  <c:v>-7581148</c:v>
                </c:pt>
                <c:pt idx="2374">
                  <c:v>-7687972</c:v>
                </c:pt>
                <c:pt idx="2375">
                  <c:v>-7651630</c:v>
                </c:pt>
                <c:pt idx="2376">
                  <c:v>-7556257</c:v>
                </c:pt>
                <c:pt idx="2377">
                  <c:v>-7683576</c:v>
                </c:pt>
                <c:pt idx="2378">
                  <c:v>-7669646</c:v>
                </c:pt>
                <c:pt idx="2379">
                  <c:v>-7547590</c:v>
                </c:pt>
                <c:pt idx="2380">
                  <c:v>-7473078</c:v>
                </c:pt>
                <c:pt idx="2381">
                  <c:v>-7453686</c:v>
                </c:pt>
                <c:pt idx="2382">
                  <c:v>-7571056</c:v>
                </c:pt>
                <c:pt idx="2383">
                  <c:v>-7677838</c:v>
                </c:pt>
                <c:pt idx="2384">
                  <c:v>-7601986</c:v>
                </c:pt>
                <c:pt idx="2385">
                  <c:v>-7674835</c:v>
                </c:pt>
                <c:pt idx="2386">
                  <c:v>-7532451</c:v>
                </c:pt>
                <c:pt idx="2387">
                  <c:v>-7653159</c:v>
                </c:pt>
                <c:pt idx="2388">
                  <c:v>-7699146</c:v>
                </c:pt>
                <c:pt idx="2389">
                  <c:v>-7534816</c:v>
                </c:pt>
                <c:pt idx="2390">
                  <c:v>-7543658</c:v>
                </c:pt>
                <c:pt idx="2391">
                  <c:v>-7557996</c:v>
                </c:pt>
                <c:pt idx="2392">
                  <c:v>-7442979</c:v>
                </c:pt>
                <c:pt idx="2393">
                  <c:v>-7638597</c:v>
                </c:pt>
                <c:pt idx="2394">
                  <c:v>-7546647</c:v>
                </c:pt>
                <c:pt idx="2395">
                  <c:v>-7502520</c:v>
                </c:pt>
                <c:pt idx="2396">
                  <c:v>-7537643</c:v>
                </c:pt>
                <c:pt idx="2397">
                  <c:v>-7646738</c:v>
                </c:pt>
                <c:pt idx="2398">
                  <c:v>-7515134</c:v>
                </c:pt>
                <c:pt idx="2399">
                  <c:v>-7489996</c:v>
                </c:pt>
                <c:pt idx="2400">
                  <c:v>-7551976</c:v>
                </c:pt>
                <c:pt idx="2401">
                  <c:v>-7551356</c:v>
                </c:pt>
                <c:pt idx="2402">
                  <c:v>-7635603</c:v>
                </c:pt>
                <c:pt idx="2403">
                  <c:v>-7518952</c:v>
                </c:pt>
                <c:pt idx="2404">
                  <c:v>-7508596</c:v>
                </c:pt>
                <c:pt idx="2405">
                  <c:v>-7588730</c:v>
                </c:pt>
                <c:pt idx="2406">
                  <c:v>-7625806</c:v>
                </c:pt>
                <c:pt idx="2407">
                  <c:v>-7618528</c:v>
                </c:pt>
                <c:pt idx="2408">
                  <c:v>-7512617</c:v>
                </c:pt>
                <c:pt idx="2409">
                  <c:v>-7668425</c:v>
                </c:pt>
                <c:pt idx="2410">
                  <c:v>-7555824</c:v>
                </c:pt>
                <c:pt idx="2411">
                  <c:v>-7665889</c:v>
                </c:pt>
                <c:pt idx="2412">
                  <c:v>-7675559</c:v>
                </c:pt>
                <c:pt idx="2413">
                  <c:v>-7502464</c:v>
                </c:pt>
                <c:pt idx="2414">
                  <c:v>-7542180</c:v>
                </c:pt>
                <c:pt idx="2415">
                  <c:v>-7586235</c:v>
                </c:pt>
                <c:pt idx="2416">
                  <c:v>-7587234</c:v>
                </c:pt>
                <c:pt idx="2417">
                  <c:v>-7575306</c:v>
                </c:pt>
                <c:pt idx="2418">
                  <c:v>-7475975</c:v>
                </c:pt>
                <c:pt idx="2419">
                  <c:v>-7662648</c:v>
                </c:pt>
                <c:pt idx="2420">
                  <c:v>-7667447</c:v>
                </c:pt>
                <c:pt idx="2421">
                  <c:v>-7663409</c:v>
                </c:pt>
                <c:pt idx="2422">
                  <c:v>-7522692</c:v>
                </c:pt>
                <c:pt idx="2423">
                  <c:v>-7653712</c:v>
                </c:pt>
                <c:pt idx="2424">
                  <c:v>-7448219</c:v>
                </c:pt>
                <c:pt idx="2425">
                  <c:v>-7622427</c:v>
                </c:pt>
                <c:pt idx="2426">
                  <c:v>-7473645</c:v>
                </c:pt>
                <c:pt idx="2427">
                  <c:v>-7598172</c:v>
                </c:pt>
                <c:pt idx="2428">
                  <c:v>-7498483</c:v>
                </c:pt>
                <c:pt idx="2429">
                  <c:v>-7468445</c:v>
                </c:pt>
                <c:pt idx="2430">
                  <c:v>-7555324</c:v>
                </c:pt>
                <c:pt idx="2431">
                  <c:v>-7733143</c:v>
                </c:pt>
                <c:pt idx="2432">
                  <c:v>-7524020</c:v>
                </c:pt>
                <c:pt idx="2433">
                  <c:v>-7482005</c:v>
                </c:pt>
                <c:pt idx="2434">
                  <c:v>-7477642</c:v>
                </c:pt>
                <c:pt idx="2435">
                  <c:v>-7435208</c:v>
                </c:pt>
                <c:pt idx="2436">
                  <c:v>-7683519</c:v>
                </c:pt>
                <c:pt idx="2437">
                  <c:v>-7615461</c:v>
                </c:pt>
                <c:pt idx="2438">
                  <c:v>-7613204</c:v>
                </c:pt>
                <c:pt idx="2439">
                  <c:v>-7522279</c:v>
                </c:pt>
                <c:pt idx="2440">
                  <c:v>-7639058</c:v>
                </c:pt>
                <c:pt idx="2441">
                  <c:v>-7546446</c:v>
                </c:pt>
                <c:pt idx="2442">
                  <c:v>-7679390</c:v>
                </c:pt>
                <c:pt idx="2443">
                  <c:v>-7690545</c:v>
                </c:pt>
                <c:pt idx="2444">
                  <c:v>-7694396</c:v>
                </c:pt>
                <c:pt idx="2445">
                  <c:v>-7667088</c:v>
                </c:pt>
                <c:pt idx="2446">
                  <c:v>-7531099</c:v>
                </c:pt>
                <c:pt idx="2447">
                  <c:v>-7461812</c:v>
                </c:pt>
                <c:pt idx="2448">
                  <c:v>-7537178</c:v>
                </c:pt>
                <c:pt idx="2449">
                  <c:v>-7673023</c:v>
                </c:pt>
                <c:pt idx="2450">
                  <c:v>-7590454</c:v>
                </c:pt>
                <c:pt idx="2451">
                  <c:v>-7676636</c:v>
                </c:pt>
                <c:pt idx="2452">
                  <c:v>-7582992</c:v>
                </c:pt>
                <c:pt idx="2453">
                  <c:v>-7630505</c:v>
                </c:pt>
                <c:pt idx="2454">
                  <c:v>-7529931</c:v>
                </c:pt>
                <c:pt idx="2455">
                  <c:v>-7658388</c:v>
                </c:pt>
                <c:pt idx="2456">
                  <c:v>-7652361</c:v>
                </c:pt>
                <c:pt idx="2457">
                  <c:v>-7572586</c:v>
                </c:pt>
                <c:pt idx="2458">
                  <c:v>-7501596</c:v>
                </c:pt>
                <c:pt idx="2459">
                  <c:v>-7682839</c:v>
                </c:pt>
                <c:pt idx="2460">
                  <c:v>-7639131</c:v>
                </c:pt>
                <c:pt idx="2461">
                  <c:v>-7566573</c:v>
                </c:pt>
                <c:pt idx="2462">
                  <c:v>-7497746</c:v>
                </c:pt>
                <c:pt idx="2463">
                  <c:v>-7705846</c:v>
                </c:pt>
                <c:pt idx="2464">
                  <c:v>-7690343</c:v>
                </c:pt>
                <c:pt idx="2465">
                  <c:v>-7620637</c:v>
                </c:pt>
                <c:pt idx="2466">
                  <c:v>-7508239</c:v>
                </c:pt>
                <c:pt idx="2467">
                  <c:v>-7600240</c:v>
                </c:pt>
                <c:pt idx="2468">
                  <c:v>-7612291</c:v>
                </c:pt>
                <c:pt idx="2469">
                  <c:v>-7688136</c:v>
                </c:pt>
                <c:pt idx="2470">
                  <c:v>-7538938</c:v>
                </c:pt>
                <c:pt idx="2471">
                  <c:v>-7592984</c:v>
                </c:pt>
                <c:pt idx="2472">
                  <c:v>-7569957</c:v>
                </c:pt>
                <c:pt idx="2473">
                  <c:v>-7609622</c:v>
                </c:pt>
                <c:pt idx="2474">
                  <c:v>-7615661</c:v>
                </c:pt>
                <c:pt idx="2475">
                  <c:v>-7645370</c:v>
                </c:pt>
                <c:pt idx="2476">
                  <c:v>-7667764</c:v>
                </c:pt>
                <c:pt idx="2477">
                  <c:v>-7612746</c:v>
                </c:pt>
                <c:pt idx="2478">
                  <c:v>-7651149</c:v>
                </c:pt>
                <c:pt idx="2479">
                  <c:v>-7598377</c:v>
                </c:pt>
                <c:pt idx="2480">
                  <c:v>-7645812</c:v>
                </c:pt>
                <c:pt idx="2481">
                  <c:v>-7702701</c:v>
                </c:pt>
                <c:pt idx="2482">
                  <c:v>-7693380</c:v>
                </c:pt>
                <c:pt idx="2483">
                  <c:v>-7702448</c:v>
                </c:pt>
                <c:pt idx="2484">
                  <c:v>-7610719</c:v>
                </c:pt>
                <c:pt idx="2485">
                  <c:v>-7569139</c:v>
                </c:pt>
                <c:pt idx="2486">
                  <c:v>-7643690</c:v>
                </c:pt>
                <c:pt idx="2487">
                  <c:v>-7673035</c:v>
                </c:pt>
                <c:pt idx="2488">
                  <c:v>-7448850</c:v>
                </c:pt>
                <c:pt idx="2489">
                  <c:v>-7527392</c:v>
                </c:pt>
                <c:pt idx="2490">
                  <c:v>-7498486</c:v>
                </c:pt>
                <c:pt idx="2491">
                  <c:v>-7449758</c:v>
                </c:pt>
                <c:pt idx="2492">
                  <c:v>-7646015</c:v>
                </c:pt>
                <c:pt idx="2493">
                  <c:v>-7488765</c:v>
                </c:pt>
                <c:pt idx="2494">
                  <c:v>-7526580</c:v>
                </c:pt>
                <c:pt idx="2495">
                  <c:v>-7709034</c:v>
                </c:pt>
                <c:pt idx="2496">
                  <c:v>-7566591</c:v>
                </c:pt>
                <c:pt idx="2497">
                  <c:v>-7597202</c:v>
                </c:pt>
                <c:pt idx="2498">
                  <c:v>-7518904</c:v>
                </c:pt>
                <c:pt idx="2499">
                  <c:v>-7587132</c:v>
                </c:pt>
                <c:pt idx="2500">
                  <c:v>-7648999</c:v>
                </c:pt>
                <c:pt idx="2501">
                  <c:v>-7622130</c:v>
                </c:pt>
                <c:pt idx="2502">
                  <c:v>-7682103</c:v>
                </c:pt>
                <c:pt idx="2503">
                  <c:v>-7654092</c:v>
                </c:pt>
                <c:pt idx="2504">
                  <c:v>-7572202</c:v>
                </c:pt>
                <c:pt idx="2505">
                  <c:v>-7475839</c:v>
                </c:pt>
                <c:pt idx="2506">
                  <c:v>-7662439</c:v>
                </c:pt>
                <c:pt idx="2507">
                  <c:v>-7677345</c:v>
                </c:pt>
                <c:pt idx="2508">
                  <c:v>-7526330</c:v>
                </c:pt>
                <c:pt idx="2509">
                  <c:v>-7507822</c:v>
                </c:pt>
                <c:pt idx="2510">
                  <c:v>-7513199</c:v>
                </c:pt>
                <c:pt idx="2511">
                  <c:v>-7537679</c:v>
                </c:pt>
                <c:pt idx="2512">
                  <c:v>-7696562</c:v>
                </c:pt>
                <c:pt idx="2513">
                  <c:v>-7511237</c:v>
                </c:pt>
                <c:pt idx="2514">
                  <c:v>-7509812</c:v>
                </c:pt>
                <c:pt idx="2515">
                  <c:v>-7551162</c:v>
                </c:pt>
                <c:pt idx="2516">
                  <c:v>-7550434</c:v>
                </c:pt>
                <c:pt idx="2517">
                  <c:v>-7625098</c:v>
                </c:pt>
                <c:pt idx="2518">
                  <c:v>-7629629</c:v>
                </c:pt>
                <c:pt idx="2519">
                  <c:v>-7638502</c:v>
                </c:pt>
                <c:pt idx="2520">
                  <c:v>-7522209</c:v>
                </c:pt>
                <c:pt idx="2521">
                  <c:v>-7502643</c:v>
                </c:pt>
                <c:pt idx="2522">
                  <c:v>-7518972</c:v>
                </c:pt>
                <c:pt idx="2523">
                  <c:v>-7468283</c:v>
                </c:pt>
                <c:pt idx="2524">
                  <c:v>-7631166</c:v>
                </c:pt>
                <c:pt idx="2525">
                  <c:v>-7469467</c:v>
                </c:pt>
                <c:pt idx="2526">
                  <c:v>-7456720</c:v>
                </c:pt>
                <c:pt idx="2527">
                  <c:v>-7554796</c:v>
                </c:pt>
                <c:pt idx="2528">
                  <c:v>-7505663</c:v>
                </c:pt>
                <c:pt idx="2529">
                  <c:v>-7560883</c:v>
                </c:pt>
                <c:pt idx="2530">
                  <c:v>-7455677</c:v>
                </c:pt>
                <c:pt idx="2531">
                  <c:v>-7636519</c:v>
                </c:pt>
                <c:pt idx="2532">
                  <c:v>-7594680</c:v>
                </c:pt>
                <c:pt idx="2533">
                  <c:v>-7713455</c:v>
                </c:pt>
                <c:pt idx="2534">
                  <c:v>-7598385</c:v>
                </c:pt>
                <c:pt idx="2535">
                  <c:v>-7702960</c:v>
                </c:pt>
                <c:pt idx="2536">
                  <c:v>-7470543</c:v>
                </c:pt>
                <c:pt idx="2537">
                  <c:v>-7676155</c:v>
                </c:pt>
                <c:pt idx="2538">
                  <c:v>-7511524</c:v>
                </c:pt>
                <c:pt idx="2539">
                  <c:v>-7613816</c:v>
                </c:pt>
                <c:pt idx="2540">
                  <c:v>-7684705</c:v>
                </c:pt>
                <c:pt idx="2541">
                  <c:v>-7518678</c:v>
                </c:pt>
                <c:pt idx="2542">
                  <c:v>-7643107</c:v>
                </c:pt>
                <c:pt idx="2543">
                  <c:v>-7644735</c:v>
                </c:pt>
                <c:pt idx="2544">
                  <c:v>-7534739</c:v>
                </c:pt>
                <c:pt idx="2545">
                  <c:v>-7624128</c:v>
                </c:pt>
                <c:pt idx="2546">
                  <c:v>-7658767</c:v>
                </c:pt>
                <c:pt idx="2547">
                  <c:v>-7580642</c:v>
                </c:pt>
                <c:pt idx="2548">
                  <c:v>-7574571</c:v>
                </c:pt>
                <c:pt idx="2549">
                  <c:v>-7532677</c:v>
                </c:pt>
                <c:pt idx="2550">
                  <c:v>-7453152</c:v>
                </c:pt>
                <c:pt idx="2551">
                  <c:v>-7680504</c:v>
                </c:pt>
                <c:pt idx="2552">
                  <c:v>-7585305</c:v>
                </c:pt>
                <c:pt idx="2553">
                  <c:v>-7674815</c:v>
                </c:pt>
                <c:pt idx="2554">
                  <c:v>-7588779</c:v>
                </c:pt>
                <c:pt idx="2555">
                  <c:v>-7471133</c:v>
                </c:pt>
                <c:pt idx="2556">
                  <c:v>-7535092</c:v>
                </c:pt>
                <c:pt idx="2557">
                  <c:v>-7690960</c:v>
                </c:pt>
                <c:pt idx="2558">
                  <c:v>-7653346</c:v>
                </c:pt>
                <c:pt idx="2559">
                  <c:v>-7553355</c:v>
                </c:pt>
                <c:pt idx="2560">
                  <c:v>-7593476</c:v>
                </c:pt>
                <c:pt idx="2561">
                  <c:v>-7627472</c:v>
                </c:pt>
                <c:pt idx="2562">
                  <c:v>-7692032</c:v>
                </c:pt>
                <c:pt idx="2563">
                  <c:v>-7643432</c:v>
                </c:pt>
                <c:pt idx="2564">
                  <c:v>-7627666</c:v>
                </c:pt>
                <c:pt idx="2565">
                  <c:v>-7681089</c:v>
                </c:pt>
                <c:pt idx="2566">
                  <c:v>-7675992</c:v>
                </c:pt>
                <c:pt idx="2567">
                  <c:v>-7505268</c:v>
                </c:pt>
                <c:pt idx="2568">
                  <c:v>-7568891</c:v>
                </c:pt>
                <c:pt idx="2569">
                  <c:v>-7533626</c:v>
                </c:pt>
                <c:pt idx="2570">
                  <c:v>-7560264</c:v>
                </c:pt>
                <c:pt idx="2571">
                  <c:v>-7647304</c:v>
                </c:pt>
                <c:pt idx="2572">
                  <c:v>-7693368</c:v>
                </c:pt>
                <c:pt idx="2573">
                  <c:v>-7599042</c:v>
                </c:pt>
                <c:pt idx="2574">
                  <c:v>-7506795</c:v>
                </c:pt>
                <c:pt idx="2575">
                  <c:v>-7711833</c:v>
                </c:pt>
                <c:pt idx="2576">
                  <c:v>-7618355</c:v>
                </c:pt>
                <c:pt idx="2577">
                  <c:v>-7639361</c:v>
                </c:pt>
                <c:pt idx="2578">
                  <c:v>-7519489</c:v>
                </c:pt>
                <c:pt idx="2579">
                  <c:v>-7673671</c:v>
                </c:pt>
                <c:pt idx="2580">
                  <c:v>-7478426</c:v>
                </c:pt>
                <c:pt idx="2581">
                  <c:v>-7531665</c:v>
                </c:pt>
                <c:pt idx="2582">
                  <c:v>-7695374</c:v>
                </c:pt>
                <c:pt idx="2583">
                  <c:v>-7476499</c:v>
                </c:pt>
                <c:pt idx="2584">
                  <c:v>-7476660</c:v>
                </c:pt>
                <c:pt idx="2585">
                  <c:v>-7649724</c:v>
                </c:pt>
                <c:pt idx="2586">
                  <c:v>-7505554</c:v>
                </c:pt>
                <c:pt idx="2587">
                  <c:v>-7664487</c:v>
                </c:pt>
                <c:pt idx="2588">
                  <c:v>-7728536</c:v>
                </c:pt>
                <c:pt idx="2589">
                  <c:v>-7680176</c:v>
                </c:pt>
                <c:pt idx="2590">
                  <c:v>-7684982</c:v>
                </c:pt>
                <c:pt idx="2591">
                  <c:v>-7545606</c:v>
                </c:pt>
                <c:pt idx="2592">
                  <c:v>-7622860</c:v>
                </c:pt>
                <c:pt idx="2593">
                  <c:v>-7652113</c:v>
                </c:pt>
                <c:pt idx="2594">
                  <c:v>-7577573</c:v>
                </c:pt>
                <c:pt idx="2595">
                  <c:v>-7484923</c:v>
                </c:pt>
                <c:pt idx="2596">
                  <c:v>-7647239</c:v>
                </c:pt>
                <c:pt idx="2597">
                  <c:v>-7521661</c:v>
                </c:pt>
                <c:pt idx="2598">
                  <c:v>-7565562</c:v>
                </c:pt>
                <c:pt idx="2599">
                  <c:v>-7612045</c:v>
                </c:pt>
                <c:pt idx="2600">
                  <c:v>-7518980</c:v>
                </c:pt>
                <c:pt idx="2601">
                  <c:v>-7584541</c:v>
                </c:pt>
                <c:pt idx="2602">
                  <c:v>-7633259</c:v>
                </c:pt>
                <c:pt idx="2603">
                  <c:v>-7621354</c:v>
                </c:pt>
                <c:pt idx="2604">
                  <c:v>-7554840</c:v>
                </c:pt>
                <c:pt idx="2605">
                  <c:v>-7514372</c:v>
                </c:pt>
                <c:pt idx="2606">
                  <c:v>-7572970</c:v>
                </c:pt>
                <c:pt idx="2607">
                  <c:v>-7682328</c:v>
                </c:pt>
                <c:pt idx="2608">
                  <c:v>-7572178</c:v>
                </c:pt>
                <c:pt idx="2609">
                  <c:v>-7700303</c:v>
                </c:pt>
                <c:pt idx="2610">
                  <c:v>-7613825</c:v>
                </c:pt>
                <c:pt idx="2611">
                  <c:v>-7659802</c:v>
                </c:pt>
                <c:pt idx="2612">
                  <c:v>-7509701</c:v>
                </c:pt>
                <c:pt idx="2613">
                  <c:v>-7706386</c:v>
                </c:pt>
                <c:pt idx="2614">
                  <c:v>-7457226</c:v>
                </c:pt>
                <c:pt idx="2615">
                  <c:v>-7525119</c:v>
                </c:pt>
                <c:pt idx="2616">
                  <c:v>-7568830</c:v>
                </c:pt>
                <c:pt idx="2617">
                  <c:v>-7492052</c:v>
                </c:pt>
                <c:pt idx="2618">
                  <c:v>-7557017</c:v>
                </c:pt>
                <c:pt idx="2619">
                  <c:v>-7693973</c:v>
                </c:pt>
                <c:pt idx="2620">
                  <c:v>-7688148</c:v>
                </c:pt>
                <c:pt idx="2621">
                  <c:v>-7672819</c:v>
                </c:pt>
                <c:pt idx="2622">
                  <c:v>-7472379</c:v>
                </c:pt>
                <c:pt idx="2623">
                  <c:v>-7702676</c:v>
                </c:pt>
                <c:pt idx="2624">
                  <c:v>-7668024</c:v>
                </c:pt>
                <c:pt idx="2625">
                  <c:v>-7617896</c:v>
                </c:pt>
                <c:pt idx="2626">
                  <c:v>-7695763</c:v>
                </c:pt>
                <c:pt idx="2627">
                  <c:v>-7663607</c:v>
                </c:pt>
                <c:pt idx="2628">
                  <c:v>-7544806</c:v>
                </c:pt>
                <c:pt idx="2629">
                  <c:v>-7711885</c:v>
                </c:pt>
                <c:pt idx="2630">
                  <c:v>-7550533</c:v>
                </c:pt>
                <c:pt idx="2631">
                  <c:v>-7515900</c:v>
                </c:pt>
                <c:pt idx="2632">
                  <c:v>-7709101</c:v>
                </c:pt>
                <c:pt idx="2633">
                  <c:v>-7562042</c:v>
                </c:pt>
                <c:pt idx="2634">
                  <c:v>-7531625</c:v>
                </c:pt>
                <c:pt idx="2635">
                  <c:v>-7579713</c:v>
                </c:pt>
                <c:pt idx="2636">
                  <c:v>-7491214</c:v>
                </c:pt>
                <c:pt idx="2637">
                  <c:v>-7459745</c:v>
                </c:pt>
                <c:pt idx="2638">
                  <c:v>-7456440</c:v>
                </c:pt>
                <c:pt idx="2639">
                  <c:v>-7688750</c:v>
                </c:pt>
                <c:pt idx="2640">
                  <c:v>-7618901</c:v>
                </c:pt>
                <c:pt idx="2641">
                  <c:v>-7515487</c:v>
                </c:pt>
                <c:pt idx="2642">
                  <c:v>-7587824</c:v>
                </c:pt>
                <c:pt idx="2643">
                  <c:v>-7701843</c:v>
                </c:pt>
                <c:pt idx="2644">
                  <c:v>-7555822</c:v>
                </c:pt>
                <c:pt idx="2645">
                  <c:v>-7605651</c:v>
                </c:pt>
                <c:pt idx="2646">
                  <c:v>-7711789</c:v>
                </c:pt>
                <c:pt idx="2647">
                  <c:v>-7675678</c:v>
                </c:pt>
                <c:pt idx="2648">
                  <c:v>-7498577</c:v>
                </c:pt>
                <c:pt idx="2649">
                  <c:v>-7543393</c:v>
                </c:pt>
                <c:pt idx="2650">
                  <c:v>-7712932</c:v>
                </c:pt>
                <c:pt idx="2651">
                  <c:v>-7550276</c:v>
                </c:pt>
                <c:pt idx="2652">
                  <c:v>-7714053</c:v>
                </c:pt>
                <c:pt idx="2653">
                  <c:v>-7709596</c:v>
                </c:pt>
                <c:pt idx="2654">
                  <c:v>-7500298</c:v>
                </c:pt>
                <c:pt idx="2655">
                  <c:v>-7449029</c:v>
                </c:pt>
                <c:pt idx="2656">
                  <c:v>-7504693</c:v>
                </c:pt>
                <c:pt idx="2657">
                  <c:v>-7651419</c:v>
                </c:pt>
                <c:pt idx="2658">
                  <c:v>-7594786</c:v>
                </c:pt>
                <c:pt idx="2659">
                  <c:v>-7619764</c:v>
                </c:pt>
                <c:pt idx="2660">
                  <c:v>-7583661</c:v>
                </c:pt>
                <c:pt idx="2661">
                  <c:v>-7480601</c:v>
                </c:pt>
                <c:pt idx="2662">
                  <c:v>-7482647</c:v>
                </c:pt>
                <c:pt idx="2663">
                  <c:v>-7662579</c:v>
                </c:pt>
                <c:pt idx="2664">
                  <c:v>-7512890</c:v>
                </c:pt>
                <c:pt idx="2665">
                  <c:v>-7650987</c:v>
                </c:pt>
                <c:pt idx="2666">
                  <c:v>-7632623</c:v>
                </c:pt>
                <c:pt idx="2667">
                  <c:v>-7642476</c:v>
                </c:pt>
                <c:pt idx="2668">
                  <c:v>-7619310</c:v>
                </c:pt>
                <c:pt idx="2669">
                  <c:v>-7610843</c:v>
                </c:pt>
                <c:pt idx="2670">
                  <c:v>-7655577</c:v>
                </c:pt>
                <c:pt idx="2671">
                  <c:v>-7565636</c:v>
                </c:pt>
                <c:pt idx="2672">
                  <c:v>-7633826</c:v>
                </c:pt>
                <c:pt idx="2673">
                  <c:v>-7557225</c:v>
                </c:pt>
                <c:pt idx="2674">
                  <c:v>-7684271</c:v>
                </c:pt>
                <c:pt idx="2675">
                  <c:v>-7579908</c:v>
                </c:pt>
                <c:pt idx="2676">
                  <c:v>-7514559</c:v>
                </c:pt>
                <c:pt idx="2677">
                  <c:v>-7624293</c:v>
                </c:pt>
                <c:pt idx="2678">
                  <c:v>-7649020</c:v>
                </c:pt>
                <c:pt idx="2679">
                  <c:v>-7673004</c:v>
                </c:pt>
                <c:pt idx="2680">
                  <c:v>-7692102</c:v>
                </c:pt>
                <c:pt idx="2681">
                  <c:v>-7665182</c:v>
                </c:pt>
                <c:pt idx="2682">
                  <c:v>-7634558</c:v>
                </c:pt>
                <c:pt idx="2683">
                  <c:v>-7730917</c:v>
                </c:pt>
                <c:pt idx="2684">
                  <c:v>-7440847</c:v>
                </c:pt>
                <c:pt idx="2685">
                  <c:v>-7656171</c:v>
                </c:pt>
                <c:pt idx="2686">
                  <c:v>-7454863</c:v>
                </c:pt>
                <c:pt idx="2687">
                  <c:v>-7685022</c:v>
                </c:pt>
                <c:pt idx="2688">
                  <c:v>-7671177</c:v>
                </c:pt>
                <c:pt idx="2689">
                  <c:v>-7639682</c:v>
                </c:pt>
                <c:pt idx="2690">
                  <c:v>-7618607</c:v>
                </c:pt>
                <c:pt idx="2691">
                  <c:v>-7566764</c:v>
                </c:pt>
                <c:pt idx="2692">
                  <c:v>-7605853</c:v>
                </c:pt>
                <c:pt idx="2693">
                  <c:v>-7504705</c:v>
                </c:pt>
                <c:pt idx="2694">
                  <c:v>-7605997</c:v>
                </c:pt>
                <c:pt idx="2695">
                  <c:v>-7631669</c:v>
                </c:pt>
                <c:pt idx="2696">
                  <c:v>-7508140</c:v>
                </c:pt>
                <c:pt idx="2697">
                  <c:v>-7512489</c:v>
                </c:pt>
                <c:pt idx="2698">
                  <c:v>-7530792</c:v>
                </c:pt>
                <c:pt idx="2699">
                  <c:v>-7675062</c:v>
                </c:pt>
                <c:pt idx="2700">
                  <c:v>-7511342</c:v>
                </c:pt>
                <c:pt idx="2701">
                  <c:v>-7671009</c:v>
                </c:pt>
                <c:pt idx="2702">
                  <c:v>-7622045</c:v>
                </c:pt>
                <c:pt idx="2703">
                  <c:v>-7666326</c:v>
                </c:pt>
                <c:pt idx="2704">
                  <c:v>-7514331</c:v>
                </c:pt>
                <c:pt idx="2705">
                  <c:v>-7661192</c:v>
                </c:pt>
                <c:pt idx="2706">
                  <c:v>-7683466</c:v>
                </c:pt>
                <c:pt idx="2707">
                  <c:v>-7618761</c:v>
                </c:pt>
                <c:pt idx="2708">
                  <c:v>-7657814</c:v>
                </c:pt>
                <c:pt idx="2709">
                  <c:v>-7620043</c:v>
                </c:pt>
                <c:pt idx="2710">
                  <c:v>-7584398</c:v>
                </c:pt>
                <c:pt idx="2711">
                  <c:v>-7688663</c:v>
                </c:pt>
                <c:pt idx="2712">
                  <c:v>-7625647</c:v>
                </c:pt>
                <c:pt idx="2713">
                  <c:v>-7671286</c:v>
                </c:pt>
                <c:pt idx="2714">
                  <c:v>-7637045</c:v>
                </c:pt>
                <c:pt idx="2715">
                  <c:v>-7451950</c:v>
                </c:pt>
                <c:pt idx="2716">
                  <c:v>-7552079</c:v>
                </c:pt>
                <c:pt idx="2717">
                  <c:v>-7519914</c:v>
                </c:pt>
                <c:pt idx="2718">
                  <c:v>-7567425</c:v>
                </c:pt>
                <c:pt idx="2719">
                  <c:v>-7558901</c:v>
                </c:pt>
                <c:pt idx="2720">
                  <c:v>-7509554</c:v>
                </c:pt>
                <c:pt idx="2721">
                  <c:v>-7639761</c:v>
                </c:pt>
                <c:pt idx="2722">
                  <c:v>-7651654</c:v>
                </c:pt>
                <c:pt idx="2723">
                  <c:v>-7500193</c:v>
                </c:pt>
                <c:pt idx="2724">
                  <c:v>-7631757</c:v>
                </c:pt>
                <c:pt idx="2725">
                  <c:v>-7480261</c:v>
                </c:pt>
                <c:pt idx="2726">
                  <c:v>-7596756</c:v>
                </c:pt>
                <c:pt idx="2727">
                  <c:v>-7693826</c:v>
                </c:pt>
                <c:pt idx="2728">
                  <c:v>-7628863</c:v>
                </c:pt>
                <c:pt idx="2729">
                  <c:v>-7565980</c:v>
                </c:pt>
                <c:pt idx="2730">
                  <c:v>-7489674</c:v>
                </c:pt>
                <c:pt idx="2731">
                  <c:v>-7474132</c:v>
                </c:pt>
                <c:pt idx="2732">
                  <c:v>-7522841</c:v>
                </c:pt>
                <c:pt idx="2733">
                  <c:v>-7501517</c:v>
                </c:pt>
                <c:pt idx="2734">
                  <c:v>-7474177</c:v>
                </c:pt>
                <c:pt idx="2735">
                  <c:v>-7525633</c:v>
                </c:pt>
                <c:pt idx="2736">
                  <c:v>-7706656</c:v>
                </c:pt>
                <c:pt idx="2737">
                  <c:v>-7604069</c:v>
                </c:pt>
                <c:pt idx="2738">
                  <c:v>-7696111</c:v>
                </c:pt>
                <c:pt idx="2739">
                  <c:v>-7670113</c:v>
                </c:pt>
                <c:pt idx="2740">
                  <c:v>-7677460</c:v>
                </c:pt>
                <c:pt idx="2741">
                  <c:v>-7686851</c:v>
                </c:pt>
                <c:pt idx="2742">
                  <c:v>-7696241</c:v>
                </c:pt>
                <c:pt idx="2743">
                  <c:v>-7565024</c:v>
                </c:pt>
                <c:pt idx="2744">
                  <c:v>-7528212</c:v>
                </c:pt>
                <c:pt idx="2745">
                  <c:v>-7504228</c:v>
                </c:pt>
                <c:pt idx="2746">
                  <c:v>-7515165</c:v>
                </c:pt>
                <c:pt idx="2747">
                  <c:v>-7504135</c:v>
                </c:pt>
                <c:pt idx="2748">
                  <c:v>-7651141</c:v>
                </c:pt>
                <c:pt idx="2749">
                  <c:v>-7654805</c:v>
                </c:pt>
                <c:pt idx="2750">
                  <c:v>-7529984</c:v>
                </c:pt>
                <c:pt idx="2751">
                  <c:v>-7661120</c:v>
                </c:pt>
                <c:pt idx="2752">
                  <c:v>-7633994</c:v>
                </c:pt>
                <c:pt idx="2753">
                  <c:v>-7718271</c:v>
                </c:pt>
                <c:pt idx="2754">
                  <c:v>-7476616</c:v>
                </c:pt>
                <c:pt idx="2755">
                  <c:v>-7555322</c:v>
                </c:pt>
                <c:pt idx="2756">
                  <c:v>-7509596</c:v>
                </c:pt>
                <c:pt idx="2757">
                  <c:v>-7610600</c:v>
                </c:pt>
                <c:pt idx="2758">
                  <c:v>-7619446</c:v>
                </c:pt>
                <c:pt idx="2759">
                  <c:v>-7502145</c:v>
                </c:pt>
                <c:pt idx="2760">
                  <c:v>-7637515</c:v>
                </c:pt>
                <c:pt idx="2761">
                  <c:v>-7516507</c:v>
                </c:pt>
                <c:pt idx="2762">
                  <c:v>-7565159</c:v>
                </c:pt>
                <c:pt idx="2763">
                  <c:v>-7505686</c:v>
                </c:pt>
                <c:pt idx="2764">
                  <c:v>-7638243</c:v>
                </c:pt>
                <c:pt idx="2765">
                  <c:v>-7711387</c:v>
                </c:pt>
                <c:pt idx="2766">
                  <c:v>-7449240</c:v>
                </c:pt>
                <c:pt idx="2767">
                  <c:v>-7477445</c:v>
                </c:pt>
                <c:pt idx="2768">
                  <c:v>-7675132</c:v>
                </c:pt>
                <c:pt idx="2769">
                  <c:v>-7571855</c:v>
                </c:pt>
                <c:pt idx="2770">
                  <c:v>-7624771</c:v>
                </c:pt>
                <c:pt idx="2771">
                  <c:v>-7623691</c:v>
                </c:pt>
                <c:pt idx="2772">
                  <c:v>-7623600</c:v>
                </c:pt>
                <c:pt idx="2773">
                  <c:v>-7501924</c:v>
                </c:pt>
                <c:pt idx="2774">
                  <c:v>-7642607</c:v>
                </c:pt>
                <c:pt idx="2775">
                  <c:v>-7554661</c:v>
                </c:pt>
                <c:pt idx="2776">
                  <c:v>-7571914</c:v>
                </c:pt>
                <c:pt idx="2777">
                  <c:v>-7630932</c:v>
                </c:pt>
                <c:pt idx="2778">
                  <c:v>-7686060</c:v>
                </c:pt>
                <c:pt idx="2779">
                  <c:v>-7635294</c:v>
                </c:pt>
                <c:pt idx="2780">
                  <c:v>-7468037</c:v>
                </c:pt>
                <c:pt idx="2781">
                  <c:v>-7508882</c:v>
                </c:pt>
                <c:pt idx="2782">
                  <c:v>-7637018</c:v>
                </c:pt>
                <c:pt idx="2783">
                  <c:v>-7490734</c:v>
                </c:pt>
                <c:pt idx="2784">
                  <c:v>-7672580</c:v>
                </c:pt>
                <c:pt idx="2785">
                  <c:v>-7658836</c:v>
                </c:pt>
                <c:pt idx="2786">
                  <c:v>-7583624</c:v>
                </c:pt>
                <c:pt idx="2787">
                  <c:v>-7569280</c:v>
                </c:pt>
                <c:pt idx="2788">
                  <c:v>-7638417</c:v>
                </c:pt>
                <c:pt idx="2789">
                  <c:v>-7467014</c:v>
                </c:pt>
                <c:pt idx="2790">
                  <c:v>-7643181</c:v>
                </c:pt>
                <c:pt idx="2791">
                  <c:v>-7498513</c:v>
                </c:pt>
                <c:pt idx="2792">
                  <c:v>-7517910</c:v>
                </c:pt>
                <c:pt idx="2793">
                  <c:v>-7601751</c:v>
                </c:pt>
                <c:pt idx="2794">
                  <c:v>-7501538</c:v>
                </c:pt>
                <c:pt idx="2795">
                  <c:v>-7540924</c:v>
                </c:pt>
                <c:pt idx="2796">
                  <c:v>-7634424</c:v>
                </c:pt>
                <c:pt idx="2797">
                  <c:v>-7555069</c:v>
                </c:pt>
                <c:pt idx="2798">
                  <c:v>-7551738</c:v>
                </c:pt>
                <c:pt idx="2799">
                  <c:v>-7595352</c:v>
                </c:pt>
                <c:pt idx="2800">
                  <c:v>-7653456</c:v>
                </c:pt>
                <c:pt idx="2801">
                  <c:v>-7700138</c:v>
                </c:pt>
                <c:pt idx="2802">
                  <c:v>-7673230</c:v>
                </c:pt>
                <c:pt idx="2803">
                  <c:v>-7518854</c:v>
                </c:pt>
                <c:pt idx="2804">
                  <c:v>-7538067</c:v>
                </c:pt>
                <c:pt idx="2805">
                  <c:v>-7529272</c:v>
                </c:pt>
                <c:pt idx="2806">
                  <c:v>-7579884</c:v>
                </c:pt>
                <c:pt idx="2807">
                  <c:v>-7671228</c:v>
                </c:pt>
                <c:pt idx="2808">
                  <c:v>-7568382</c:v>
                </c:pt>
                <c:pt idx="2809">
                  <c:v>-7693697</c:v>
                </c:pt>
                <c:pt idx="2810">
                  <c:v>-7675721</c:v>
                </c:pt>
                <c:pt idx="2811">
                  <c:v>-7633321</c:v>
                </c:pt>
                <c:pt idx="2812">
                  <c:v>-7519467</c:v>
                </c:pt>
                <c:pt idx="2813">
                  <c:v>-7546705</c:v>
                </c:pt>
                <c:pt idx="2814">
                  <c:v>-7645974</c:v>
                </c:pt>
                <c:pt idx="2815">
                  <c:v>-7593673</c:v>
                </c:pt>
                <c:pt idx="2816">
                  <c:v>-7498805</c:v>
                </c:pt>
                <c:pt idx="2817">
                  <c:v>-7570357</c:v>
                </c:pt>
                <c:pt idx="2818">
                  <c:v>-7689561</c:v>
                </c:pt>
                <c:pt idx="2819">
                  <c:v>-7639933</c:v>
                </c:pt>
                <c:pt idx="2820">
                  <c:v>-7614453</c:v>
                </c:pt>
                <c:pt idx="2821">
                  <c:v>-7672758</c:v>
                </c:pt>
                <c:pt idx="2822">
                  <c:v>-7503298</c:v>
                </c:pt>
                <c:pt idx="2823">
                  <c:v>-7469475</c:v>
                </c:pt>
                <c:pt idx="2824">
                  <c:v>-7584376</c:v>
                </c:pt>
                <c:pt idx="2825">
                  <c:v>-7579394</c:v>
                </c:pt>
                <c:pt idx="2826">
                  <c:v>-7563308</c:v>
                </c:pt>
                <c:pt idx="2827">
                  <c:v>-7469822</c:v>
                </c:pt>
                <c:pt idx="2828">
                  <c:v>-7558273</c:v>
                </c:pt>
                <c:pt idx="2829">
                  <c:v>-7712652</c:v>
                </c:pt>
                <c:pt idx="2830">
                  <c:v>-7682324</c:v>
                </c:pt>
                <c:pt idx="2831">
                  <c:v>-7691705</c:v>
                </c:pt>
                <c:pt idx="2832">
                  <c:v>-7487910</c:v>
                </c:pt>
                <c:pt idx="2833">
                  <c:v>-7631760</c:v>
                </c:pt>
                <c:pt idx="2834">
                  <c:v>-7618390</c:v>
                </c:pt>
                <c:pt idx="2835">
                  <c:v>-7482080</c:v>
                </c:pt>
                <c:pt idx="2836">
                  <c:v>-7642573</c:v>
                </c:pt>
                <c:pt idx="2837">
                  <c:v>-7601042</c:v>
                </c:pt>
                <c:pt idx="2838">
                  <c:v>-7498726</c:v>
                </c:pt>
                <c:pt idx="2839">
                  <c:v>-7679565</c:v>
                </c:pt>
                <c:pt idx="2840">
                  <c:v>-7648337</c:v>
                </c:pt>
                <c:pt idx="2841">
                  <c:v>-7662460</c:v>
                </c:pt>
                <c:pt idx="2842">
                  <c:v>-7581751</c:v>
                </c:pt>
                <c:pt idx="2843">
                  <c:v>-7513613</c:v>
                </c:pt>
                <c:pt idx="2844">
                  <c:v>-7671900</c:v>
                </c:pt>
                <c:pt idx="2845">
                  <c:v>-7612022</c:v>
                </c:pt>
                <c:pt idx="2846">
                  <c:v>-7650617</c:v>
                </c:pt>
                <c:pt idx="2847">
                  <c:v>-7663002</c:v>
                </c:pt>
                <c:pt idx="2848">
                  <c:v>-7634769</c:v>
                </c:pt>
                <c:pt idx="2849">
                  <c:v>-7524205</c:v>
                </c:pt>
                <c:pt idx="2850">
                  <c:v>-7468472</c:v>
                </c:pt>
                <c:pt idx="2851">
                  <c:v>-7570261</c:v>
                </c:pt>
                <c:pt idx="2852">
                  <c:v>-7496993</c:v>
                </c:pt>
                <c:pt idx="2853">
                  <c:v>-7573957</c:v>
                </c:pt>
                <c:pt idx="2854">
                  <c:v>-7707917</c:v>
                </c:pt>
                <c:pt idx="2855">
                  <c:v>-7513840</c:v>
                </c:pt>
                <c:pt idx="2856">
                  <c:v>-7479787</c:v>
                </c:pt>
                <c:pt idx="2857">
                  <c:v>-7443884</c:v>
                </c:pt>
                <c:pt idx="2858">
                  <c:v>-7700799</c:v>
                </c:pt>
                <c:pt idx="2859">
                  <c:v>-7669285</c:v>
                </c:pt>
                <c:pt idx="2860">
                  <c:v>-7505939</c:v>
                </c:pt>
                <c:pt idx="2861">
                  <c:v>-7514052</c:v>
                </c:pt>
                <c:pt idx="2862">
                  <c:v>-7523359</c:v>
                </c:pt>
                <c:pt idx="2863">
                  <c:v>-7607380</c:v>
                </c:pt>
                <c:pt idx="2864">
                  <c:v>-7507835</c:v>
                </c:pt>
                <c:pt idx="2865">
                  <c:v>-7707480</c:v>
                </c:pt>
                <c:pt idx="2866">
                  <c:v>-7669692</c:v>
                </c:pt>
                <c:pt idx="2867">
                  <c:v>-7595961</c:v>
                </c:pt>
                <c:pt idx="2868">
                  <c:v>-7550373</c:v>
                </c:pt>
                <c:pt idx="2869">
                  <c:v>-7655925</c:v>
                </c:pt>
                <c:pt idx="2870">
                  <c:v>-7618767</c:v>
                </c:pt>
                <c:pt idx="2871">
                  <c:v>-7573556</c:v>
                </c:pt>
                <c:pt idx="2872">
                  <c:v>-7658128</c:v>
                </c:pt>
                <c:pt idx="2873">
                  <c:v>-7515431</c:v>
                </c:pt>
                <c:pt idx="2874">
                  <c:v>-7706258</c:v>
                </c:pt>
                <c:pt idx="2875">
                  <c:v>-7588313</c:v>
                </c:pt>
                <c:pt idx="2876">
                  <c:v>-7707613</c:v>
                </c:pt>
                <c:pt idx="2877">
                  <c:v>-7581881</c:v>
                </c:pt>
                <c:pt idx="2878">
                  <c:v>-7636216</c:v>
                </c:pt>
                <c:pt idx="2879">
                  <c:v>-7504499</c:v>
                </c:pt>
                <c:pt idx="2880">
                  <c:v>-7642823</c:v>
                </c:pt>
                <c:pt idx="2881">
                  <c:v>-7665720</c:v>
                </c:pt>
                <c:pt idx="2882">
                  <c:v>-7485809</c:v>
                </c:pt>
                <c:pt idx="2883">
                  <c:v>-7658424</c:v>
                </c:pt>
                <c:pt idx="2884">
                  <c:v>-7711691</c:v>
                </c:pt>
                <c:pt idx="2885">
                  <c:v>-7531582</c:v>
                </c:pt>
                <c:pt idx="2886">
                  <c:v>-7623405</c:v>
                </c:pt>
                <c:pt idx="2887">
                  <c:v>-7633520</c:v>
                </c:pt>
                <c:pt idx="2888">
                  <c:v>-7517521</c:v>
                </c:pt>
                <c:pt idx="2889">
                  <c:v>-7685867</c:v>
                </c:pt>
                <c:pt idx="2890">
                  <c:v>-7544403</c:v>
                </c:pt>
                <c:pt idx="2891">
                  <c:v>-7482714</c:v>
                </c:pt>
                <c:pt idx="2892">
                  <c:v>-7670774</c:v>
                </c:pt>
                <c:pt idx="2893">
                  <c:v>-7605014</c:v>
                </c:pt>
                <c:pt idx="2894">
                  <c:v>-7660094</c:v>
                </c:pt>
                <c:pt idx="2895">
                  <c:v>-7525954</c:v>
                </c:pt>
                <c:pt idx="2896">
                  <c:v>-7598696</c:v>
                </c:pt>
                <c:pt idx="2897">
                  <c:v>-7547155</c:v>
                </c:pt>
                <c:pt idx="2898">
                  <c:v>-7459002</c:v>
                </c:pt>
                <c:pt idx="2899">
                  <c:v>-7552164</c:v>
                </c:pt>
                <c:pt idx="2900">
                  <c:v>-7662210</c:v>
                </c:pt>
                <c:pt idx="2901">
                  <c:v>-7657024</c:v>
                </c:pt>
                <c:pt idx="2902">
                  <c:v>-7444834</c:v>
                </c:pt>
                <c:pt idx="2903">
                  <c:v>-7675728</c:v>
                </c:pt>
                <c:pt idx="2904">
                  <c:v>-7650467</c:v>
                </c:pt>
                <c:pt idx="2905">
                  <c:v>-7561738</c:v>
                </c:pt>
                <c:pt idx="2906">
                  <c:v>-7630360</c:v>
                </c:pt>
                <c:pt idx="2907">
                  <c:v>-7603085</c:v>
                </c:pt>
                <c:pt idx="2908">
                  <c:v>-7575516</c:v>
                </c:pt>
                <c:pt idx="2909">
                  <c:v>-7664276</c:v>
                </c:pt>
                <c:pt idx="2910">
                  <c:v>-7464895</c:v>
                </c:pt>
                <c:pt idx="2911">
                  <c:v>-7655976</c:v>
                </c:pt>
                <c:pt idx="2912">
                  <c:v>-7659004</c:v>
                </c:pt>
                <c:pt idx="2913">
                  <c:v>-7669019</c:v>
                </c:pt>
                <c:pt idx="2914">
                  <c:v>-7690406</c:v>
                </c:pt>
                <c:pt idx="2915">
                  <c:v>-7458940</c:v>
                </c:pt>
                <c:pt idx="2916">
                  <c:v>-7519290</c:v>
                </c:pt>
                <c:pt idx="2917">
                  <c:v>-7519426</c:v>
                </c:pt>
                <c:pt idx="2918">
                  <c:v>-7468824</c:v>
                </c:pt>
                <c:pt idx="2919">
                  <c:v>-7590627</c:v>
                </c:pt>
                <c:pt idx="2920">
                  <c:v>-7597621</c:v>
                </c:pt>
                <c:pt idx="2921">
                  <c:v>-7636358</c:v>
                </c:pt>
                <c:pt idx="2922">
                  <c:v>-7672930</c:v>
                </c:pt>
                <c:pt idx="2923">
                  <c:v>-7512873</c:v>
                </c:pt>
                <c:pt idx="2924">
                  <c:v>-7612648</c:v>
                </c:pt>
                <c:pt idx="2925">
                  <c:v>-7694511</c:v>
                </c:pt>
                <c:pt idx="2926">
                  <c:v>-7680674</c:v>
                </c:pt>
                <c:pt idx="2927">
                  <c:v>-7455751</c:v>
                </c:pt>
                <c:pt idx="2928">
                  <c:v>-7593991</c:v>
                </c:pt>
                <c:pt idx="2929">
                  <c:v>-7566366</c:v>
                </c:pt>
                <c:pt idx="2930">
                  <c:v>-7558749</c:v>
                </c:pt>
                <c:pt idx="2931">
                  <c:v>-7604022</c:v>
                </c:pt>
                <c:pt idx="2932">
                  <c:v>-7560771</c:v>
                </c:pt>
                <c:pt idx="2933">
                  <c:v>-7529987</c:v>
                </c:pt>
                <c:pt idx="2934">
                  <c:v>-7528874</c:v>
                </c:pt>
                <c:pt idx="2935">
                  <c:v>-7595554</c:v>
                </c:pt>
                <c:pt idx="2936">
                  <c:v>-7653119</c:v>
                </c:pt>
                <c:pt idx="2937">
                  <c:v>-7582005</c:v>
                </c:pt>
                <c:pt idx="2938">
                  <c:v>-7546686</c:v>
                </c:pt>
                <c:pt idx="2939">
                  <c:v>-7570832</c:v>
                </c:pt>
                <c:pt idx="2940">
                  <c:v>-7648539</c:v>
                </c:pt>
                <c:pt idx="2941">
                  <c:v>-7511619</c:v>
                </c:pt>
                <c:pt idx="2942">
                  <c:v>-7516540</c:v>
                </c:pt>
                <c:pt idx="2943">
                  <c:v>-7690557</c:v>
                </c:pt>
                <c:pt idx="2944">
                  <c:v>-7528421</c:v>
                </c:pt>
                <c:pt idx="2945">
                  <c:v>-7548697</c:v>
                </c:pt>
                <c:pt idx="2946">
                  <c:v>-7530368</c:v>
                </c:pt>
                <c:pt idx="2947">
                  <c:v>-7606870</c:v>
                </c:pt>
                <c:pt idx="2948">
                  <c:v>-7650800</c:v>
                </c:pt>
                <c:pt idx="2949">
                  <c:v>-7669549</c:v>
                </c:pt>
                <c:pt idx="2950">
                  <c:v>-7491782</c:v>
                </c:pt>
                <c:pt idx="2951">
                  <c:v>-7540964</c:v>
                </c:pt>
                <c:pt idx="2952">
                  <c:v>-7518672</c:v>
                </c:pt>
                <c:pt idx="2953">
                  <c:v>-7538480</c:v>
                </c:pt>
                <c:pt idx="2954">
                  <c:v>-7649791</c:v>
                </c:pt>
                <c:pt idx="2955">
                  <c:v>-7504994</c:v>
                </c:pt>
                <c:pt idx="2956">
                  <c:v>-7635183</c:v>
                </c:pt>
                <c:pt idx="2957">
                  <c:v>-7644742</c:v>
                </c:pt>
                <c:pt idx="2958">
                  <c:v>-7491173</c:v>
                </c:pt>
                <c:pt idx="2959">
                  <c:v>-7621449</c:v>
                </c:pt>
                <c:pt idx="2960">
                  <c:v>-7492956</c:v>
                </c:pt>
                <c:pt idx="2961">
                  <c:v>-7522349</c:v>
                </c:pt>
                <c:pt idx="2962">
                  <c:v>-7450714</c:v>
                </c:pt>
                <c:pt idx="2963">
                  <c:v>-7537543</c:v>
                </c:pt>
                <c:pt idx="2964">
                  <c:v>-7690437</c:v>
                </c:pt>
                <c:pt idx="2965">
                  <c:v>-7673990</c:v>
                </c:pt>
                <c:pt idx="2966">
                  <c:v>-7517365</c:v>
                </c:pt>
                <c:pt idx="2967">
                  <c:v>-7603828</c:v>
                </c:pt>
                <c:pt idx="2968">
                  <c:v>-7635394</c:v>
                </c:pt>
                <c:pt idx="2969">
                  <c:v>-7560025</c:v>
                </c:pt>
                <c:pt idx="2970">
                  <c:v>-7519005</c:v>
                </c:pt>
                <c:pt idx="2971">
                  <c:v>-7506187</c:v>
                </c:pt>
                <c:pt idx="2972">
                  <c:v>-7692224</c:v>
                </c:pt>
                <c:pt idx="2973">
                  <c:v>-7532441</c:v>
                </c:pt>
                <c:pt idx="2974">
                  <c:v>-7606586</c:v>
                </c:pt>
                <c:pt idx="2975">
                  <c:v>-7679339</c:v>
                </c:pt>
                <c:pt idx="2976">
                  <c:v>-7582935</c:v>
                </c:pt>
                <c:pt idx="2977">
                  <c:v>-7497834</c:v>
                </c:pt>
                <c:pt idx="2978">
                  <c:v>-7568256</c:v>
                </c:pt>
                <c:pt idx="2979">
                  <c:v>-7638864</c:v>
                </c:pt>
                <c:pt idx="2980">
                  <c:v>-7599343</c:v>
                </c:pt>
                <c:pt idx="2981">
                  <c:v>-7608724</c:v>
                </c:pt>
                <c:pt idx="2982">
                  <c:v>-7526155</c:v>
                </c:pt>
                <c:pt idx="2983">
                  <c:v>-7557783</c:v>
                </c:pt>
                <c:pt idx="2984">
                  <c:v>-7671910</c:v>
                </c:pt>
                <c:pt idx="2985">
                  <c:v>-7592635</c:v>
                </c:pt>
                <c:pt idx="2986">
                  <c:v>-7623365</c:v>
                </c:pt>
                <c:pt idx="2987">
                  <c:v>-7453409</c:v>
                </c:pt>
                <c:pt idx="2988">
                  <c:v>-7668718</c:v>
                </c:pt>
                <c:pt idx="2989">
                  <c:v>-7560510</c:v>
                </c:pt>
                <c:pt idx="2990">
                  <c:v>-7535112</c:v>
                </c:pt>
                <c:pt idx="2991">
                  <c:v>-7469749</c:v>
                </c:pt>
                <c:pt idx="2992">
                  <c:v>-7475885</c:v>
                </c:pt>
                <c:pt idx="2993">
                  <c:v>-7478617</c:v>
                </c:pt>
                <c:pt idx="2994">
                  <c:v>-7517338</c:v>
                </c:pt>
                <c:pt idx="2995">
                  <c:v>-7661502</c:v>
                </c:pt>
                <c:pt idx="2996">
                  <c:v>-7608415</c:v>
                </c:pt>
                <c:pt idx="2997">
                  <c:v>-7690674</c:v>
                </c:pt>
                <c:pt idx="2998">
                  <c:v>-7599703</c:v>
                </c:pt>
                <c:pt idx="2999">
                  <c:v>-7527759</c:v>
                </c:pt>
                <c:pt idx="3000">
                  <c:v>-7528045</c:v>
                </c:pt>
                <c:pt idx="3001">
                  <c:v>-7693131</c:v>
                </c:pt>
                <c:pt idx="3002">
                  <c:v>-7656991</c:v>
                </c:pt>
                <c:pt idx="3003">
                  <c:v>-7512863</c:v>
                </c:pt>
                <c:pt idx="3004">
                  <c:v>-7665888</c:v>
                </c:pt>
                <c:pt idx="3005">
                  <c:v>-7480094</c:v>
                </c:pt>
                <c:pt idx="3006">
                  <c:v>-7516221</c:v>
                </c:pt>
                <c:pt idx="3007">
                  <c:v>-7651136</c:v>
                </c:pt>
                <c:pt idx="3008">
                  <c:v>-7637307</c:v>
                </c:pt>
                <c:pt idx="3009">
                  <c:v>-7523016</c:v>
                </c:pt>
                <c:pt idx="3010">
                  <c:v>-7649875</c:v>
                </c:pt>
                <c:pt idx="3011">
                  <c:v>-7518350</c:v>
                </c:pt>
                <c:pt idx="3012">
                  <c:v>-7659748</c:v>
                </c:pt>
                <c:pt idx="3013">
                  <c:v>-7523238</c:v>
                </c:pt>
                <c:pt idx="3014">
                  <c:v>-7435551</c:v>
                </c:pt>
                <c:pt idx="3015">
                  <c:v>-7531577</c:v>
                </c:pt>
                <c:pt idx="3016">
                  <c:v>-7609586</c:v>
                </c:pt>
                <c:pt idx="3017">
                  <c:v>-7573312</c:v>
                </c:pt>
                <c:pt idx="3018">
                  <c:v>-7480350</c:v>
                </c:pt>
                <c:pt idx="3019">
                  <c:v>-7462706</c:v>
                </c:pt>
                <c:pt idx="3020">
                  <c:v>-7606140</c:v>
                </c:pt>
                <c:pt idx="3021">
                  <c:v>-7582606</c:v>
                </c:pt>
                <c:pt idx="3022">
                  <c:v>-7649814</c:v>
                </c:pt>
                <c:pt idx="3023">
                  <c:v>-7462732</c:v>
                </c:pt>
                <c:pt idx="3024">
                  <c:v>-7672673</c:v>
                </c:pt>
                <c:pt idx="3025">
                  <c:v>-7647541</c:v>
                </c:pt>
                <c:pt idx="3026">
                  <c:v>-7510386</c:v>
                </c:pt>
                <c:pt idx="3027">
                  <c:v>-7492551</c:v>
                </c:pt>
                <c:pt idx="3028">
                  <c:v>-7556554</c:v>
                </c:pt>
                <c:pt idx="3029">
                  <c:v>-7669533</c:v>
                </c:pt>
                <c:pt idx="3030">
                  <c:v>-7547351</c:v>
                </c:pt>
                <c:pt idx="3031">
                  <c:v>-7535331</c:v>
                </c:pt>
                <c:pt idx="3032">
                  <c:v>-7622965</c:v>
                </c:pt>
                <c:pt idx="3033">
                  <c:v>-7482512</c:v>
                </c:pt>
                <c:pt idx="3034">
                  <c:v>-7585838</c:v>
                </c:pt>
                <c:pt idx="3035">
                  <c:v>-7608515</c:v>
                </c:pt>
                <c:pt idx="3036">
                  <c:v>-7513044</c:v>
                </c:pt>
                <c:pt idx="3037">
                  <c:v>-7709287</c:v>
                </c:pt>
                <c:pt idx="3038">
                  <c:v>-7579381</c:v>
                </c:pt>
                <c:pt idx="3039">
                  <c:v>-7515519</c:v>
                </c:pt>
                <c:pt idx="3040">
                  <c:v>-7498849</c:v>
                </c:pt>
                <c:pt idx="3041">
                  <c:v>-7674455</c:v>
                </c:pt>
                <c:pt idx="3042">
                  <c:v>-7657467</c:v>
                </c:pt>
                <c:pt idx="3043">
                  <c:v>-7446258</c:v>
                </c:pt>
                <c:pt idx="3044">
                  <c:v>-7537775</c:v>
                </c:pt>
                <c:pt idx="3045">
                  <c:v>-7612219</c:v>
                </c:pt>
                <c:pt idx="3046">
                  <c:v>-7643091</c:v>
                </c:pt>
                <c:pt idx="3047">
                  <c:v>-7641912</c:v>
                </c:pt>
                <c:pt idx="3048">
                  <c:v>-7639288</c:v>
                </c:pt>
                <c:pt idx="3049">
                  <c:v>-7652683</c:v>
                </c:pt>
                <c:pt idx="3050">
                  <c:v>-7613483</c:v>
                </c:pt>
                <c:pt idx="3051">
                  <c:v>-7473740</c:v>
                </c:pt>
                <c:pt idx="3052">
                  <c:v>-7518609</c:v>
                </c:pt>
                <c:pt idx="3053">
                  <c:v>-7611880</c:v>
                </c:pt>
                <c:pt idx="3054">
                  <c:v>-7694447</c:v>
                </c:pt>
                <c:pt idx="3055">
                  <c:v>-7521024</c:v>
                </c:pt>
                <c:pt idx="3056">
                  <c:v>-7535929</c:v>
                </c:pt>
                <c:pt idx="3057">
                  <c:v>-7643907</c:v>
                </c:pt>
                <c:pt idx="3058">
                  <c:v>-7619364</c:v>
                </c:pt>
                <c:pt idx="3059">
                  <c:v>-7670306</c:v>
                </c:pt>
                <c:pt idx="3060">
                  <c:v>-7520044</c:v>
                </c:pt>
                <c:pt idx="3061">
                  <c:v>-7449186</c:v>
                </c:pt>
                <c:pt idx="3062">
                  <c:v>-7484714</c:v>
                </c:pt>
                <c:pt idx="3063">
                  <c:v>-7450934</c:v>
                </c:pt>
                <c:pt idx="3064">
                  <c:v>-7694613</c:v>
                </c:pt>
                <c:pt idx="3065">
                  <c:v>-7668322</c:v>
                </c:pt>
                <c:pt idx="3066">
                  <c:v>-7541183</c:v>
                </c:pt>
                <c:pt idx="3067">
                  <c:v>-7526958</c:v>
                </c:pt>
                <c:pt idx="3068">
                  <c:v>-7472641</c:v>
                </c:pt>
                <c:pt idx="3069">
                  <c:v>-7508564</c:v>
                </c:pt>
                <c:pt idx="3070">
                  <c:v>-7483553</c:v>
                </c:pt>
                <c:pt idx="3071">
                  <c:v>-7683258</c:v>
                </c:pt>
                <c:pt idx="3072">
                  <c:v>-7564612</c:v>
                </c:pt>
                <c:pt idx="3073">
                  <c:v>-7549712</c:v>
                </c:pt>
                <c:pt idx="3074">
                  <c:v>-7669437</c:v>
                </c:pt>
                <c:pt idx="3075">
                  <c:v>-7706267</c:v>
                </c:pt>
                <c:pt idx="3076">
                  <c:v>-7476860</c:v>
                </c:pt>
                <c:pt idx="3077">
                  <c:v>-7703227</c:v>
                </c:pt>
                <c:pt idx="3078">
                  <c:v>-7650447</c:v>
                </c:pt>
                <c:pt idx="3079">
                  <c:v>-7515725</c:v>
                </c:pt>
                <c:pt idx="3080">
                  <c:v>-7476700</c:v>
                </c:pt>
                <c:pt idx="3081">
                  <c:v>-7515808</c:v>
                </c:pt>
                <c:pt idx="3082">
                  <c:v>-7692465</c:v>
                </c:pt>
                <c:pt idx="3083">
                  <c:v>-7570076</c:v>
                </c:pt>
                <c:pt idx="3084">
                  <c:v>-7472420</c:v>
                </c:pt>
                <c:pt idx="3085">
                  <c:v>-7549279</c:v>
                </c:pt>
                <c:pt idx="3086">
                  <c:v>-7709396</c:v>
                </c:pt>
                <c:pt idx="3087">
                  <c:v>-7661795</c:v>
                </c:pt>
                <c:pt idx="3088">
                  <c:v>-7676462</c:v>
                </c:pt>
                <c:pt idx="3089">
                  <c:v>-7521314</c:v>
                </c:pt>
                <c:pt idx="3090">
                  <c:v>-7563320</c:v>
                </c:pt>
                <c:pt idx="3091">
                  <c:v>-7524743</c:v>
                </c:pt>
                <c:pt idx="3092">
                  <c:v>-7703978</c:v>
                </c:pt>
                <c:pt idx="3093">
                  <c:v>-7525954</c:v>
                </c:pt>
                <c:pt idx="3094">
                  <c:v>-7570277</c:v>
                </c:pt>
                <c:pt idx="3095">
                  <c:v>-7527558</c:v>
                </c:pt>
                <c:pt idx="3096">
                  <c:v>-7507918</c:v>
                </c:pt>
                <c:pt idx="3097">
                  <c:v>-7502686</c:v>
                </c:pt>
                <c:pt idx="3098">
                  <c:v>-7575382</c:v>
                </c:pt>
                <c:pt idx="3099">
                  <c:v>-7621450</c:v>
                </c:pt>
                <c:pt idx="3100">
                  <c:v>-7520751</c:v>
                </c:pt>
                <c:pt idx="3101">
                  <c:v>-7507258</c:v>
                </c:pt>
                <c:pt idx="3102">
                  <c:v>-7564890</c:v>
                </c:pt>
                <c:pt idx="3103">
                  <c:v>-7501000</c:v>
                </c:pt>
                <c:pt idx="3104">
                  <c:v>-7519322</c:v>
                </c:pt>
                <c:pt idx="3105">
                  <c:v>-7531400</c:v>
                </c:pt>
                <c:pt idx="3106">
                  <c:v>-7510307</c:v>
                </c:pt>
                <c:pt idx="3107">
                  <c:v>-7511259</c:v>
                </c:pt>
                <c:pt idx="3108">
                  <c:v>-7619706</c:v>
                </c:pt>
                <c:pt idx="3109">
                  <c:v>-7706420</c:v>
                </c:pt>
                <c:pt idx="3110">
                  <c:v>-7691764</c:v>
                </c:pt>
                <c:pt idx="3111">
                  <c:v>-7681387</c:v>
                </c:pt>
                <c:pt idx="3112">
                  <c:v>-7623157</c:v>
                </c:pt>
                <c:pt idx="3113">
                  <c:v>-7702421</c:v>
                </c:pt>
                <c:pt idx="3114">
                  <c:v>-7473734</c:v>
                </c:pt>
                <c:pt idx="3115">
                  <c:v>-7532446</c:v>
                </c:pt>
                <c:pt idx="3116">
                  <c:v>-7488290</c:v>
                </c:pt>
                <c:pt idx="3117">
                  <c:v>-7663091</c:v>
                </c:pt>
                <c:pt idx="3118">
                  <c:v>-7671355</c:v>
                </c:pt>
                <c:pt idx="3119">
                  <c:v>-7606286</c:v>
                </c:pt>
                <c:pt idx="3120">
                  <c:v>-7680452</c:v>
                </c:pt>
                <c:pt idx="3121">
                  <c:v>-7690732</c:v>
                </c:pt>
                <c:pt idx="3122">
                  <c:v>-7652896</c:v>
                </c:pt>
                <c:pt idx="3123">
                  <c:v>-7627574</c:v>
                </c:pt>
                <c:pt idx="3124">
                  <c:v>-7689861</c:v>
                </c:pt>
                <c:pt idx="3125">
                  <c:v>-7633759</c:v>
                </c:pt>
                <c:pt idx="3126">
                  <c:v>-7650226</c:v>
                </c:pt>
                <c:pt idx="3127">
                  <c:v>-7712184</c:v>
                </c:pt>
                <c:pt idx="3128">
                  <c:v>-7566575</c:v>
                </c:pt>
                <c:pt idx="3129">
                  <c:v>-7671042</c:v>
                </c:pt>
                <c:pt idx="3130">
                  <c:v>-7652361</c:v>
                </c:pt>
                <c:pt idx="3131">
                  <c:v>-7468449</c:v>
                </c:pt>
                <c:pt idx="3132">
                  <c:v>-7478897</c:v>
                </c:pt>
                <c:pt idx="3133">
                  <c:v>-7662995</c:v>
                </c:pt>
                <c:pt idx="3134">
                  <c:v>-7585633</c:v>
                </c:pt>
                <c:pt idx="3135">
                  <c:v>-7520918</c:v>
                </c:pt>
                <c:pt idx="3136">
                  <c:v>-7649403</c:v>
                </c:pt>
                <c:pt idx="3137">
                  <c:v>-7474905</c:v>
                </c:pt>
                <c:pt idx="3138">
                  <c:v>-7605601</c:v>
                </c:pt>
                <c:pt idx="3139">
                  <c:v>-7595341</c:v>
                </c:pt>
                <c:pt idx="3140">
                  <c:v>-7705826</c:v>
                </c:pt>
                <c:pt idx="3141">
                  <c:v>-7555009</c:v>
                </c:pt>
                <c:pt idx="3142">
                  <c:v>-7526460</c:v>
                </c:pt>
                <c:pt idx="3143">
                  <c:v>-7527962</c:v>
                </c:pt>
                <c:pt idx="3144">
                  <c:v>-7592695</c:v>
                </c:pt>
                <c:pt idx="3145">
                  <c:v>-7605304</c:v>
                </c:pt>
                <c:pt idx="3146">
                  <c:v>-7577996</c:v>
                </c:pt>
                <c:pt idx="3147">
                  <c:v>-7471377</c:v>
                </c:pt>
                <c:pt idx="3148">
                  <c:v>-7526011</c:v>
                </c:pt>
                <c:pt idx="3149">
                  <c:v>-7644091</c:v>
                </c:pt>
                <c:pt idx="3150">
                  <c:v>-7666519</c:v>
                </c:pt>
                <c:pt idx="3151">
                  <c:v>-7636558</c:v>
                </c:pt>
                <c:pt idx="3152">
                  <c:v>-7657019</c:v>
                </c:pt>
                <c:pt idx="3153">
                  <c:v>-7666202</c:v>
                </c:pt>
                <c:pt idx="3154">
                  <c:v>-7605258</c:v>
                </c:pt>
                <c:pt idx="3155">
                  <c:v>-7589717</c:v>
                </c:pt>
                <c:pt idx="3156">
                  <c:v>-7630766</c:v>
                </c:pt>
                <c:pt idx="3157">
                  <c:v>-7469589</c:v>
                </c:pt>
                <c:pt idx="3158">
                  <c:v>-7513128</c:v>
                </c:pt>
                <c:pt idx="3159">
                  <c:v>-7529763</c:v>
                </c:pt>
                <c:pt idx="3160">
                  <c:v>-7576374</c:v>
                </c:pt>
                <c:pt idx="3161">
                  <c:v>-7676561</c:v>
                </c:pt>
                <c:pt idx="3162">
                  <c:v>-7628095</c:v>
                </c:pt>
                <c:pt idx="3163">
                  <c:v>-7493718</c:v>
                </c:pt>
                <c:pt idx="3164">
                  <c:v>-7518219</c:v>
                </c:pt>
                <c:pt idx="3165">
                  <c:v>-7570589</c:v>
                </c:pt>
                <c:pt idx="3166">
                  <c:v>-7640943</c:v>
                </c:pt>
                <c:pt idx="3167">
                  <c:v>-7674479</c:v>
                </c:pt>
                <c:pt idx="3168">
                  <c:v>-7674650</c:v>
                </c:pt>
                <c:pt idx="3169">
                  <c:v>-7695366</c:v>
                </c:pt>
                <c:pt idx="3170">
                  <c:v>-7674042</c:v>
                </c:pt>
                <c:pt idx="3171">
                  <c:v>-7600387</c:v>
                </c:pt>
                <c:pt idx="3172">
                  <c:v>-7582630</c:v>
                </c:pt>
                <c:pt idx="3173">
                  <c:v>-7460091</c:v>
                </c:pt>
                <c:pt idx="3174">
                  <c:v>-7543381</c:v>
                </c:pt>
                <c:pt idx="3175">
                  <c:v>-7653205</c:v>
                </c:pt>
                <c:pt idx="3176">
                  <c:v>-7526809</c:v>
                </c:pt>
                <c:pt idx="3177">
                  <c:v>-7446229</c:v>
                </c:pt>
                <c:pt idx="3178">
                  <c:v>-7693501</c:v>
                </c:pt>
                <c:pt idx="3179">
                  <c:v>-7618348</c:v>
                </c:pt>
                <c:pt idx="3180">
                  <c:v>-7537052</c:v>
                </c:pt>
                <c:pt idx="3181">
                  <c:v>-7547660</c:v>
                </c:pt>
                <c:pt idx="3182">
                  <c:v>-7477859</c:v>
                </c:pt>
                <c:pt idx="3183">
                  <c:v>-7564134</c:v>
                </c:pt>
                <c:pt idx="3184">
                  <c:v>-7454721</c:v>
                </c:pt>
                <c:pt idx="3185">
                  <c:v>-7593426</c:v>
                </c:pt>
                <c:pt idx="3186">
                  <c:v>-7611379</c:v>
                </c:pt>
                <c:pt idx="3187">
                  <c:v>-7715972</c:v>
                </c:pt>
                <c:pt idx="3188">
                  <c:v>-7688161</c:v>
                </c:pt>
                <c:pt idx="3189">
                  <c:v>-7653801</c:v>
                </c:pt>
                <c:pt idx="3190">
                  <c:v>-7674262</c:v>
                </c:pt>
                <c:pt idx="3191">
                  <c:v>-7637893</c:v>
                </c:pt>
                <c:pt idx="3192">
                  <c:v>-7510431</c:v>
                </c:pt>
                <c:pt idx="3193">
                  <c:v>-7600067</c:v>
                </c:pt>
                <c:pt idx="3194">
                  <c:v>-7562823</c:v>
                </c:pt>
                <c:pt idx="3195">
                  <c:v>-7524920</c:v>
                </c:pt>
                <c:pt idx="3196">
                  <c:v>-7641518</c:v>
                </c:pt>
                <c:pt idx="3197">
                  <c:v>-7456339</c:v>
                </c:pt>
                <c:pt idx="3198">
                  <c:v>-7636688</c:v>
                </c:pt>
                <c:pt idx="3199">
                  <c:v>-7653130</c:v>
                </c:pt>
                <c:pt idx="3200">
                  <c:v>-7492111</c:v>
                </c:pt>
                <c:pt idx="3201">
                  <c:v>-7638091</c:v>
                </c:pt>
                <c:pt idx="3202">
                  <c:v>-7673184</c:v>
                </c:pt>
                <c:pt idx="3203">
                  <c:v>-7660901</c:v>
                </c:pt>
                <c:pt idx="3204">
                  <c:v>-7518167</c:v>
                </c:pt>
                <c:pt idx="3205">
                  <c:v>-7509773</c:v>
                </c:pt>
                <c:pt idx="3206">
                  <c:v>-7666402</c:v>
                </c:pt>
                <c:pt idx="3207">
                  <c:v>-7514952</c:v>
                </c:pt>
                <c:pt idx="3208">
                  <c:v>-7620849</c:v>
                </c:pt>
                <c:pt idx="3209">
                  <c:v>-7540345</c:v>
                </c:pt>
                <c:pt idx="3210">
                  <c:v>-7605329</c:v>
                </c:pt>
                <c:pt idx="3211">
                  <c:v>-7525439</c:v>
                </c:pt>
                <c:pt idx="3212">
                  <c:v>-7467739</c:v>
                </c:pt>
                <c:pt idx="3213">
                  <c:v>-7503239</c:v>
                </c:pt>
                <c:pt idx="3214">
                  <c:v>-7631348</c:v>
                </c:pt>
                <c:pt idx="3215">
                  <c:v>-7523201</c:v>
                </c:pt>
                <c:pt idx="3216">
                  <c:v>-7644546</c:v>
                </c:pt>
                <c:pt idx="3217">
                  <c:v>-7696098</c:v>
                </c:pt>
                <c:pt idx="3218">
                  <c:v>-7539500</c:v>
                </c:pt>
                <c:pt idx="3219">
                  <c:v>-7484127</c:v>
                </c:pt>
                <c:pt idx="3220">
                  <c:v>-7551547</c:v>
                </c:pt>
                <c:pt idx="3221">
                  <c:v>-7658678</c:v>
                </c:pt>
                <c:pt idx="3222">
                  <c:v>-7627777</c:v>
                </c:pt>
                <c:pt idx="3223">
                  <c:v>-7558900</c:v>
                </c:pt>
                <c:pt idx="3224">
                  <c:v>-7659599</c:v>
                </c:pt>
                <c:pt idx="3225">
                  <c:v>-7517577</c:v>
                </c:pt>
                <c:pt idx="3226">
                  <c:v>-7642352</c:v>
                </c:pt>
                <c:pt idx="3227">
                  <c:v>-7561030</c:v>
                </c:pt>
                <c:pt idx="3228">
                  <c:v>-7589392</c:v>
                </c:pt>
                <c:pt idx="3229">
                  <c:v>-7572535</c:v>
                </c:pt>
                <c:pt idx="3230">
                  <c:v>-7549016</c:v>
                </c:pt>
                <c:pt idx="3231">
                  <c:v>-7690482</c:v>
                </c:pt>
                <c:pt idx="3232">
                  <c:v>-7627717</c:v>
                </c:pt>
                <c:pt idx="3233">
                  <c:v>-7609871</c:v>
                </c:pt>
                <c:pt idx="3234">
                  <c:v>-7681638</c:v>
                </c:pt>
                <c:pt idx="3235">
                  <c:v>-7669443</c:v>
                </c:pt>
                <c:pt idx="3236">
                  <c:v>-7665852</c:v>
                </c:pt>
                <c:pt idx="3237">
                  <c:v>-7649406</c:v>
                </c:pt>
                <c:pt idx="3238">
                  <c:v>-7529842</c:v>
                </c:pt>
                <c:pt idx="3239">
                  <c:v>-7636999</c:v>
                </c:pt>
                <c:pt idx="3240">
                  <c:v>-7630644</c:v>
                </c:pt>
                <c:pt idx="3241">
                  <c:v>-7698631</c:v>
                </c:pt>
                <c:pt idx="3242">
                  <c:v>-7634639</c:v>
                </c:pt>
                <c:pt idx="3243">
                  <c:v>-7615177</c:v>
                </c:pt>
                <c:pt idx="3244">
                  <c:v>-7602971</c:v>
                </c:pt>
                <c:pt idx="3245">
                  <c:v>-7503252</c:v>
                </c:pt>
                <c:pt idx="3246">
                  <c:v>-7625960</c:v>
                </c:pt>
                <c:pt idx="3247">
                  <c:v>-7550480</c:v>
                </c:pt>
                <c:pt idx="3248">
                  <c:v>-7622918</c:v>
                </c:pt>
                <c:pt idx="3249">
                  <c:v>-7642327</c:v>
                </c:pt>
                <c:pt idx="3250">
                  <c:v>-7579204</c:v>
                </c:pt>
                <c:pt idx="3251">
                  <c:v>-7505224</c:v>
                </c:pt>
                <c:pt idx="3252">
                  <c:v>-7496777</c:v>
                </c:pt>
                <c:pt idx="3253">
                  <c:v>-7674227</c:v>
                </c:pt>
                <c:pt idx="3254">
                  <c:v>-7620359</c:v>
                </c:pt>
                <c:pt idx="3255">
                  <c:v>-7691539</c:v>
                </c:pt>
                <c:pt idx="3256">
                  <c:v>-7515708</c:v>
                </c:pt>
                <c:pt idx="3257">
                  <c:v>-7635571</c:v>
                </c:pt>
                <c:pt idx="3258">
                  <c:v>-7561136</c:v>
                </c:pt>
                <c:pt idx="3259">
                  <c:v>-7649179</c:v>
                </c:pt>
                <c:pt idx="3260">
                  <c:v>-7527576</c:v>
                </c:pt>
                <c:pt idx="3261">
                  <c:v>-7524088</c:v>
                </c:pt>
                <c:pt idx="3262">
                  <c:v>-7625648</c:v>
                </c:pt>
                <c:pt idx="3263">
                  <c:v>-7663909</c:v>
                </c:pt>
                <c:pt idx="3264">
                  <c:v>-7640666</c:v>
                </c:pt>
                <c:pt idx="3265">
                  <c:v>-7671478</c:v>
                </c:pt>
                <c:pt idx="3266">
                  <c:v>-7459456</c:v>
                </c:pt>
                <c:pt idx="3267">
                  <c:v>-7542711</c:v>
                </c:pt>
                <c:pt idx="3268">
                  <c:v>-7495435</c:v>
                </c:pt>
                <c:pt idx="3269">
                  <c:v>-7496430</c:v>
                </c:pt>
                <c:pt idx="3270">
                  <c:v>-7557897</c:v>
                </c:pt>
                <c:pt idx="3271">
                  <c:v>-7573272</c:v>
                </c:pt>
                <c:pt idx="3272">
                  <c:v>-7680805</c:v>
                </c:pt>
                <c:pt idx="3273">
                  <c:v>-7650448</c:v>
                </c:pt>
                <c:pt idx="3274">
                  <c:v>-7665601</c:v>
                </c:pt>
                <c:pt idx="3275">
                  <c:v>-7683871</c:v>
                </c:pt>
                <c:pt idx="3276">
                  <c:v>-7677861</c:v>
                </c:pt>
                <c:pt idx="3277">
                  <c:v>-7508613</c:v>
                </c:pt>
                <c:pt idx="3278">
                  <c:v>-7629139</c:v>
                </c:pt>
                <c:pt idx="3279">
                  <c:v>-7611761</c:v>
                </c:pt>
                <c:pt idx="3280">
                  <c:v>-7474434</c:v>
                </c:pt>
                <c:pt idx="3281">
                  <c:v>-7689864</c:v>
                </c:pt>
                <c:pt idx="3282">
                  <c:v>-7679197</c:v>
                </c:pt>
                <c:pt idx="3283">
                  <c:v>-7620839</c:v>
                </c:pt>
                <c:pt idx="3284">
                  <c:v>-7651387</c:v>
                </c:pt>
                <c:pt idx="3285">
                  <c:v>-7630371</c:v>
                </c:pt>
                <c:pt idx="3286">
                  <c:v>-7613959</c:v>
                </c:pt>
                <c:pt idx="3287">
                  <c:v>-7565256</c:v>
                </c:pt>
                <c:pt idx="3288">
                  <c:v>-7532614</c:v>
                </c:pt>
                <c:pt idx="3289">
                  <c:v>-7617160</c:v>
                </c:pt>
                <c:pt idx="3290">
                  <c:v>-7645471</c:v>
                </c:pt>
                <c:pt idx="3291">
                  <c:v>-7625941</c:v>
                </c:pt>
                <c:pt idx="3292">
                  <c:v>-7495218</c:v>
                </c:pt>
                <c:pt idx="3293">
                  <c:v>-7682022</c:v>
                </c:pt>
                <c:pt idx="3294">
                  <c:v>-7575279</c:v>
                </c:pt>
                <c:pt idx="3295">
                  <c:v>-7546202</c:v>
                </c:pt>
                <c:pt idx="3296">
                  <c:v>-7478657</c:v>
                </c:pt>
                <c:pt idx="3297">
                  <c:v>-7533238</c:v>
                </c:pt>
                <c:pt idx="3298">
                  <c:v>-7677144</c:v>
                </c:pt>
                <c:pt idx="3299">
                  <c:v>-7464304</c:v>
                </c:pt>
                <c:pt idx="3300">
                  <c:v>-7668381</c:v>
                </c:pt>
                <c:pt idx="3301">
                  <c:v>-7531971</c:v>
                </c:pt>
                <c:pt idx="3302">
                  <c:v>-7516915</c:v>
                </c:pt>
                <c:pt idx="3303">
                  <c:v>-7620494</c:v>
                </c:pt>
                <c:pt idx="3304">
                  <c:v>-7534262</c:v>
                </c:pt>
                <c:pt idx="3305">
                  <c:v>-7536311</c:v>
                </c:pt>
                <c:pt idx="3306">
                  <c:v>-7499760</c:v>
                </c:pt>
                <c:pt idx="3307">
                  <c:v>-7660634</c:v>
                </c:pt>
                <c:pt idx="3308">
                  <c:v>-7502711</c:v>
                </c:pt>
                <c:pt idx="3309">
                  <c:v>-7623454</c:v>
                </c:pt>
                <c:pt idx="3310">
                  <c:v>-7699920</c:v>
                </c:pt>
                <c:pt idx="3311">
                  <c:v>-7643658</c:v>
                </c:pt>
                <c:pt idx="3312">
                  <c:v>-7558015</c:v>
                </c:pt>
                <c:pt idx="3313">
                  <c:v>-7638452</c:v>
                </c:pt>
                <c:pt idx="3314">
                  <c:v>-7659088</c:v>
                </c:pt>
                <c:pt idx="3315">
                  <c:v>-7575313</c:v>
                </c:pt>
                <c:pt idx="3316">
                  <c:v>-7484480</c:v>
                </c:pt>
                <c:pt idx="3317">
                  <c:v>-7519474</c:v>
                </c:pt>
                <c:pt idx="3318">
                  <c:v>-7547848</c:v>
                </c:pt>
                <c:pt idx="3319">
                  <c:v>-7686624</c:v>
                </c:pt>
                <c:pt idx="3320">
                  <c:v>-7693089</c:v>
                </c:pt>
                <c:pt idx="3321">
                  <c:v>-7684423</c:v>
                </c:pt>
                <c:pt idx="3322">
                  <c:v>-7596596</c:v>
                </c:pt>
                <c:pt idx="3323">
                  <c:v>-7525168</c:v>
                </c:pt>
                <c:pt idx="3324">
                  <c:v>-7455862</c:v>
                </c:pt>
                <c:pt idx="3325">
                  <c:v>-7605140</c:v>
                </c:pt>
                <c:pt idx="3326">
                  <c:v>-7583962</c:v>
                </c:pt>
                <c:pt idx="3327">
                  <c:v>-7454048</c:v>
                </c:pt>
                <c:pt idx="3328">
                  <c:v>-7533983</c:v>
                </c:pt>
                <c:pt idx="3329">
                  <c:v>-7549388</c:v>
                </c:pt>
                <c:pt idx="3330">
                  <c:v>-7586517</c:v>
                </c:pt>
                <c:pt idx="3331">
                  <c:v>-7596441</c:v>
                </c:pt>
                <c:pt idx="3332">
                  <c:v>-7593316</c:v>
                </c:pt>
                <c:pt idx="3333">
                  <c:v>-7616232</c:v>
                </c:pt>
                <c:pt idx="3334">
                  <c:v>-7575976</c:v>
                </c:pt>
                <c:pt idx="3335">
                  <c:v>-7683156</c:v>
                </c:pt>
                <c:pt idx="3336">
                  <c:v>-7650264</c:v>
                </c:pt>
                <c:pt idx="3337">
                  <c:v>-7626031</c:v>
                </c:pt>
                <c:pt idx="3338">
                  <c:v>-7629141</c:v>
                </c:pt>
                <c:pt idx="3339">
                  <c:v>-7702228</c:v>
                </c:pt>
                <c:pt idx="3340">
                  <c:v>-7492256</c:v>
                </c:pt>
                <c:pt idx="3341">
                  <c:v>-7638746</c:v>
                </c:pt>
                <c:pt idx="3342">
                  <c:v>-7614735</c:v>
                </c:pt>
                <c:pt idx="3343">
                  <c:v>-7662646</c:v>
                </c:pt>
                <c:pt idx="3344">
                  <c:v>-7520203</c:v>
                </c:pt>
                <c:pt idx="3345">
                  <c:v>-7523462</c:v>
                </c:pt>
                <c:pt idx="3346">
                  <c:v>-7654301</c:v>
                </c:pt>
                <c:pt idx="3347">
                  <c:v>-7584815</c:v>
                </c:pt>
                <c:pt idx="3348">
                  <c:v>-7555617</c:v>
                </c:pt>
                <c:pt idx="3349">
                  <c:v>-7482761</c:v>
                </c:pt>
                <c:pt idx="3350">
                  <c:v>-7526449</c:v>
                </c:pt>
                <c:pt idx="3351">
                  <c:v>-7533540</c:v>
                </c:pt>
                <c:pt idx="3352">
                  <c:v>-7673284</c:v>
                </c:pt>
                <c:pt idx="3353">
                  <c:v>-7651365</c:v>
                </c:pt>
                <c:pt idx="3354">
                  <c:v>-7703777</c:v>
                </c:pt>
                <c:pt idx="3355">
                  <c:v>-7589173</c:v>
                </c:pt>
                <c:pt idx="3356">
                  <c:v>-7584935</c:v>
                </c:pt>
                <c:pt idx="3357">
                  <c:v>-7520669</c:v>
                </c:pt>
                <c:pt idx="3358">
                  <c:v>-7644428</c:v>
                </c:pt>
                <c:pt idx="3359">
                  <c:v>-7658350</c:v>
                </c:pt>
                <c:pt idx="3360">
                  <c:v>-7652324</c:v>
                </c:pt>
                <c:pt idx="3361">
                  <c:v>-7617514</c:v>
                </c:pt>
                <c:pt idx="3362">
                  <c:v>-7485039</c:v>
                </c:pt>
                <c:pt idx="3363">
                  <c:v>-7447727</c:v>
                </c:pt>
                <c:pt idx="3364">
                  <c:v>-7505081</c:v>
                </c:pt>
                <c:pt idx="3365">
                  <c:v>-7529309</c:v>
                </c:pt>
                <c:pt idx="3366">
                  <c:v>-7585305</c:v>
                </c:pt>
                <c:pt idx="3367">
                  <c:v>-7570745</c:v>
                </c:pt>
                <c:pt idx="3368">
                  <c:v>-7545798</c:v>
                </c:pt>
                <c:pt idx="3369">
                  <c:v>-7565850</c:v>
                </c:pt>
                <c:pt idx="3370">
                  <c:v>-7652520</c:v>
                </c:pt>
                <c:pt idx="3371">
                  <c:v>-7483315</c:v>
                </c:pt>
                <c:pt idx="3372">
                  <c:v>-7678590</c:v>
                </c:pt>
                <c:pt idx="3373">
                  <c:v>-7671297</c:v>
                </c:pt>
                <c:pt idx="3374">
                  <c:v>-7650421</c:v>
                </c:pt>
                <c:pt idx="3375">
                  <c:v>-7686807</c:v>
                </c:pt>
                <c:pt idx="3376">
                  <c:v>-7636652</c:v>
                </c:pt>
                <c:pt idx="3377">
                  <c:v>-7692540</c:v>
                </c:pt>
                <c:pt idx="3378">
                  <c:v>-7533525</c:v>
                </c:pt>
                <c:pt idx="3379">
                  <c:v>-7486983</c:v>
                </c:pt>
                <c:pt idx="3380">
                  <c:v>-7616154</c:v>
                </c:pt>
                <c:pt idx="3381">
                  <c:v>-7561049</c:v>
                </c:pt>
                <c:pt idx="3382">
                  <c:v>-7644541</c:v>
                </c:pt>
                <c:pt idx="3383">
                  <c:v>-7685854</c:v>
                </c:pt>
                <c:pt idx="3384">
                  <c:v>-7620554</c:v>
                </c:pt>
                <c:pt idx="3385">
                  <c:v>-7639828</c:v>
                </c:pt>
                <c:pt idx="3386">
                  <c:v>-7570262</c:v>
                </c:pt>
                <c:pt idx="3387">
                  <c:v>-7527482</c:v>
                </c:pt>
                <c:pt idx="3388">
                  <c:v>-7443825</c:v>
                </c:pt>
                <c:pt idx="3389">
                  <c:v>-7689098</c:v>
                </c:pt>
                <c:pt idx="3390">
                  <c:v>-7534125</c:v>
                </c:pt>
                <c:pt idx="3391">
                  <c:v>-7488109</c:v>
                </c:pt>
                <c:pt idx="3392">
                  <c:v>-7694901</c:v>
                </c:pt>
                <c:pt idx="3393">
                  <c:v>-7449615</c:v>
                </c:pt>
                <c:pt idx="3394">
                  <c:v>-7655389</c:v>
                </c:pt>
                <c:pt idx="3395">
                  <c:v>-7610071</c:v>
                </c:pt>
                <c:pt idx="3396">
                  <c:v>-7561894</c:v>
                </c:pt>
                <c:pt idx="3397">
                  <c:v>-7706256</c:v>
                </c:pt>
                <c:pt idx="3398">
                  <c:v>-7549701</c:v>
                </c:pt>
                <c:pt idx="3399">
                  <c:v>-7538496</c:v>
                </c:pt>
                <c:pt idx="3400">
                  <c:v>-7588761</c:v>
                </c:pt>
                <c:pt idx="3401">
                  <c:v>-7708191</c:v>
                </c:pt>
                <c:pt idx="3402">
                  <c:v>-7679074</c:v>
                </c:pt>
                <c:pt idx="3403">
                  <c:v>-7457895</c:v>
                </c:pt>
                <c:pt idx="3404">
                  <c:v>-7679526</c:v>
                </c:pt>
                <c:pt idx="3405">
                  <c:v>-7474217</c:v>
                </c:pt>
                <c:pt idx="3406">
                  <c:v>-7605311</c:v>
                </c:pt>
                <c:pt idx="3407">
                  <c:v>-7502443</c:v>
                </c:pt>
                <c:pt idx="3408">
                  <c:v>-7684090</c:v>
                </c:pt>
                <c:pt idx="3409">
                  <c:v>-7503791</c:v>
                </c:pt>
                <c:pt idx="3410">
                  <c:v>-7646984</c:v>
                </c:pt>
                <c:pt idx="3411">
                  <c:v>-7443010</c:v>
                </c:pt>
                <c:pt idx="3412">
                  <c:v>-7699663</c:v>
                </c:pt>
                <c:pt idx="3413">
                  <c:v>-7691610</c:v>
                </c:pt>
                <c:pt idx="3414">
                  <c:v>-7598878</c:v>
                </c:pt>
                <c:pt idx="3415">
                  <c:v>-7531684</c:v>
                </c:pt>
                <c:pt idx="3416">
                  <c:v>-7680400</c:v>
                </c:pt>
                <c:pt idx="3417">
                  <c:v>-7525711</c:v>
                </c:pt>
                <c:pt idx="3418">
                  <c:v>-7681371</c:v>
                </c:pt>
                <c:pt idx="3419">
                  <c:v>-7475111</c:v>
                </c:pt>
                <c:pt idx="3420">
                  <c:v>-7559675</c:v>
                </c:pt>
                <c:pt idx="3421">
                  <c:v>-7518233</c:v>
                </c:pt>
                <c:pt idx="3422">
                  <c:v>-7469135</c:v>
                </c:pt>
                <c:pt idx="3423">
                  <c:v>-7715332</c:v>
                </c:pt>
                <c:pt idx="3424">
                  <c:v>-7652399</c:v>
                </c:pt>
                <c:pt idx="3425">
                  <c:v>-7609109</c:v>
                </c:pt>
                <c:pt idx="3426">
                  <c:v>-7524139</c:v>
                </c:pt>
                <c:pt idx="3427">
                  <c:v>-7655351</c:v>
                </c:pt>
                <c:pt idx="3428">
                  <c:v>-7661379</c:v>
                </c:pt>
                <c:pt idx="3429">
                  <c:v>-7461063</c:v>
                </c:pt>
                <c:pt idx="3430">
                  <c:v>-7512925</c:v>
                </c:pt>
                <c:pt idx="3431">
                  <c:v>-7529888</c:v>
                </c:pt>
                <c:pt idx="3432">
                  <c:v>-7587578</c:v>
                </c:pt>
                <c:pt idx="3433">
                  <c:v>-7668481</c:v>
                </c:pt>
                <c:pt idx="3434">
                  <c:v>-7711713</c:v>
                </c:pt>
                <c:pt idx="3435">
                  <c:v>-7447300</c:v>
                </c:pt>
                <c:pt idx="3436">
                  <c:v>-7655153</c:v>
                </c:pt>
                <c:pt idx="3437">
                  <c:v>-7604728</c:v>
                </c:pt>
                <c:pt idx="3438">
                  <c:v>-7621380</c:v>
                </c:pt>
                <c:pt idx="3439">
                  <c:v>-7655279</c:v>
                </c:pt>
                <c:pt idx="3440">
                  <c:v>-7665988</c:v>
                </c:pt>
                <c:pt idx="3441">
                  <c:v>-7633310</c:v>
                </c:pt>
                <c:pt idx="3442">
                  <c:v>-7642489</c:v>
                </c:pt>
                <c:pt idx="3443">
                  <c:v>-7649322</c:v>
                </c:pt>
                <c:pt idx="3444">
                  <c:v>-7590904</c:v>
                </c:pt>
                <c:pt idx="3445">
                  <c:v>-7692966</c:v>
                </c:pt>
                <c:pt idx="3446">
                  <c:v>-7518582</c:v>
                </c:pt>
                <c:pt idx="3447">
                  <c:v>-7451060</c:v>
                </c:pt>
                <c:pt idx="3448">
                  <c:v>-7642955</c:v>
                </c:pt>
                <c:pt idx="3449">
                  <c:v>-7637006</c:v>
                </c:pt>
                <c:pt idx="3450">
                  <c:v>-7583010</c:v>
                </c:pt>
                <c:pt idx="3451">
                  <c:v>-7515076</c:v>
                </c:pt>
                <c:pt idx="3452">
                  <c:v>-7533373</c:v>
                </c:pt>
                <c:pt idx="3453">
                  <c:v>-7693259</c:v>
                </c:pt>
                <c:pt idx="3454">
                  <c:v>-7658211</c:v>
                </c:pt>
                <c:pt idx="3455">
                  <c:v>-7639608</c:v>
                </c:pt>
                <c:pt idx="3456">
                  <c:v>-7584716</c:v>
                </c:pt>
                <c:pt idx="3457">
                  <c:v>-7502555</c:v>
                </c:pt>
                <c:pt idx="3458">
                  <c:v>-7641218</c:v>
                </c:pt>
                <c:pt idx="3459">
                  <c:v>-7649340</c:v>
                </c:pt>
                <c:pt idx="3460">
                  <c:v>-7692318</c:v>
                </c:pt>
                <c:pt idx="3461">
                  <c:v>-7637172</c:v>
                </c:pt>
                <c:pt idx="3462">
                  <c:v>-7577910</c:v>
                </c:pt>
                <c:pt idx="3463">
                  <c:v>-7488885</c:v>
                </c:pt>
                <c:pt idx="3464">
                  <c:v>-7555283</c:v>
                </c:pt>
                <c:pt idx="3465">
                  <c:v>-7635863</c:v>
                </c:pt>
                <c:pt idx="3466">
                  <c:v>-7655540</c:v>
                </c:pt>
                <c:pt idx="3467">
                  <c:v>-7571053</c:v>
                </c:pt>
                <c:pt idx="3468">
                  <c:v>-7505413</c:v>
                </c:pt>
                <c:pt idx="3469">
                  <c:v>-7692349</c:v>
                </c:pt>
                <c:pt idx="3470">
                  <c:v>-7492097</c:v>
                </c:pt>
                <c:pt idx="3471">
                  <c:v>-7531590</c:v>
                </c:pt>
                <c:pt idx="3472">
                  <c:v>-7526155</c:v>
                </c:pt>
                <c:pt idx="3473">
                  <c:v>-7644212</c:v>
                </c:pt>
                <c:pt idx="3474">
                  <c:v>-7586025</c:v>
                </c:pt>
                <c:pt idx="3475">
                  <c:v>-7650777</c:v>
                </c:pt>
                <c:pt idx="3476">
                  <c:v>-7513824</c:v>
                </c:pt>
                <c:pt idx="3477">
                  <c:v>-7456023</c:v>
                </c:pt>
                <c:pt idx="3478">
                  <c:v>-7628266</c:v>
                </c:pt>
                <c:pt idx="3479">
                  <c:v>-7644788</c:v>
                </c:pt>
                <c:pt idx="3480">
                  <c:v>-7620395</c:v>
                </c:pt>
                <c:pt idx="3481">
                  <c:v>-7577406</c:v>
                </c:pt>
                <c:pt idx="3482">
                  <c:v>-7677211</c:v>
                </c:pt>
                <c:pt idx="3483">
                  <c:v>-7480280</c:v>
                </c:pt>
                <c:pt idx="3484">
                  <c:v>-7613786</c:v>
                </c:pt>
                <c:pt idx="3485">
                  <c:v>-7567305</c:v>
                </c:pt>
                <c:pt idx="3486">
                  <c:v>-7589163</c:v>
                </c:pt>
                <c:pt idx="3487">
                  <c:v>-7522710</c:v>
                </c:pt>
                <c:pt idx="3488">
                  <c:v>-7579424</c:v>
                </c:pt>
                <c:pt idx="3489">
                  <c:v>-7548798</c:v>
                </c:pt>
                <c:pt idx="3490">
                  <c:v>-7680749</c:v>
                </c:pt>
                <c:pt idx="3491">
                  <c:v>-7670981</c:v>
                </c:pt>
                <c:pt idx="3492">
                  <c:v>-7659333</c:v>
                </c:pt>
                <c:pt idx="3493">
                  <c:v>-7682190</c:v>
                </c:pt>
                <c:pt idx="3494">
                  <c:v>-7527215</c:v>
                </c:pt>
                <c:pt idx="3495">
                  <c:v>-7672586</c:v>
                </c:pt>
                <c:pt idx="3496">
                  <c:v>-7559630</c:v>
                </c:pt>
                <c:pt idx="3497">
                  <c:v>-7589056</c:v>
                </c:pt>
                <c:pt idx="3498">
                  <c:v>-7434529</c:v>
                </c:pt>
                <c:pt idx="3499">
                  <c:v>-7669311</c:v>
                </c:pt>
                <c:pt idx="3500">
                  <c:v>-7477308</c:v>
                </c:pt>
                <c:pt idx="3501">
                  <c:v>-7648386</c:v>
                </c:pt>
                <c:pt idx="3502">
                  <c:v>-7576425</c:v>
                </c:pt>
                <c:pt idx="3503">
                  <c:v>-7632863</c:v>
                </c:pt>
                <c:pt idx="3504">
                  <c:v>-7631790</c:v>
                </c:pt>
                <c:pt idx="3505">
                  <c:v>-7516087</c:v>
                </c:pt>
                <c:pt idx="3506">
                  <c:v>-7546708</c:v>
                </c:pt>
                <c:pt idx="3507">
                  <c:v>-7602469</c:v>
                </c:pt>
                <c:pt idx="3508">
                  <c:v>-7567948</c:v>
                </c:pt>
                <c:pt idx="3509">
                  <c:v>-7620885</c:v>
                </c:pt>
                <c:pt idx="3510">
                  <c:v>-7548277</c:v>
                </c:pt>
                <c:pt idx="3511">
                  <c:v>-7484212</c:v>
                </c:pt>
                <c:pt idx="3512">
                  <c:v>-7626446</c:v>
                </c:pt>
                <c:pt idx="3513">
                  <c:v>-7611060</c:v>
                </c:pt>
                <c:pt idx="3514">
                  <c:v>-7562677</c:v>
                </c:pt>
                <c:pt idx="3515">
                  <c:v>-7713543</c:v>
                </c:pt>
                <c:pt idx="3516">
                  <c:v>-7674295</c:v>
                </c:pt>
                <c:pt idx="3517">
                  <c:v>-7625056</c:v>
                </c:pt>
                <c:pt idx="3518">
                  <c:v>-7696156</c:v>
                </c:pt>
                <c:pt idx="3519">
                  <c:v>-7514896</c:v>
                </c:pt>
                <c:pt idx="3520">
                  <c:v>-7639664</c:v>
                </c:pt>
                <c:pt idx="3521">
                  <c:v>-7648589</c:v>
                </c:pt>
                <c:pt idx="3522">
                  <c:v>-7700265</c:v>
                </c:pt>
                <c:pt idx="3523">
                  <c:v>-7687198</c:v>
                </c:pt>
                <c:pt idx="3524">
                  <c:v>-7538413</c:v>
                </c:pt>
                <c:pt idx="3525">
                  <c:v>-7573765</c:v>
                </c:pt>
                <c:pt idx="3526">
                  <c:v>-7698935</c:v>
                </c:pt>
                <c:pt idx="3527">
                  <c:v>-7615297</c:v>
                </c:pt>
                <c:pt idx="3528">
                  <c:v>-7560983</c:v>
                </c:pt>
                <c:pt idx="3529">
                  <c:v>-7617064</c:v>
                </c:pt>
                <c:pt idx="3530">
                  <c:v>-7505643</c:v>
                </c:pt>
                <c:pt idx="3531">
                  <c:v>-7662023</c:v>
                </c:pt>
                <c:pt idx="3532">
                  <c:v>-7637146</c:v>
                </c:pt>
                <c:pt idx="3533">
                  <c:v>-7559422</c:v>
                </c:pt>
                <c:pt idx="3534">
                  <c:v>-7581978</c:v>
                </c:pt>
                <c:pt idx="3535">
                  <c:v>-7656892</c:v>
                </c:pt>
                <c:pt idx="3536">
                  <c:v>-7631240</c:v>
                </c:pt>
                <c:pt idx="3537">
                  <c:v>-7649053</c:v>
                </c:pt>
                <c:pt idx="3538">
                  <c:v>-7528421</c:v>
                </c:pt>
                <c:pt idx="3539">
                  <c:v>-7533399</c:v>
                </c:pt>
                <c:pt idx="3540">
                  <c:v>-7565315</c:v>
                </c:pt>
                <c:pt idx="3541">
                  <c:v>-7589549</c:v>
                </c:pt>
                <c:pt idx="3542">
                  <c:v>-7644661</c:v>
                </c:pt>
                <c:pt idx="3543">
                  <c:v>-7454782</c:v>
                </c:pt>
                <c:pt idx="3544">
                  <c:v>-7662068</c:v>
                </c:pt>
                <c:pt idx="3545">
                  <c:v>-7673528</c:v>
                </c:pt>
                <c:pt idx="3546">
                  <c:v>-7674041</c:v>
                </c:pt>
                <c:pt idx="3547">
                  <c:v>-7709661</c:v>
                </c:pt>
                <c:pt idx="3548">
                  <c:v>-7594481</c:v>
                </c:pt>
                <c:pt idx="3549">
                  <c:v>-7469120</c:v>
                </c:pt>
                <c:pt idx="3550">
                  <c:v>-7666145</c:v>
                </c:pt>
                <c:pt idx="3551">
                  <c:v>-7661942</c:v>
                </c:pt>
                <c:pt idx="3552">
                  <c:v>-7501422</c:v>
                </c:pt>
                <c:pt idx="3553">
                  <c:v>-7626255</c:v>
                </c:pt>
                <c:pt idx="3554">
                  <c:v>-7568200</c:v>
                </c:pt>
                <c:pt idx="3555">
                  <c:v>-7565387</c:v>
                </c:pt>
                <c:pt idx="3556">
                  <c:v>-7606581</c:v>
                </c:pt>
                <c:pt idx="3557">
                  <c:v>-7575679</c:v>
                </c:pt>
                <c:pt idx="3558">
                  <c:v>-7452877</c:v>
                </c:pt>
                <c:pt idx="3559">
                  <c:v>-7653948</c:v>
                </c:pt>
                <c:pt idx="3560">
                  <c:v>-7467794</c:v>
                </c:pt>
                <c:pt idx="3561">
                  <c:v>-7641083</c:v>
                </c:pt>
                <c:pt idx="3562">
                  <c:v>-7501341</c:v>
                </c:pt>
                <c:pt idx="3563">
                  <c:v>-7496033</c:v>
                </c:pt>
                <c:pt idx="3564">
                  <c:v>-7555446</c:v>
                </c:pt>
                <c:pt idx="3565">
                  <c:v>-7655256</c:v>
                </c:pt>
                <c:pt idx="3566">
                  <c:v>-7490253</c:v>
                </c:pt>
                <c:pt idx="3567">
                  <c:v>-7470306</c:v>
                </c:pt>
                <c:pt idx="3568">
                  <c:v>-7473409</c:v>
                </c:pt>
                <c:pt idx="3569">
                  <c:v>-7653481</c:v>
                </c:pt>
                <c:pt idx="3570">
                  <c:v>-7583081</c:v>
                </c:pt>
                <c:pt idx="3571">
                  <c:v>-7596534</c:v>
                </c:pt>
                <c:pt idx="3572">
                  <c:v>-7479811</c:v>
                </c:pt>
                <c:pt idx="3573">
                  <c:v>-7692958</c:v>
                </c:pt>
                <c:pt idx="3574">
                  <c:v>-7664953</c:v>
                </c:pt>
                <c:pt idx="3575">
                  <c:v>-7548217</c:v>
                </c:pt>
                <c:pt idx="3576">
                  <c:v>-7651089</c:v>
                </c:pt>
                <c:pt idx="3577">
                  <c:v>-7625424</c:v>
                </c:pt>
                <c:pt idx="3578">
                  <c:v>-7632644</c:v>
                </c:pt>
                <c:pt idx="3579">
                  <c:v>-7520975</c:v>
                </c:pt>
                <c:pt idx="3580">
                  <c:v>-7575272</c:v>
                </c:pt>
                <c:pt idx="3581">
                  <c:v>-7623414</c:v>
                </c:pt>
                <c:pt idx="3582">
                  <c:v>-7544391</c:v>
                </c:pt>
                <c:pt idx="3583">
                  <c:v>-7632306</c:v>
                </c:pt>
                <c:pt idx="3584">
                  <c:v>-7578693</c:v>
                </c:pt>
                <c:pt idx="3585">
                  <c:v>-7636538</c:v>
                </c:pt>
                <c:pt idx="3586">
                  <c:v>-7584186</c:v>
                </c:pt>
                <c:pt idx="3587">
                  <c:v>-7592675</c:v>
                </c:pt>
                <c:pt idx="3588">
                  <c:v>-7585584</c:v>
                </c:pt>
                <c:pt idx="3589">
                  <c:v>-7588335</c:v>
                </c:pt>
                <c:pt idx="3590">
                  <c:v>-7589197</c:v>
                </c:pt>
                <c:pt idx="3591">
                  <c:v>-7585105</c:v>
                </c:pt>
                <c:pt idx="3592">
                  <c:v>-7586512</c:v>
                </c:pt>
                <c:pt idx="3593">
                  <c:v>-7585674</c:v>
                </c:pt>
                <c:pt idx="3594">
                  <c:v>-7521470</c:v>
                </c:pt>
                <c:pt idx="3595">
                  <c:v>-7588329</c:v>
                </c:pt>
                <c:pt idx="3596">
                  <c:v>-7597035</c:v>
                </c:pt>
                <c:pt idx="3597">
                  <c:v>-7581224</c:v>
                </c:pt>
                <c:pt idx="3598">
                  <c:v>-7593430</c:v>
                </c:pt>
                <c:pt idx="3599">
                  <c:v>-7585071</c:v>
                </c:pt>
                <c:pt idx="3600">
                  <c:v>-7586270</c:v>
                </c:pt>
                <c:pt idx="3601">
                  <c:v>-7589120</c:v>
                </c:pt>
                <c:pt idx="3602">
                  <c:v>-7584287</c:v>
                </c:pt>
                <c:pt idx="3603">
                  <c:v>-7585353</c:v>
                </c:pt>
                <c:pt idx="3604">
                  <c:v>-7586804</c:v>
                </c:pt>
                <c:pt idx="3605">
                  <c:v>-7585469</c:v>
                </c:pt>
                <c:pt idx="3606">
                  <c:v>-7592365</c:v>
                </c:pt>
                <c:pt idx="3607">
                  <c:v>-7584434</c:v>
                </c:pt>
                <c:pt idx="3608">
                  <c:v>-7594518</c:v>
                </c:pt>
                <c:pt idx="3609">
                  <c:v>-7591103</c:v>
                </c:pt>
                <c:pt idx="3610">
                  <c:v>-7579744</c:v>
                </c:pt>
                <c:pt idx="3611">
                  <c:v>-7584867</c:v>
                </c:pt>
                <c:pt idx="3612">
                  <c:v>-7586320</c:v>
                </c:pt>
                <c:pt idx="3613">
                  <c:v>-7583775</c:v>
                </c:pt>
                <c:pt idx="3614">
                  <c:v>-7584353</c:v>
                </c:pt>
                <c:pt idx="3615">
                  <c:v>-7579774</c:v>
                </c:pt>
                <c:pt idx="3616">
                  <c:v>-7589944</c:v>
                </c:pt>
                <c:pt idx="3617">
                  <c:v>-7592960</c:v>
                </c:pt>
                <c:pt idx="3618">
                  <c:v>-7601931</c:v>
                </c:pt>
                <c:pt idx="3619">
                  <c:v>-7593263</c:v>
                </c:pt>
                <c:pt idx="3620">
                  <c:v>-7574986</c:v>
                </c:pt>
                <c:pt idx="3621">
                  <c:v>-7590948</c:v>
                </c:pt>
                <c:pt idx="3622">
                  <c:v>-7603088</c:v>
                </c:pt>
                <c:pt idx="3623">
                  <c:v>-7583474</c:v>
                </c:pt>
                <c:pt idx="3624">
                  <c:v>-7587298</c:v>
                </c:pt>
                <c:pt idx="3625">
                  <c:v>-7584100</c:v>
                </c:pt>
                <c:pt idx="3626">
                  <c:v>-7586366</c:v>
                </c:pt>
                <c:pt idx="3627">
                  <c:v>-7600464</c:v>
                </c:pt>
                <c:pt idx="3628">
                  <c:v>-7581199</c:v>
                </c:pt>
                <c:pt idx="3629">
                  <c:v>-7591265</c:v>
                </c:pt>
                <c:pt idx="3630">
                  <c:v>-7591792</c:v>
                </c:pt>
                <c:pt idx="3631">
                  <c:v>-7584484</c:v>
                </c:pt>
                <c:pt idx="3632">
                  <c:v>-7589785</c:v>
                </c:pt>
                <c:pt idx="3633">
                  <c:v>-7581829</c:v>
                </c:pt>
                <c:pt idx="3634">
                  <c:v>-7582903</c:v>
                </c:pt>
                <c:pt idx="3635">
                  <c:v>-7589967</c:v>
                </c:pt>
                <c:pt idx="3636">
                  <c:v>-7576990</c:v>
                </c:pt>
                <c:pt idx="3637">
                  <c:v>-7589186</c:v>
                </c:pt>
                <c:pt idx="3638">
                  <c:v>-7521322</c:v>
                </c:pt>
                <c:pt idx="3639">
                  <c:v>-7591093</c:v>
                </c:pt>
                <c:pt idx="3640">
                  <c:v>-7591250</c:v>
                </c:pt>
                <c:pt idx="3641">
                  <c:v>-7584607</c:v>
                </c:pt>
                <c:pt idx="3642">
                  <c:v>-7577901</c:v>
                </c:pt>
                <c:pt idx="3643">
                  <c:v>-7583571</c:v>
                </c:pt>
                <c:pt idx="3644">
                  <c:v>-7589007</c:v>
                </c:pt>
                <c:pt idx="3645">
                  <c:v>-7584287</c:v>
                </c:pt>
                <c:pt idx="3646">
                  <c:v>-7587290</c:v>
                </c:pt>
                <c:pt idx="3647">
                  <c:v>-7590981</c:v>
                </c:pt>
                <c:pt idx="3648">
                  <c:v>-7589977</c:v>
                </c:pt>
                <c:pt idx="3649">
                  <c:v>-7581436</c:v>
                </c:pt>
                <c:pt idx="3650">
                  <c:v>-7583201</c:v>
                </c:pt>
                <c:pt idx="3651">
                  <c:v>-7584682</c:v>
                </c:pt>
                <c:pt idx="3652">
                  <c:v>-7583342</c:v>
                </c:pt>
                <c:pt idx="3653">
                  <c:v>-7574834</c:v>
                </c:pt>
                <c:pt idx="3654">
                  <c:v>-7578497</c:v>
                </c:pt>
                <c:pt idx="3655">
                  <c:v>-7594034</c:v>
                </c:pt>
                <c:pt idx="3656">
                  <c:v>-7594089</c:v>
                </c:pt>
                <c:pt idx="3657">
                  <c:v>-7578534</c:v>
                </c:pt>
                <c:pt idx="3658">
                  <c:v>-7589953</c:v>
                </c:pt>
                <c:pt idx="3659">
                  <c:v>-7579617</c:v>
                </c:pt>
                <c:pt idx="3660">
                  <c:v>-7584077</c:v>
                </c:pt>
                <c:pt idx="3661">
                  <c:v>-7577154</c:v>
                </c:pt>
                <c:pt idx="3662">
                  <c:v>-7598245</c:v>
                </c:pt>
                <c:pt idx="3663">
                  <c:v>-7585567</c:v>
                </c:pt>
                <c:pt idx="3664">
                  <c:v>-7587900</c:v>
                </c:pt>
                <c:pt idx="3665">
                  <c:v>-7581527</c:v>
                </c:pt>
                <c:pt idx="3666">
                  <c:v>-7649818</c:v>
                </c:pt>
                <c:pt idx="3667">
                  <c:v>-7594787</c:v>
                </c:pt>
                <c:pt idx="3668">
                  <c:v>-7584440</c:v>
                </c:pt>
                <c:pt idx="3669">
                  <c:v>-7586385</c:v>
                </c:pt>
                <c:pt idx="3670">
                  <c:v>-7586040</c:v>
                </c:pt>
                <c:pt idx="3671">
                  <c:v>-7590946</c:v>
                </c:pt>
                <c:pt idx="3672">
                  <c:v>-7586570</c:v>
                </c:pt>
                <c:pt idx="3673">
                  <c:v>-7578877</c:v>
                </c:pt>
                <c:pt idx="3674">
                  <c:v>-7588720</c:v>
                </c:pt>
                <c:pt idx="3675">
                  <c:v>-7521264</c:v>
                </c:pt>
                <c:pt idx="3676">
                  <c:v>-7584831</c:v>
                </c:pt>
                <c:pt idx="3677">
                  <c:v>-7591951</c:v>
                </c:pt>
                <c:pt idx="3678">
                  <c:v>-7559566</c:v>
                </c:pt>
                <c:pt idx="3679">
                  <c:v>-7585404</c:v>
                </c:pt>
                <c:pt idx="3680">
                  <c:v>-7585163</c:v>
                </c:pt>
                <c:pt idx="3681">
                  <c:v>-7579120</c:v>
                </c:pt>
                <c:pt idx="3682">
                  <c:v>-7589212</c:v>
                </c:pt>
                <c:pt idx="3683">
                  <c:v>-7585358</c:v>
                </c:pt>
                <c:pt idx="3684">
                  <c:v>-7590464</c:v>
                </c:pt>
                <c:pt idx="3685">
                  <c:v>-7582794</c:v>
                </c:pt>
                <c:pt idx="3686">
                  <c:v>-7595649</c:v>
                </c:pt>
                <c:pt idx="3687">
                  <c:v>-7596966</c:v>
                </c:pt>
                <c:pt idx="3688">
                  <c:v>-7592082</c:v>
                </c:pt>
                <c:pt idx="3689">
                  <c:v>-7591984</c:v>
                </c:pt>
                <c:pt idx="3690">
                  <c:v>-7591325</c:v>
                </c:pt>
                <c:pt idx="3691">
                  <c:v>-7586807</c:v>
                </c:pt>
                <c:pt idx="3692">
                  <c:v>-7516744</c:v>
                </c:pt>
                <c:pt idx="3693">
                  <c:v>-7589862</c:v>
                </c:pt>
                <c:pt idx="3694">
                  <c:v>-7595728</c:v>
                </c:pt>
                <c:pt idx="3695">
                  <c:v>-7589493</c:v>
                </c:pt>
                <c:pt idx="3696">
                  <c:v>-7586582</c:v>
                </c:pt>
                <c:pt idx="3697">
                  <c:v>-7597364</c:v>
                </c:pt>
                <c:pt idx="3698">
                  <c:v>-7590570</c:v>
                </c:pt>
                <c:pt idx="3699">
                  <c:v>-7595042</c:v>
                </c:pt>
                <c:pt idx="3700">
                  <c:v>-7586398</c:v>
                </c:pt>
                <c:pt idx="3701">
                  <c:v>-7581323</c:v>
                </c:pt>
                <c:pt idx="3702">
                  <c:v>-7576081</c:v>
                </c:pt>
                <c:pt idx="3703">
                  <c:v>-7581073</c:v>
                </c:pt>
                <c:pt idx="3704">
                  <c:v>-7590513</c:v>
                </c:pt>
                <c:pt idx="3705">
                  <c:v>-7596930</c:v>
                </c:pt>
                <c:pt idx="3706">
                  <c:v>-7584791</c:v>
                </c:pt>
                <c:pt idx="3707">
                  <c:v>-7591724</c:v>
                </c:pt>
                <c:pt idx="3708">
                  <c:v>-7594314</c:v>
                </c:pt>
                <c:pt idx="3709">
                  <c:v>-7591759</c:v>
                </c:pt>
                <c:pt idx="3710">
                  <c:v>-7582945</c:v>
                </c:pt>
                <c:pt idx="3711">
                  <c:v>-7591998</c:v>
                </c:pt>
                <c:pt idx="3712">
                  <c:v>-7585567</c:v>
                </c:pt>
                <c:pt idx="3713">
                  <c:v>-7591247</c:v>
                </c:pt>
                <c:pt idx="3714">
                  <c:v>-7586398</c:v>
                </c:pt>
                <c:pt idx="3715">
                  <c:v>-7584441</c:v>
                </c:pt>
                <c:pt idx="3716">
                  <c:v>-7594383</c:v>
                </c:pt>
                <c:pt idx="3717">
                  <c:v>-7594845</c:v>
                </c:pt>
                <c:pt idx="3718">
                  <c:v>-7596939</c:v>
                </c:pt>
                <c:pt idx="3719">
                  <c:v>-7473856</c:v>
                </c:pt>
                <c:pt idx="3720">
                  <c:v>-7591809</c:v>
                </c:pt>
                <c:pt idx="3721">
                  <c:v>-7594488</c:v>
                </c:pt>
                <c:pt idx="3722">
                  <c:v>-7594163</c:v>
                </c:pt>
                <c:pt idx="3723">
                  <c:v>-7601967</c:v>
                </c:pt>
                <c:pt idx="3724">
                  <c:v>-7586793</c:v>
                </c:pt>
                <c:pt idx="3725">
                  <c:v>-7584768</c:v>
                </c:pt>
                <c:pt idx="3726">
                  <c:v>-7577558</c:v>
                </c:pt>
                <c:pt idx="3727">
                  <c:v>-7585392</c:v>
                </c:pt>
                <c:pt idx="3728">
                  <c:v>-7560252</c:v>
                </c:pt>
                <c:pt idx="3729">
                  <c:v>-7581278</c:v>
                </c:pt>
                <c:pt idx="3730">
                  <c:v>-7575826</c:v>
                </c:pt>
                <c:pt idx="3731">
                  <c:v>-7599664</c:v>
                </c:pt>
                <c:pt idx="3732">
                  <c:v>-7581141</c:v>
                </c:pt>
                <c:pt idx="3733">
                  <c:v>-7589618</c:v>
                </c:pt>
                <c:pt idx="3734">
                  <c:v>-7597659</c:v>
                </c:pt>
                <c:pt idx="3735">
                  <c:v>-7595736</c:v>
                </c:pt>
                <c:pt idx="3736">
                  <c:v>-7582166</c:v>
                </c:pt>
                <c:pt idx="3737">
                  <c:v>-7587172</c:v>
                </c:pt>
                <c:pt idx="3738">
                  <c:v>-7587515</c:v>
                </c:pt>
                <c:pt idx="3739">
                  <c:v>-7581329</c:v>
                </c:pt>
                <c:pt idx="3740">
                  <c:v>-7587794</c:v>
                </c:pt>
                <c:pt idx="3741">
                  <c:v>-7596167</c:v>
                </c:pt>
                <c:pt idx="3742">
                  <c:v>-7591183</c:v>
                </c:pt>
                <c:pt idx="3743">
                  <c:v>-7576835</c:v>
                </c:pt>
                <c:pt idx="3744">
                  <c:v>-7581733</c:v>
                </c:pt>
                <c:pt idx="3745">
                  <c:v>-7646026</c:v>
                </c:pt>
                <c:pt idx="3746">
                  <c:v>-7579231</c:v>
                </c:pt>
                <c:pt idx="3747">
                  <c:v>-7586886</c:v>
                </c:pt>
                <c:pt idx="3748">
                  <c:v>-7595443</c:v>
                </c:pt>
                <c:pt idx="3749">
                  <c:v>-7597152</c:v>
                </c:pt>
                <c:pt idx="3750">
                  <c:v>-7584831</c:v>
                </c:pt>
                <c:pt idx="3751">
                  <c:v>-7486118</c:v>
                </c:pt>
                <c:pt idx="3752">
                  <c:v>-7583890</c:v>
                </c:pt>
                <c:pt idx="3753">
                  <c:v>-7593774</c:v>
                </c:pt>
                <c:pt idx="3754">
                  <c:v>-7596804</c:v>
                </c:pt>
                <c:pt idx="3755">
                  <c:v>-7596656</c:v>
                </c:pt>
                <c:pt idx="3756">
                  <c:v>-7592747</c:v>
                </c:pt>
                <c:pt idx="3757">
                  <c:v>-7582338</c:v>
                </c:pt>
                <c:pt idx="3758">
                  <c:v>-7590209</c:v>
                </c:pt>
                <c:pt idx="3759">
                  <c:v>-7590479</c:v>
                </c:pt>
                <c:pt idx="3760">
                  <c:v>-7592998</c:v>
                </c:pt>
                <c:pt idx="3761">
                  <c:v>-7583632</c:v>
                </c:pt>
                <c:pt idx="3762">
                  <c:v>-7594531</c:v>
                </c:pt>
                <c:pt idx="3763">
                  <c:v>-7594425</c:v>
                </c:pt>
                <c:pt idx="3764">
                  <c:v>-7586236</c:v>
                </c:pt>
                <c:pt idx="3765">
                  <c:v>-7584727</c:v>
                </c:pt>
                <c:pt idx="3766">
                  <c:v>-7602978</c:v>
                </c:pt>
                <c:pt idx="3767">
                  <c:v>-7590068</c:v>
                </c:pt>
                <c:pt idx="3768">
                  <c:v>-7587172</c:v>
                </c:pt>
                <c:pt idx="3769">
                  <c:v>-7589409</c:v>
                </c:pt>
                <c:pt idx="3770">
                  <c:v>-7595621</c:v>
                </c:pt>
                <c:pt idx="3771">
                  <c:v>-7596038</c:v>
                </c:pt>
                <c:pt idx="3772">
                  <c:v>-7559494</c:v>
                </c:pt>
                <c:pt idx="3773">
                  <c:v>-7593516</c:v>
                </c:pt>
                <c:pt idx="3774">
                  <c:v>-7593635</c:v>
                </c:pt>
                <c:pt idx="3775">
                  <c:v>-7585766</c:v>
                </c:pt>
                <c:pt idx="3776">
                  <c:v>-7588193</c:v>
                </c:pt>
                <c:pt idx="3777">
                  <c:v>-7587719</c:v>
                </c:pt>
                <c:pt idx="3778">
                  <c:v>-7592098</c:v>
                </c:pt>
                <c:pt idx="3779">
                  <c:v>-7591154</c:v>
                </c:pt>
                <c:pt idx="3780">
                  <c:v>-7590783</c:v>
                </c:pt>
                <c:pt idx="3781">
                  <c:v>-7589929</c:v>
                </c:pt>
                <c:pt idx="3782">
                  <c:v>-7589687</c:v>
                </c:pt>
                <c:pt idx="3783">
                  <c:v>-7584776</c:v>
                </c:pt>
                <c:pt idx="3784">
                  <c:v>-7589595</c:v>
                </c:pt>
                <c:pt idx="3785">
                  <c:v>-7586164</c:v>
                </c:pt>
                <c:pt idx="3786">
                  <c:v>-7586502</c:v>
                </c:pt>
                <c:pt idx="3787">
                  <c:v>-7583595</c:v>
                </c:pt>
                <c:pt idx="3788">
                  <c:v>-7582967</c:v>
                </c:pt>
                <c:pt idx="3789">
                  <c:v>-7593456</c:v>
                </c:pt>
                <c:pt idx="3790">
                  <c:v>-7590687</c:v>
                </c:pt>
                <c:pt idx="3791">
                  <c:v>-7591316</c:v>
                </c:pt>
                <c:pt idx="3792">
                  <c:v>-7591435</c:v>
                </c:pt>
                <c:pt idx="3793">
                  <c:v>-7589107</c:v>
                </c:pt>
                <c:pt idx="3794">
                  <c:v>-7596933</c:v>
                </c:pt>
                <c:pt idx="3795">
                  <c:v>-7598615</c:v>
                </c:pt>
                <c:pt idx="3796">
                  <c:v>-7585930</c:v>
                </c:pt>
                <c:pt idx="3797">
                  <c:v>-7591197</c:v>
                </c:pt>
                <c:pt idx="3798">
                  <c:v>-7589161</c:v>
                </c:pt>
                <c:pt idx="3799">
                  <c:v>-7590640</c:v>
                </c:pt>
                <c:pt idx="3800">
                  <c:v>-7594863</c:v>
                </c:pt>
                <c:pt idx="3801">
                  <c:v>-7590263</c:v>
                </c:pt>
                <c:pt idx="3802">
                  <c:v>-7596799</c:v>
                </c:pt>
                <c:pt idx="3803">
                  <c:v>-7589851</c:v>
                </c:pt>
                <c:pt idx="3804">
                  <c:v>-7594784</c:v>
                </c:pt>
                <c:pt idx="3805">
                  <c:v>-7578965</c:v>
                </c:pt>
                <c:pt idx="3806">
                  <c:v>-7588428</c:v>
                </c:pt>
                <c:pt idx="3807">
                  <c:v>-7585696</c:v>
                </c:pt>
                <c:pt idx="3808">
                  <c:v>-7584426</c:v>
                </c:pt>
                <c:pt idx="3809">
                  <c:v>-7592957</c:v>
                </c:pt>
                <c:pt idx="3810">
                  <c:v>-7583684</c:v>
                </c:pt>
                <c:pt idx="3811">
                  <c:v>-7584400</c:v>
                </c:pt>
                <c:pt idx="3812">
                  <c:v>-7486742</c:v>
                </c:pt>
                <c:pt idx="3813">
                  <c:v>-7594623</c:v>
                </c:pt>
                <c:pt idx="3814">
                  <c:v>-7591373</c:v>
                </c:pt>
                <c:pt idx="3815">
                  <c:v>-7589207</c:v>
                </c:pt>
                <c:pt idx="3816">
                  <c:v>-7595595</c:v>
                </c:pt>
                <c:pt idx="3817">
                  <c:v>-7592707</c:v>
                </c:pt>
                <c:pt idx="3818">
                  <c:v>-7600962</c:v>
                </c:pt>
                <c:pt idx="3819">
                  <c:v>-7591449</c:v>
                </c:pt>
                <c:pt idx="3820">
                  <c:v>-7591449</c:v>
                </c:pt>
                <c:pt idx="3821">
                  <c:v>-7593663</c:v>
                </c:pt>
                <c:pt idx="3822">
                  <c:v>-7586745</c:v>
                </c:pt>
                <c:pt idx="3823">
                  <c:v>-7595502</c:v>
                </c:pt>
                <c:pt idx="3824">
                  <c:v>-7590752</c:v>
                </c:pt>
                <c:pt idx="3825">
                  <c:v>-7592397</c:v>
                </c:pt>
                <c:pt idx="3826">
                  <c:v>-7586530</c:v>
                </c:pt>
                <c:pt idx="3827">
                  <c:v>-7597881</c:v>
                </c:pt>
                <c:pt idx="3828">
                  <c:v>-7588466</c:v>
                </c:pt>
                <c:pt idx="3829">
                  <c:v>-7593451</c:v>
                </c:pt>
                <c:pt idx="3830">
                  <c:v>-7581527</c:v>
                </c:pt>
                <c:pt idx="3831">
                  <c:v>-7587627</c:v>
                </c:pt>
                <c:pt idx="3832">
                  <c:v>-7684704</c:v>
                </c:pt>
                <c:pt idx="3833">
                  <c:v>-7594310</c:v>
                </c:pt>
                <c:pt idx="3834">
                  <c:v>-7585404</c:v>
                </c:pt>
                <c:pt idx="3835">
                  <c:v>-7587845</c:v>
                </c:pt>
                <c:pt idx="3836">
                  <c:v>-7592215</c:v>
                </c:pt>
                <c:pt idx="3837">
                  <c:v>-7591449</c:v>
                </c:pt>
                <c:pt idx="3838">
                  <c:v>-7591835</c:v>
                </c:pt>
                <c:pt idx="3839">
                  <c:v>-7586040</c:v>
                </c:pt>
                <c:pt idx="3840">
                  <c:v>-7581940</c:v>
                </c:pt>
                <c:pt idx="3841">
                  <c:v>-7582521</c:v>
                </c:pt>
                <c:pt idx="3842">
                  <c:v>-7591398</c:v>
                </c:pt>
                <c:pt idx="3843">
                  <c:v>-7587517</c:v>
                </c:pt>
                <c:pt idx="3844">
                  <c:v>-7595529</c:v>
                </c:pt>
                <c:pt idx="3845">
                  <c:v>-7690870</c:v>
                </c:pt>
                <c:pt idx="3846">
                  <c:v>-7590830</c:v>
                </c:pt>
                <c:pt idx="3847">
                  <c:v>-7588301</c:v>
                </c:pt>
                <c:pt idx="3848">
                  <c:v>-7590600</c:v>
                </c:pt>
                <c:pt idx="3849">
                  <c:v>-7588018</c:v>
                </c:pt>
                <c:pt idx="3850">
                  <c:v>-7595345</c:v>
                </c:pt>
                <c:pt idx="3851">
                  <c:v>-7603121</c:v>
                </c:pt>
                <c:pt idx="3852">
                  <c:v>-7593456</c:v>
                </c:pt>
                <c:pt idx="3853">
                  <c:v>-7586049</c:v>
                </c:pt>
                <c:pt idx="3854">
                  <c:v>-7586067</c:v>
                </c:pt>
                <c:pt idx="3855">
                  <c:v>-7571576</c:v>
                </c:pt>
                <c:pt idx="3856">
                  <c:v>-7586763</c:v>
                </c:pt>
                <c:pt idx="3857">
                  <c:v>-7585392</c:v>
                </c:pt>
                <c:pt idx="3858">
                  <c:v>-7600830</c:v>
                </c:pt>
                <c:pt idx="3859">
                  <c:v>-7587265</c:v>
                </c:pt>
                <c:pt idx="3860">
                  <c:v>-7594787</c:v>
                </c:pt>
                <c:pt idx="3861">
                  <c:v>-7597960</c:v>
                </c:pt>
                <c:pt idx="3862">
                  <c:v>-7589706</c:v>
                </c:pt>
                <c:pt idx="3863">
                  <c:v>-7540697</c:v>
                </c:pt>
                <c:pt idx="3864">
                  <c:v>-7591242</c:v>
                </c:pt>
                <c:pt idx="3865">
                  <c:v>-7533369</c:v>
                </c:pt>
                <c:pt idx="3866">
                  <c:v>-7583399</c:v>
                </c:pt>
                <c:pt idx="3867">
                  <c:v>-7593947</c:v>
                </c:pt>
                <c:pt idx="3868">
                  <c:v>-7584876</c:v>
                </c:pt>
                <c:pt idx="3869">
                  <c:v>-7592314</c:v>
                </c:pt>
                <c:pt idx="3870">
                  <c:v>-7597766</c:v>
                </c:pt>
                <c:pt idx="3871">
                  <c:v>-7591758</c:v>
                </c:pt>
                <c:pt idx="3872">
                  <c:v>-7592701</c:v>
                </c:pt>
                <c:pt idx="3873">
                  <c:v>-7601803</c:v>
                </c:pt>
                <c:pt idx="3874">
                  <c:v>-7582794</c:v>
                </c:pt>
                <c:pt idx="3875">
                  <c:v>-7595105</c:v>
                </c:pt>
                <c:pt idx="3876">
                  <c:v>-7593440</c:v>
                </c:pt>
                <c:pt idx="3877">
                  <c:v>-7579875</c:v>
                </c:pt>
                <c:pt idx="3878">
                  <c:v>-7594385</c:v>
                </c:pt>
                <c:pt idx="3879">
                  <c:v>-7592256</c:v>
                </c:pt>
                <c:pt idx="3880">
                  <c:v>-7591805</c:v>
                </c:pt>
                <c:pt idx="3881">
                  <c:v>-7593043</c:v>
                </c:pt>
                <c:pt idx="3882">
                  <c:v>-7560290</c:v>
                </c:pt>
                <c:pt idx="3883">
                  <c:v>-7594499</c:v>
                </c:pt>
                <c:pt idx="3884">
                  <c:v>-7583948</c:v>
                </c:pt>
                <c:pt idx="3885">
                  <c:v>-7585232</c:v>
                </c:pt>
                <c:pt idx="3886">
                  <c:v>-7561414</c:v>
                </c:pt>
                <c:pt idx="3887">
                  <c:v>-7603897</c:v>
                </c:pt>
                <c:pt idx="3888">
                  <c:v>-7596696</c:v>
                </c:pt>
                <c:pt idx="3889">
                  <c:v>-7588734</c:v>
                </c:pt>
                <c:pt idx="3890">
                  <c:v>-7579903</c:v>
                </c:pt>
                <c:pt idx="3891">
                  <c:v>-7593066</c:v>
                </c:pt>
                <c:pt idx="3892">
                  <c:v>-7582632</c:v>
                </c:pt>
                <c:pt idx="3893">
                  <c:v>-7584150</c:v>
                </c:pt>
                <c:pt idx="3894">
                  <c:v>-7585478</c:v>
                </c:pt>
                <c:pt idx="3895">
                  <c:v>-7595395</c:v>
                </c:pt>
                <c:pt idx="3896">
                  <c:v>-7597194</c:v>
                </c:pt>
                <c:pt idx="3897">
                  <c:v>-7596756</c:v>
                </c:pt>
                <c:pt idx="3898">
                  <c:v>-7586340</c:v>
                </c:pt>
                <c:pt idx="3899">
                  <c:v>-7588397</c:v>
                </c:pt>
                <c:pt idx="3900">
                  <c:v>-7597364</c:v>
                </c:pt>
                <c:pt idx="3901">
                  <c:v>-7586745</c:v>
                </c:pt>
                <c:pt idx="3902">
                  <c:v>-7585081</c:v>
                </c:pt>
                <c:pt idx="3903">
                  <c:v>-7589458</c:v>
                </c:pt>
                <c:pt idx="3904">
                  <c:v>-7593316</c:v>
                </c:pt>
                <c:pt idx="3905">
                  <c:v>-7590243</c:v>
                </c:pt>
                <c:pt idx="3906">
                  <c:v>-7587016</c:v>
                </c:pt>
                <c:pt idx="3907">
                  <c:v>-7593829</c:v>
                </c:pt>
                <c:pt idx="3908">
                  <c:v>-7587512</c:v>
                </c:pt>
                <c:pt idx="3909">
                  <c:v>-7585567</c:v>
                </c:pt>
                <c:pt idx="3910">
                  <c:v>-7589561</c:v>
                </c:pt>
                <c:pt idx="3911">
                  <c:v>-7588905</c:v>
                </c:pt>
                <c:pt idx="3912">
                  <c:v>-7585232</c:v>
                </c:pt>
                <c:pt idx="3913">
                  <c:v>-7586886</c:v>
                </c:pt>
                <c:pt idx="3914">
                  <c:v>-7558421</c:v>
                </c:pt>
                <c:pt idx="3915">
                  <c:v>-7590108</c:v>
                </c:pt>
                <c:pt idx="3916">
                  <c:v>-7559874</c:v>
                </c:pt>
                <c:pt idx="3917">
                  <c:v>-7585901</c:v>
                </c:pt>
                <c:pt idx="3918">
                  <c:v>-7593886</c:v>
                </c:pt>
                <c:pt idx="3919">
                  <c:v>-7593684</c:v>
                </c:pt>
                <c:pt idx="3920">
                  <c:v>-7584050</c:v>
                </c:pt>
                <c:pt idx="3921">
                  <c:v>-7590897</c:v>
                </c:pt>
                <c:pt idx="3922">
                  <c:v>-7600618</c:v>
                </c:pt>
                <c:pt idx="3923">
                  <c:v>-7482394</c:v>
                </c:pt>
                <c:pt idx="3924">
                  <c:v>-7642070</c:v>
                </c:pt>
                <c:pt idx="3925">
                  <c:v>-7645761</c:v>
                </c:pt>
                <c:pt idx="3926">
                  <c:v>-7591023</c:v>
                </c:pt>
                <c:pt idx="3927">
                  <c:v>-7590298</c:v>
                </c:pt>
                <c:pt idx="3928">
                  <c:v>-7539326</c:v>
                </c:pt>
                <c:pt idx="3929">
                  <c:v>-7559451</c:v>
                </c:pt>
                <c:pt idx="3930">
                  <c:v>-7597522</c:v>
                </c:pt>
                <c:pt idx="3931">
                  <c:v>-7586398</c:v>
                </c:pt>
                <c:pt idx="3932">
                  <c:v>-7583661</c:v>
                </c:pt>
                <c:pt idx="3933">
                  <c:v>-7588334</c:v>
                </c:pt>
                <c:pt idx="3934">
                  <c:v>-7581858</c:v>
                </c:pt>
                <c:pt idx="3935">
                  <c:v>-7593007</c:v>
                </c:pt>
                <c:pt idx="3936">
                  <c:v>-7589409</c:v>
                </c:pt>
                <c:pt idx="3937">
                  <c:v>-7520230</c:v>
                </c:pt>
                <c:pt idx="3938">
                  <c:v>-7601601</c:v>
                </c:pt>
                <c:pt idx="3939">
                  <c:v>-7578404</c:v>
                </c:pt>
                <c:pt idx="3940">
                  <c:v>-7591929</c:v>
                </c:pt>
                <c:pt idx="3941">
                  <c:v>-7588342</c:v>
                </c:pt>
                <c:pt idx="3942">
                  <c:v>-7486429</c:v>
                </c:pt>
                <c:pt idx="3943">
                  <c:v>-7591953</c:v>
                </c:pt>
                <c:pt idx="3944">
                  <c:v>-7596427</c:v>
                </c:pt>
                <c:pt idx="3945">
                  <c:v>-7590752</c:v>
                </c:pt>
                <c:pt idx="3946">
                  <c:v>-7585392</c:v>
                </c:pt>
                <c:pt idx="3947">
                  <c:v>-7534947</c:v>
                </c:pt>
                <c:pt idx="3948">
                  <c:v>-7581527</c:v>
                </c:pt>
                <c:pt idx="3949">
                  <c:v>-7597287</c:v>
                </c:pt>
                <c:pt idx="3950">
                  <c:v>-7560323</c:v>
                </c:pt>
                <c:pt idx="3951">
                  <c:v>-7521675</c:v>
                </c:pt>
                <c:pt idx="3952">
                  <c:v>-7642009</c:v>
                </c:pt>
                <c:pt idx="3953">
                  <c:v>-7580176</c:v>
                </c:pt>
                <c:pt idx="3954">
                  <c:v>-7584287</c:v>
                </c:pt>
                <c:pt idx="3955">
                  <c:v>-7597913</c:v>
                </c:pt>
                <c:pt idx="3956">
                  <c:v>-7599745</c:v>
                </c:pt>
                <c:pt idx="3957">
                  <c:v>-7598626</c:v>
                </c:pt>
                <c:pt idx="3958">
                  <c:v>-7583399</c:v>
                </c:pt>
                <c:pt idx="3959">
                  <c:v>-7582288</c:v>
                </c:pt>
                <c:pt idx="3960">
                  <c:v>-7588950</c:v>
                </c:pt>
                <c:pt idx="3961">
                  <c:v>-7589506</c:v>
                </c:pt>
                <c:pt idx="3962">
                  <c:v>-7589458</c:v>
                </c:pt>
                <c:pt idx="3963">
                  <c:v>-7593861</c:v>
                </c:pt>
                <c:pt idx="3964">
                  <c:v>-7586446</c:v>
                </c:pt>
                <c:pt idx="3965">
                  <c:v>-7602371</c:v>
                </c:pt>
                <c:pt idx="3966">
                  <c:v>-7593933</c:v>
                </c:pt>
                <c:pt idx="3967">
                  <c:v>-7585383</c:v>
                </c:pt>
                <c:pt idx="3968">
                  <c:v>-7579164</c:v>
                </c:pt>
                <c:pt idx="3969">
                  <c:v>-7588639</c:v>
                </c:pt>
                <c:pt idx="3970">
                  <c:v>-7585163</c:v>
                </c:pt>
                <c:pt idx="3971">
                  <c:v>-7601873</c:v>
                </c:pt>
                <c:pt idx="3972">
                  <c:v>-7578404</c:v>
                </c:pt>
                <c:pt idx="3973">
                  <c:v>-7486884</c:v>
                </c:pt>
                <c:pt idx="3974">
                  <c:v>-7560538</c:v>
                </c:pt>
                <c:pt idx="3975">
                  <c:v>-7589338</c:v>
                </c:pt>
                <c:pt idx="3976">
                  <c:v>-7592574</c:v>
                </c:pt>
                <c:pt idx="3977">
                  <c:v>-7583251</c:v>
                </c:pt>
                <c:pt idx="3978">
                  <c:v>-7591682</c:v>
                </c:pt>
                <c:pt idx="3979">
                  <c:v>-7591721</c:v>
                </c:pt>
                <c:pt idx="3980">
                  <c:v>-7560869</c:v>
                </c:pt>
                <c:pt idx="3981">
                  <c:v>-7593251</c:v>
                </c:pt>
                <c:pt idx="3982">
                  <c:v>-7592392</c:v>
                </c:pt>
                <c:pt idx="3983">
                  <c:v>-7588018</c:v>
                </c:pt>
                <c:pt idx="3984">
                  <c:v>-7593147</c:v>
                </c:pt>
                <c:pt idx="3985">
                  <c:v>-7596010</c:v>
                </c:pt>
                <c:pt idx="3986">
                  <c:v>-7589902</c:v>
                </c:pt>
                <c:pt idx="3987">
                  <c:v>-7616038</c:v>
                </c:pt>
                <c:pt idx="3988">
                  <c:v>-7584176</c:v>
                </c:pt>
                <c:pt idx="3989">
                  <c:v>-7587517</c:v>
                </c:pt>
                <c:pt idx="3990">
                  <c:v>-7584770</c:v>
                </c:pt>
                <c:pt idx="3991">
                  <c:v>-7593456</c:v>
                </c:pt>
                <c:pt idx="3992">
                  <c:v>-7579745</c:v>
                </c:pt>
                <c:pt idx="3993">
                  <c:v>-7585702</c:v>
                </c:pt>
                <c:pt idx="3994">
                  <c:v>-7596370</c:v>
                </c:pt>
                <c:pt idx="3995">
                  <c:v>-7469290</c:v>
                </c:pt>
                <c:pt idx="3996">
                  <c:v>-7587512</c:v>
                </c:pt>
                <c:pt idx="3997">
                  <c:v>-7586377</c:v>
                </c:pt>
                <c:pt idx="3998">
                  <c:v>-7597879</c:v>
                </c:pt>
                <c:pt idx="3999">
                  <c:v>-7587376</c:v>
                </c:pt>
                <c:pt idx="4000">
                  <c:v>-7580149</c:v>
                </c:pt>
                <c:pt idx="4001">
                  <c:v>-7539284</c:v>
                </c:pt>
                <c:pt idx="4002">
                  <c:v>-7590617</c:v>
                </c:pt>
                <c:pt idx="4003">
                  <c:v>-7585816</c:v>
                </c:pt>
                <c:pt idx="4004">
                  <c:v>-7556541</c:v>
                </c:pt>
                <c:pt idx="4005">
                  <c:v>-7518110</c:v>
                </c:pt>
                <c:pt idx="4006">
                  <c:v>-7646344</c:v>
                </c:pt>
                <c:pt idx="4007">
                  <c:v>-7581054</c:v>
                </c:pt>
                <c:pt idx="4008">
                  <c:v>-7472833</c:v>
                </c:pt>
                <c:pt idx="4009">
                  <c:v>-7586817</c:v>
                </c:pt>
                <c:pt idx="4010">
                  <c:v>-7585298</c:v>
                </c:pt>
                <c:pt idx="4011">
                  <c:v>-7586514</c:v>
                </c:pt>
                <c:pt idx="4012">
                  <c:v>-7596093</c:v>
                </c:pt>
                <c:pt idx="4013">
                  <c:v>-7472762</c:v>
                </c:pt>
                <c:pt idx="4014">
                  <c:v>-7590569</c:v>
                </c:pt>
                <c:pt idx="4015">
                  <c:v>-7589546</c:v>
                </c:pt>
                <c:pt idx="4016">
                  <c:v>-7586219</c:v>
                </c:pt>
                <c:pt idx="4017">
                  <c:v>-7579134</c:v>
                </c:pt>
                <c:pt idx="4018">
                  <c:v>-7591312</c:v>
                </c:pt>
                <c:pt idx="4019">
                  <c:v>-7579428</c:v>
                </c:pt>
                <c:pt idx="4020">
                  <c:v>-7585766</c:v>
                </c:pt>
                <c:pt idx="4021">
                  <c:v>-7585423</c:v>
                </c:pt>
                <c:pt idx="4022">
                  <c:v>-7583251</c:v>
                </c:pt>
                <c:pt idx="4023">
                  <c:v>-7596580</c:v>
                </c:pt>
                <c:pt idx="4024">
                  <c:v>-7520852</c:v>
                </c:pt>
                <c:pt idx="4025">
                  <c:v>-7472141</c:v>
                </c:pt>
                <c:pt idx="4026">
                  <c:v>-7581733</c:v>
                </c:pt>
                <c:pt idx="4027">
                  <c:v>-7592735</c:v>
                </c:pt>
                <c:pt idx="4028">
                  <c:v>-7582632</c:v>
                </c:pt>
                <c:pt idx="4029">
                  <c:v>-7597118</c:v>
                </c:pt>
                <c:pt idx="4030">
                  <c:v>-7582945</c:v>
                </c:pt>
                <c:pt idx="4031">
                  <c:v>-7589409</c:v>
                </c:pt>
                <c:pt idx="4032">
                  <c:v>-7591884</c:v>
                </c:pt>
                <c:pt idx="4033">
                  <c:v>-7589050</c:v>
                </c:pt>
                <c:pt idx="4034">
                  <c:v>-7575863</c:v>
                </c:pt>
                <c:pt idx="4035">
                  <c:v>-7597707</c:v>
                </c:pt>
                <c:pt idx="4036">
                  <c:v>-7521960</c:v>
                </c:pt>
                <c:pt idx="4037">
                  <c:v>-7585816</c:v>
                </c:pt>
                <c:pt idx="4038">
                  <c:v>-7602101</c:v>
                </c:pt>
                <c:pt idx="4039">
                  <c:v>-7585081</c:v>
                </c:pt>
                <c:pt idx="4040">
                  <c:v>-7586502</c:v>
                </c:pt>
                <c:pt idx="4041">
                  <c:v>-7592980</c:v>
                </c:pt>
                <c:pt idx="4042">
                  <c:v>-7592397</c:v>
                </c:pt>
                <c:pt idx="4043">
                  <c:v>-7589669</c:v>
                </c:pt>
                <c:pt idx="4044">
                  <c:v>-7595169</c:v>
                </c:pt>
                <c:pt idx="4045">
                  <c:v>-7599277</c:v>
                </c:pt>
                <c:pt idx="4046">
                  <c:v>-7590422</c:v>
                </c:pt>
                <c:pt idx="4047">
                  <c:v>-7590950</c:v>
                </c:pt>
                <c:pt idx="4048">
                  <c:v>-7593394</c:v>
                </c:pt>
                <c:pt idx="4049">
                  <c:v>-7560870</c:v>
                </c:pt>
                <c:pt idx="4050">
                  <c:v>-7585383</c:v>
                </c:pt>
                <c:pt idx="4051">
                  <c:v>-7588705</c:v>
                </c:pt>
                <c:pt idx="4052">
                  <c:v>-7597212</c:v>
                </c:pt>
                <c:pt idx="4053">
                  <c:v>-7559450</c:v>
                </c:pt>
                <c:pt idx="4054">
                  <c:v>-7597907</c:v>
                </c:pt>
                <c:pt idx="4055">
                  <c:v>-7592357</c:v>
                </c:pt>
                <c:pt idx="4056">
                  <c:v>-7584712</c:v>
                </c:pt>
                <c:pt idx="4057">
                  <c:v>-7591699</c:v>
                </c:pt>
                <c:pt idx="4058">
                  <c:v>-7597576</c:v>
                </c:pt>
                <c:pt idx="4059">
                  <c:v>-7586376</c:v>
                </c:pt>
                <c:pt idx="4060">
                  <c:v>-7592795</c:v>
                </c:pt>
                <c:pt idx="4061">
                  <c:v>-7592935</c:v>
                </c:pt>
                <c:pt idx="4062">
                  <c:v>-7593931</c:v>
                </c:pt>
                <c:pt idx="4063">
                  <c:v>-7533518</c:v>
                </c:pt>
                <c:pt idx="4064">
                  <c:v>-7583047</c:v>
                </c:pt>
                <c:pt idx="4065">
                  <c:v>-7587103</c:v>
                </c:pt>
                <c:pt idx="4066">
                  <c:v>-7589248</c:v>
                </c:pt>
                <c:pt idx="4067">
                  <c:v>-7587265</c:v>
                </c:pt>
                <c:pt idx="4068">
                  <c:v>-7587103</c:v>
                </c:pt>
                <c:pt idx="4069">
                  <c:v>-7583861</c:v>
                </c:pt>
                <c:pt idx="4070">
                  <c:v>-7591528</c:v>
                </c:pt>
                <c:pt idx="4071">
                  <c:v>-7587512</c:v>
                </c:pt>
                <c:pt idx="4072">
                  <c:v>-7590479</c:v>
                </c:pt>
                <c:pt idx="4073">
                  <c:v>-7521263</c:v>
                </c:pt>
                <c:pt idx="4074">
                  <c:v>-7594888</c:v>
                </c:pt>
                <c:pt idx="4075">
                  <c:v>-7582630</c:v>
                </c:pt>
                <c:pt idx="4076">
                  <c:v>-7591961</c:v>
                </c:pt>
                <c:pt idx="4077">
                  <c:v>-7646083</c:v>
                </c:pt>
                <c:pt idx="4078">
                  <c:v>-7602998</c:v>
                </c:pt>
                <c:pt idx="4079">
                  <c:v>-7593814</c:v>
                </c:pt>
                <c:pt idx="4080">
                  <c:v>-7600512</c:v>
                </c:pt>
                <c:pt idx="4081">
                  <c:v>-7587649</c:v>
                </c:pt>
                <c:pt idx="4082">
                  <c:v>-7583464</c:v>
                </c:pt>
                <c:pt idx="4083">
                  <c:v>-7593979</c:v>
                </c:pt>
                <c:pt idx="4084">
                  <c:v>-7602978</c:v>
                </c:pt>
                <c:pt idx="4085">
                  <c:v>-7690373</c:v>
                </c:pt>
                <c:pt idx="4086">
                  <c:v>-7592200</c:v>
                </c:pt>
                <c:pt idx="4087">
                  <c:v>-7589850</c:v>
                </c:pt>
                <c:pt idx="4088">
                  <c:v>-7598876</c:v>
                </c:pt>
                <c:pt idx="4089">
                  <c:v>-7574764</c:v>
                </c:pt>
                <c:pt idx="4090">
                  <c:v>-7581077</c:v>
                </c:pt>
                <c:pt idx="4091">
                  <c:v>-7584150</c:v>
                </c:pt>
                <c:pt idx="4092">
                  <c:v>-7585240</c:v>
                </c:pt>
                <c:pt idx="4093">
                  <c:v>-7598383</c:v>
                </c:pt>
                <c:pt idx="4094">
                  <c:v>-7581461</c:v>
                </c:pt>
                <c:pt idx="4095">
                  <c:v>-7585538</c:v>
                </c:pt>
                <c:pt idx="4096">
                  <c:v>-7597468</c:v>
                </c:pt>
                <c:pt idx="4097">
                  <c:v>-7599351</c:v>
                </c:pt>
                <c:pt idx="4098">
                  <c:v>-7581887</c:v>
                </c:pt>
                <c:pt idx="4099">
                  <c:v>-7586763</c:v>
                </c:pt>
                <c:pt idx="4100">
                  <c:v>-7590584</c:v>
                </c:pt>
                <c:pt idx="4101">
                  <c:v>-7582161</c:v>
                </c:pt>
                <c:pt idx="4102">
                  <c:v>-7591658</c:v>
                </c:pt>
                <c:pt idx="4103">
                  <c:v>-7580750</c:v>
                </c:pt>
                <c:pt idx="4104">
                  <c:v>-7581940</c:v>
                </c:pt>
                <c:pt idx="4105">
                  <c:v>-7574764</c:v>
                </c:pt>
                <c:pt idx="4106">
                  <c:v>-7586446</c:v>
                </c:pt>
                <c:pt idx="4107">
                  <c:v>-7589699</c:v>
                </c:pt>
                <c:pt idx="4108">
                  <c:v>-7592286</c:v>
                </c:pt>
                <c:pt idx="4109">
                  <c:v>-7583057</c:v>
                </c:pt>
                <c:pt idx="4110">
                  <c:v>-7590778</c:v>
                </c:pt>
                <c:pt idx="4111">
                  <c:v>-7589338</c:v>
                </c:pt>
                <c:pt idx="4112">
                  <c:v>-7595817</c:v>
                </c:pt>
                <c:pt idx="4113">
                  <c:v>-7589432</c:v>
                </c:pt>
                <c:pt idx="4114">
                  <c:v>-7593015</c:v>
                </c:pt>
                <c:pt idx="4115">
                  <c:v>-7595677</c:v>
                </c:pt>
                <c:pt idx="4116">
                  <c:v>-7586500</c:v>
                </c:pt>
                <c:pt idx="4117">
                  <c:v>-7590447</c:v>
                </c:pt>
                <c:pt idx="4118">
                  <c:v>-7641668</c:v>
                </c:pt>
                <c:pt idx="4119">
                  <c:v>-7595473</c:v>
                </c:pt>
                <c:pt idx="4120">
                  <c:v>-7581488</c:v>
                </c:pt>
                <c:pt idx="4121">
                  <c:v>-7603268</c:v>
                </c:pt>
                <c:pt idx="4122">
                  <c:v>-7585516</c:v>
                </c:pt>
                <c:pt idx="4123">
                  <c:v>-7472833</c:v>
                </c:pt>
                <c:pt idx="4124">
                  <c:v>-7583769</c:v>
                </c:pt>
                <c:pt idx="4125">
                  <c:v>-7592371</c:v>
                </c:pt>
                <c:pt idx="4126">
                  <c:v>-7602978</c:v>
                </c:pt>
                <c:pt idx="4127">
                  <c:v>-7581278</c:v>
                </c:pt>
                <c:pt idx="4128">
                  <c:v>-7588734</c:v>
                </c:pt>
                <c:pt idx="4129">
                  <c:v>-7600323</c:v>
                </c:pt>
                <c:pt idx="4130">
                  <c:v>-7594172</c:v>
                </c:pt>
                <c:pt idx="4131">
                  <c:v>-7600197</c:v>
                </c:pt>
                <c:pt idx="4132">
                  <c:v>-7518622</c:v>
                </c:pt>
                <c:pt idx="4133">
                  <c:v>-7590800</c:v>
                </c:pt>
                <c:pt idx="4134">
                  <c:v>-7593764</c:v>
                </c:pt>
                <c:pt idx="4135">
                  <c:v>-7597070</c:v>
                </c:pt>
                <c:pt idx="4136">
                  <c:v>-7590243</c:v>
                </c:pt>
                <c:pt idx="4137">
                  <c:v>-7591486</c:v>
                </c:pt>
                <c:pt idx="4138">
                  <c:v>-7584200</c:v>
                </c:pt>
                <c:pt idx="4139">
                  <c:v>-7593165</c:v>
                </c:pt>
                <c:pt idx="4140">
                  <c:v>-7588700</c:v>
                </c:pt>
                <c:pt idx="4141">
                  <c:v>-7591207</c:v>
                </c:pt>
                <c:pt idx="4142">
                  <c:v>-7586817</c:v>
                </c:pt>
                <c:pt idx="4143">
                  <c:v>-7374712</c:v>
                </c:pt>
                <c:pt idx="4144">
                  <c:v>-7330645</c:v>
                </c:pt>
                <c:pt idx="4145">
                  <c:v>-7376280</c:v>
                </c:pt>
                <c:pt idx="4146">
                  <c:v>-7322445</c:v>
                </c:pt>
                <c:pt idx="4147">
                  <c:v>-7380283</c:v>
                </c:pt>
                <c:pt idx="4148">
                  <c:v>-7376538</c:v>
                </c:pt>
                <c:pt idx="4149">
                  <c:v>-7347918</c:v>
                </c:pt>
                <c:pt idx="4150">
                  <c:v>-7276470</c:v>
                </c:pt>
                <c:pt idx="4151">
                  <c:v>-7330382</c:v>
                </c:pt>
                <c:pt idx="4152">
                  <c:v>-7236275</c:v>
                </c:pt>
                <c:pt idx="4153">
                  <c:v>-7330660</c:v>
                </c:pt>
                <c:pt idx="4154">
                  <c:v>-7395986</c:v>
                </c:pt>
                <c:pt idx="4155">
                  <c:v>-7264330</c:v>
                </c:pt>
                <c:pt idx="4156">
                  <c:v>-7284447</c:v>
                </c:pt>
                <c:pt idx="4157">
                  <c:v>-7378767</c:v>
                </c:pt>
                <c:pt idx="4158">
                  <c:v>-7320404</c:v>
                </c:pt>
                <c:pt idx="4159">
                  <c:v>-7276544</c:v>
                </c:pt>
                <c:pt idx="4160">
                  <c:v>-7208239</c:v>
                </c:pt>
                <c:pt idx="4161">
                  <c:v>-7275456</c:v>
                </c:pt>
                <c:pt idx="4162">
                  <c:v>-7225219</c:v>
                </c:pt>
                <c:pt idx="4163">
                  <c:v>-7406367</c:v>
                </c:pt>
                <c:pt idx="4164">
                  <c:v>-7254605</c:v>
                </c:pt>
                <c:pt idx="4165">
                  <c:v>-7331715</c:v>
                </c:pt>
                <c:pt idx="4166">
                  <c:v>-7390195</c:v>
                </c:pt>
                <c:pt idx="4167">
                  <c:v>-7230571</c:v>
                </c:pt>
                <c:pt idx="4168">
                  <c:v>-7199325</c:v>
                </c:pt>
                <c:pt idx="4169">
                  <c:v>-7411929</c:v>
                </c:pt>
                <c:pt idx="4170">
                  <c:v>-7319535</c:v>
                </c:pt>
                <c:pt idx="4171">
                  <c:v>-7301694</c:v>
                </c:pt>
                <c:pt idx="4172">
                  <c:v>-7383782</c:v>
                </c:pt>
                <c:pt idx="4173">
                  <c:v>-7362974</c:v>
                </c:pt>
                <c:pt idx="4174">
                  <c:v>-7305475</c:v>
                </c:pt>
                <c:pt idx="4175">
                  <c:v>-7415123</c:v>
                </c:pt>
                <c:pt idx="4176">
                  <c:v>-7298346</c:v>
                </c:pt>
                <c:pt idx="4177">
                  <c:v>-7337521</c:v>
                </c:pt>
                <c:pt idx="4178">
                  <c:v>-7290199</c:v>
                </c:pt>
                <c:pt idx="4179">
                  <c:v>-7278753</c:v>
                </c:pt>
                <c:pt idx="4180">
                  <c:v>-7282807</c:v>
                </c:pt>
                <c:pt idx="4181">
                  <c:v>-7258334</c:v>
                </c:pt>
                <c:pt idx="4182">
                  <c:v>-7319670</c:v>
                </c:pt>
                <c:pt idx="4183">
                  <c:v>-7423131</c:v>
                </c:pt>
                <c:pt idx="4184">
                  <c:v>-7435894</c:v>
                </c:pt>
                <c:pt idx="4185">
                  <c:v>-7407951</c:v>
                </c:pt>
                <c:pt idx="4186">
                  <c:v>-7304539</c:v>
                </c:pt>
                <c:pt idx="4187">
                  <c:v>-7296810</c:v>
                </c:pt>
                <c:pt idx="4188">
                  <c:v>-7288457</c:v>
                </c:pt>
                <c:pt idx="4189">
                  <c:v>-7275718</c:v>
                </c:pt>
                <c:pt idx="4190">
                  <c:v>-7275008</c:v>
                </c:pt>
                <c:pt idx="4191">
                  <c:v>-7320701</c:v>
                </c:pt>
                <c:pt idx="4192">
                  <c:v>-7387112</c:v>
                </c:pt>
                <c:pt idx="4193">
                  <c:v>-7363442</c:v>
                </c:pt>
                <c:pt idx="4194">
                  <c:v>-7269479</c:v>
                </c:pt>
                <c:pt idx="4195">
                  <c:v>-7394171</c:v>
                </c:pt>
                <c:pt idx="4196">
                  <c:v>-7281459</c:v>
                </c:pt>
                <c:pt idx="4197">
                  <c:v>-7224457</c:v>
                </c:pt>
                <c:pt idx="4198">
                  <c:v>-7335688</c:v>
                </c:pt>
                <c:pt idx="4199">
                  <c:v>-7412346</c:v>
                </c:pt>
                <c:pt idx="4200">
                  <c:v>-7362703</c:v>
                </c:pt>
                <c:pt idx="4201">
                  <c:v>-7422110</c:v>
                </c:pt>
                <c:pt idx="4202">
                  <c:v>-7383448</c:v>
                </c:pt>
                <c:pt idx="4203">
                  <c:v>-7235663</c:v>
                </c:pt>
                <c:pt idx="4204">
                  <c:v>-7388421</c:v>
                </c:pt>
                <c:pt idx="4205">
                  <c:v>-7327203</c:v>
                </c:pt>
                <c:pt idx="4206">
                  <c:v>-7258562</c:v>
                </c:pt>
                <c:pt idx="4207">
                  <c:v>-7416323</c:v>
                </c:pt>
                <c:pt idx="4208">
                  <c:v>-7326746</c:v>
                </c:pt>
                <c:pt idx="4209">
                  <c:v>-7336441</c:v>
                </c:pt>
                <c:pt idx="4210">
                  <c:v>-7256215</c:v>
                </c:pt>
                <c:pt idx="4211">
                  <c:v>-7310426</c:v>
                </c:pt>
                <c:pt idx="4212">
                  <c:v>-7247282</c:v>
                </c:pt>
                <c:pt idx="4213">
                  <c:v>-7245701</c:v>
                </c:pt>
                <c:pt idx="4214">
                  <c:v>-7346225</c:v>
                </c:pt>
                <c:pt idx="4215">
                  <c:v>-7382865</c:v>
                </c:pt>
                <c:pt idx="4216">
                  <c:v>-7362561</c:v>
                </c:pt>
                <c:pt idx="4217">
                  <c:v>-7326298</c:v>
                </c:pt>
                <c:pt idx="4218">
                  <c:v>-7391771</c:v>
                </c:pt>
                <c:pt idx="4219">
                  <c:v>-7262144</c:v>
                </c:pt>
                <c:pt idx="4220">
                  <c:v>-7281360</c:v>
                </c:pt>
                <c:pt idx="4221">
                  <c:v>-7429399</c:v>
                </c:pt>
                <c:pt idx="4222">
                  <c:v>-7341242</c:v>
                </c:pt>
                <c:pt idx="4223">
                  <c:v>-7416362</c:v>
                </c:pt>
                <c:pt idx="4224">
                  <c:v>-7253339</c:v>
                </c:pt>
                <c:pt idx="4225">
                  <c:v>-7320583</c:v>
                </c:pt>
                <c:pt idx="4226">
                  <c:v>-7592337</c:v>
                </c:pt>
                <c:pt idx="4227">
                  <c:v>-7370560</c:v>
                </c:pt>
                <c:pt idx="4228">
                  <c:v>-7225218</c:v>
                </c:pt>
                <c:pt idx="4229">
                  <c:v>-7267433</c:v>
                </c:pt>
                <c:pt idx="4230">
                  <c:v>-7288697</c:v>
                </c:pt>
                <c:pt idx="4231">
                  <c:v>-7283143</c:v>
                </c:pt>
                <c:pt idx="4232">
                  <c:v>-7335275</c:v>
                </c:pt>
                <c:pt idx="4233">
                  <c:v>-7261999</c:v>
                </c:pt>
                <c:pt idx="4234">
                  <c:v>-7288621</c:v>
                </c:pt>
                <c:pt idx="4235">
                  <c:v>-7210545</c:v>
                </c:pt>
                <c:pt idx="4236">
                  <c:v>-7406572</c:v>
                </c:pt>
                <c:pt idx="4237">
                  <c:v>-7384523</c:v>
                </c:pt>
                <c:pt idx="4238">
                  <c:v>-7224240</c:v>
                </c:pt>
                <c:pt idx="4239">
                  <c:v>-7412578</c:v>
                </c:pt>
                <c:pt idx="4240">
                  <c:v>-7267081</c:v>
                </c:pt>
                <c:pt idx="4241">
                  <c:v>-7368385</c:v>
                </c:pt>
                <c:pt idx="4242">
                  <c:v>-7225890</c:v>
                </c:pt>
                <c:pt idx="4243">
                  <c:v>-7347029</c:v>
                </c:pt>
                <c:pt idx="4244">
                  <c:v>-7428796</c:v>
                </c:pt>
                <c:pt idx="4245">
                  <c:v>-7312682</c:v>
                </c:pt>
                <c:pt idx="4246">
                  <c:v>-7399487</c:v>
                </c:pt>
                <c:pt idx="4247">
                  <c:v>-7434089</c:v>
                </c:pt>
                <c:pt idx="4248">
                  <c:v>-7279109</c:v>
                </c:pt>
                <c:pt idx="4249">
                  <c:v>-7360981</c:v>
                </c:pt>
                <c:pt idx="4250">
                  <c:v>-7223313</c:v>
                </c:pt>
                <c:pt idx="4251">
                  <c:v>-7273103</c:v>
                </c:pt>
                <c:pt idx="4252">
                  <c:v>-7277564</c:v>
                </c:pt>
                <c:pt idx="4253">
                  <c:v>-7323434</c:v>
                </c:pt>
                <c:pt idx="4254">
                  <c:v>-7419620</c:v>
                </c:pt>
                <c:pt idx="4255">
                  <c:v>-7350064</c:v>
                </c:pt>
                <c:pt idx="4256">
                  <c:v>-7287109</c:v>
                </c:pt>
                <c:pt idx="4257">
                  <c:v>-7318550</c:v>
                </c:pt>
                <c:pt idx="4258">
                  <c:v>-7435161</c:v>
                </c:pt>
                <c:pt idx="4259">
                  <c:v>-7405857</c:v>
                </c:pt>
                <c:pt idx="4260">
                  <c:v>-7268716</c:v>
                </c:pt>
                <c:pt idx="4261">
                  <c:v>-7259487</c:v>
                </c:pt>
                <c:pt idx="4262">
                  <c:v>-7274685</c:v>
                </c:pt>
                <c:pt idx="4263">
                  <c:v>-7394089</c:v>
                </c:pt>
                <c:pt idx="4264">
                  <c:v>-7328256</c:v>
                </c:pt>
                <c:pt idx="4265">
                  <c:v>-7371887</c:v>
                </c:pt>
                <c:pt idx="4266">
                  <c:v>-7389367</c:v>
                </c:pt>
                <c:pt idx="4267">
                  <c:v>-7259366</c:v>
                </c:pt>
                <c:pt idx="4268">
                  <c:v>-7319092</c:v>
                </c:pt>
                <c:pt idx="4269">
                  <c:v>-7341027</c:v>
                </c:pt>
                <c:pt idx="4270">
                  <c:v>-7372770</c:v>
                </c:pt>
                <c:pt idx="4271">
                  <c:v>-7259400</c:v>
                </c:pt>
                <c:pt idx="4272">
                  <c:v>-7359107</c:v>
                </c:pt>
                <c:pt idx="4273">
                  <c:v>-7410804</c:v>
                </c:pt>
                <c:pt idx="4274">
                  <c:v>-7355849</c:v>
                </c:pt>
                <c:pt idx="4275">
                  <c:v>-7243363</c:v>
                </c:pt>
                <c:pt idx="4276">
                  <c:v>-7409315</c:v>
                </c:pt>
                <c:pt idx="4277">
                  <c:v>-7389895</c:v>
                </c:pt>
                <c:pt idx="4278">
                  <c:v>-7391454</c:v>
                </c:pt>
                <c:pt idx="4279">
                  <c:v>-7270234</c:v>
                </c:pt>
                <c:pt idx="4280">
                  <c:v>-7427771</c:v>
                </c:pt>
                <c:pt idx="4281">
                  <c:v>-7390143</c:v>
                </c:pt>
                <c:pt idx="4282">
                  <c:v>-7227647</c:v>
                </c:pt>
                <c:pt idx="4283">
                  <c:v>-7289540</c:v>
                </c:pt>
                <c:pt idx="4284">
                  <c:v>-7168594</c:v>
                </c:pt>
                <c:pt idx="4285">
                  <c:v>-7350044</c:v>
                </c:pt>
                <c:pt idx="4286">
                  <c:v>-7402781</c:v>
                </c:pt>
                <c:pt idx="4287">
                  <c:v>-7302720</c:v>
                </c:pt>
                <c:pt idx="4288">
                  <c:v>-7326718</c:v>
                </c:pt>
                <c:pt idx="4289">
                  <c:v>-7170911</c:v>
                </c:pt>
                <c:pt idx="4290">
                  <c:v>-7382224</c:v>
                </c:pt>
                <c:pt idx="4291">
                  <c:v>-7415862</c:v>
                </c:pt>
                <c:pt idx="4292">
                  <c:v>-7252647</c:v>
                </c:pt>
                <c:pt idx="4293">
                  <c:v>-7305402</c:v>
                </c:pt>
                <c:pt idx="4294">
                  <c:v>-7393125</c:v>
                </c:pt>
                <c:pt idx="4295">
                  <c:v>-7295418</c:v>
                </c:pt>
                <c:pt idx="4296">
                  <c:v>-7287712</c:v>
                </c:pt>
                <c:pt idx="4297">
                  <c:v>-7274875</c:v>
                </c:pt>
                <c:pt idx="4298">
                  <c:v>-7284509</c:v>
                </c:pt>
                <c:pt idx="4299">
                  <c:v>-7292801</c:v>
                </c:pt>
                <c:pt idx="4300">
                  <c:v>-7285049</c:v>
                </c:pt>
                <c:pt idx="4301">
                  <c:v>-7335859</c:v>
                </c:pt>
                <c:pt idx="4302">
                  <c:v>-7399548</c:v>
                </c:pt>
                <c:pt idx="4303">
                  <c:v>-7265588</c:v>
                </c:pt>
                <c:pt idx="4304">
                  <c:v>-7387277</c:v>
                </c:pt>
                <c:pt idx="4305">
                  <c:v>-7324274</c:v>
                </c:pt>
                <c:pt idx="4306">
                  <c:v>-7273577</c:v>
                </c:pt>
                <c:pt idx="4307">
                  <c:v>-7370869</c:v>
                </c:pt>
                <c:pt idx="4308">
                  <c:v>-7270234</c:v>
                </c:pt>
                <c:pt idx="4309">
                  <c:v>-7376489</c:v>
                </c:pt>
                <c:pt idx="4310">
                  <c:v>-7368134</c:v>
                </c:pt>
                <c:pt idx="4311">
                  <c:v>-7244432</c:v>
                </c:pt>
                <c:pt idx="4312">
                  <c:v>-7230312</c:v>
                </c:pt>
                <c:pt idx="4313">
                  <c:v>-7274408</c:v>
                </c:pt>
                <c:pt idx="4314">
                  <c:v>-7273398</c:v>
                </c:pt>
                <c:pt idx="4315">
                  <c:v>-7264922</c:v>
                </c:pt>
                <c:pt idx="4316">
                  <c:v>-7280392</c:v>
                </c:pt>
                <c:pt idx="4317">
                  <c:v>-7262236</c:v>
                </c:pt>
                <c:pt idx="4318">
                  <c:v>-7399198</c:v>
                </c:pt>
                <c:pt idx="4319">
                  <c:v>-7237608</c:v>
                </c:pt>
                <c:pt idx="4320">
                  <c:v>-7417355</c:v>
                </c:pt>
                <c:pt idx="4321">
                  <c:v>-7307350</c:v>
                </c:pt>
                <c:pt idx="4322">
                  <c:v>-7259432</c:v>
                </c:pt>
                <c:pt idx="4323">
                  <c:v>-7292956</c:v>
                </c:pt>
                <c:pt idx="4324">
                  <c:v>-7325118</c:v>
                </c:pt>
                <c:pt idx="4325">
                  <c:v>-7401369</c:v>
                </c:pt>
                <c:pt idx="4326">
                  <c:v>-7426029</c:v>
                </c:pt>
                <c:pt idx="4327">
                  <c:v>-7217105</c:v>
                </c:pt>
                <c:pt idx="4328">
                  <c:v>-7412885</c:v>
                </c:pt>
                <c:pt idx="4329">
                  <c:v>-7264138</c:v>
                </c:pt>
                <c:pt idx="4330">
                  <c:v>-7233446</c:v>
                </c:pt>
                <c:pt idx="4331">
                  <c:v>-7352726</c:v>
                </c:pt>
                <c:pt idx="4332">
                  <c:v>-7278364</c:v>
                </c:pt>
                <c:pt idx="4333">
                  <c:v>-7336413</c:v>
                </c:pt>
                <c:pt idx="4334">
                  <c:v>-7255883</c:v>
                </c:pt>
                <c:pt idx="4335">
                  <c:v>-7200794</c:v>
                </c:pt>
                <c:pt idx="4336">
                  <c:v>-7387063</c:v>
                </c:pt>
                <c:pt idx="4337">
                  <c:v>-7419873</c:v>
                </c:pt>
                <c:pt idx="4338">
                  <c:v>-7350971</c:v>
                </c:pt>
                <c:pt idx="4339">
                  <c:v>-7413097</c:v>
                </c:pt>
                <c:pt idx="4340">
                  <c:v>-7262358</c:v>
                </c:pt>
                <c:pt idx="4341">
                  <c:v>-7416921</c:v>
                </c:pt>
                <c:pt idx="4342">
                  <c:v>-7386355</c:v>
                </c:pt>
                <c:pt idx="4343">
                  <c:v>-7275419</c:v>
                </c:pt>
                <c:pt idx="4344">
                  <c:v>-7447843</c:v>
                </c:pt>
                <c:pt idx="4345">
                  <c:v>-7347531</c:v>
                </c:pt>
                <c:pt idx="4346">
                  <c:v>-7402033</c:v>
                </c:pt>
                <c:pt idx="4347">
                  <c:v>-7227384</c:v>
                </c:pt>
                <c:pt idx="4348">
                  <c:v>-7416118</c:v>
                </c:pt>
                <c:pt idx="4349">
                  <c:v>-7273230</c:v>
                </c:pt>
                <c:pt idx="4350">
                  <c:v>-7274000</c:v>
                </c:pt>
                <c:pt idx="4351">
                  <c:v>-7333581</c:v>
                </c:pt>
                <c:pt idx="4352">
                  <c:v>-7328582</c:v>
                </c:pt>
                <c:pt idx="4353">
                  <c:v>-7381756</c:v>
                </c:pt>
                <c:pt idx="4354">
                  <c:v>-7241225</c:v>
                </c:pt>
                <c:pt idx="4355">
                  <c:v>-7256199</c:v>
                </c:pt>
                <c:pt idx="4356">
                  <c:v>-7316566</c:v>
                </c:pt>
                <c:pt idx="4357">
                  <c:v>-7329060</c:v>
                </c:pt>
                <c:pt idx="4358">
                  <c:v>-7293521</c:v>
                </c:pt>
                <c:pt idx="4359">
                  <c:v>-7397955</c:v>
                </c:pt>
                <c:pt idx="4360">
                  <c:v>-7398098</c:v>
                </c:pt>
                <c:pt idx="4361">
                  <c:v>-7316767</c:v>
                </c:pt>
                <c:pt idx="4362">
                  <c:v>-7204288</c:v>
                </c:pt>
                <c:pt idx="4363">
                  <c:v>-7289351</c:v>
                </c:pt>
                <c:pt idx="4364">
                  <c:v>-7341413</c:v>
                </c:pt>
                <c:pt idx="4365">
                  <c:v>-7251139</c:v>
                </c:pt>
                <c:pt idx="4366">
                  <c:v>-7368517</c:v>
                </c:pt>
                <c:pt idx="4367">
                  <c:v>-7312897</c:v>
                </c:pt>
                <c:pt idx="4368">
                  <c:v>-7331994</c:v>
                </c:pt>
                <c:pt idx="4369">
                  <c:v>-7328906</c:v>
                </c:pt>
                <c:pt idx="4370">
                  <c:v>-7307061</c:v>
                </c:pt>
                <c:pt idx="4371">
                  <c:v>-7335900</c:v>
                </c:pt>
                <c:pt idx="4372">
                  <c:v>-7236780</c:v>
                </c:pt>
                <c:pt idx="4373">
                  <c:v>-7374686</c:v>
                </c:pt>
                <c:pt idx="4374">
                  <c:v>-7311772</c:v>
                </c:pt>
                <c:pt idx="4375">
                  <c:v>-7442747</c:v>
                </c:pt>
                <c:pt idx="4376">
                  <c:v>-7286254</c:v>
                </c:pt>
                <c:pt idx="4377">
                  <c:v>-7330141</c:v>
                </c:pt>
                <c:pt idx="4378">
                  <c:v>-7422477</c:v>
                </c:pt>
                <c:pt idx="4379">
                  <c:v>-7190000</c:v>
                </c:pt>
                <c:pt idx="4380">
                  <c:v>-7330895</c:v>
                </c:pt>
                <c:pt idx="4381">
                  <c:v>-7292657</c:v>
                </c:pt>
                <c:pt idx="4382">
                  <c:v>-7351448</c:v>
                </c:pt>
                <c:pt idx="4383">
                  <c:v>-7436799</c:v>
                </c:pt>
                <c:pt idx="4384">
                  <c:v>-7235916</c:v>
                </c:pt>
                <c:pt idx="4385">
                  <c:v>-7374301</c:v>
                </c:pt>
                <c:pt idx="4386">
                  <c:v>-7385441</c:v>
                </c:pt>
                <c:pt idx="4387">
                  <c:v>-7303530</c:v>
                </c:pt>
                <c:pt idx="4388">
                  <c:v>-7424654</c:v>
                </c:pt>
                <c:pt idx="4389">
                  <c:v>-7384432</c:v>
                </c:pt>
                <c:pt idx="4390">
                  <c:v>-7335314</c:v>
                </c:pt>
                <c:pt idx="4391">
                  <c:v>-7438940</c:v>
                </c:pt>
                <c:pt idx="4392">
                  <c:v>-7411003</c:v>
                </c:pt>
                <c:pt idx="4393">
                  <c:v>-7273377</c:v>
                </c:pt>
                <c:pt idx="4394">
                  <c:v>-7302098</c:v>
                </c:pt>
                <c:pt idx="4395">
                  <c:v>-7404209</c:v>
                </c:pt>
                <c:pt idx="4396">
                  <c:v>-7383773</c:v>
                </c:pt>
                <c:pt idx="4397">
                  <c:v>-7308442</c:v>
                </c:pt>
                <c:pt idx="4398">
                  <c:v>-7343412</c:v>
                </c:pt>
                <c:pt idx="4399">
                  <c:v>-7431815</c:v>
                </c:pt>
                <c:pt idx="4400">
                  <c:v>-7401005</c:v>
                </c:pt>
                <c:pt idx="4401">
                  <c:v>-7280592</c:v>
                </c:pt>
                <c:pt idx="4402">
                  <c:v>-7420035</c:v>
                </c:pt>
                <c:pt idx="4403">
                  <c:v>-7233557</c:v>
                </c:pt>
                <c:pt idx="4404">
                  <c:v>-7327662</c:v>
                </c:pt>
                <c:pt idx="4405">
                  <c:v>-7428323</c:v>
                </c:pt>
                <c:pt idx="4406">
                  <c:v>-7358466</c:v>
                </c:pt>
                <c:pt idx="4407">
                  <c:v>-7425158</c:v>
                </c:pt>
                <c:pt idx="4408">
                  <c:v>-7209772</c:v>
                </c:pt>
                <c:pt idx="4409">
                  <c:v>-7369097</c:v>
                </c:pt>
                <c:pt idx="4410">
                  <c:v>-7390342</c:v>
                </c:pt>
                <c:pt idx="4411">
                  <c:v>-7322602</c:v>
                </c:pt>
                <c:pt idx="4412">
                  <c:v>-7314095</c:v>
                </c:pt>
                <c:pt idx="4413">
                  <c:v>-7377275</c:v>
                </c:pt>
                <c:pt idx="4414">
                  <c:v>-7426852</c:v>
                </c:pt>
                <c:pt idx="4415">
                  <c:v>-7386657</c:v>
                </c:pt>
                <c:pt idx="4416">
                  <c:v>-7437746</c:v>
                </c:pt>
                <c:pt idx="4417">
                  <c:v>-7418618</c:v>
                </c:pt>
                <c:pt idx="4418">
                  <c:v>-7241588</c:v>
                </c:pt>
                <c:pt idx="4419">
                  <c:v>-7203337</c:v>
                </c:pt>
                <c:pt idx="4420">
                  <c:v>-7404347</c:v>
                </c:pt>
                <c:pt idx="4421">
                  <c:v>-7356871</c:v>
                </c:pt>
                <c:pt idx="4422">
                  <c:v>-7384370</c:v>
                </c:pt>
                <c:pt idx="4423">
                  <c:v>-7432158</c:v>
                </c:pt>
                <c:pt idx="4424">
                  <c:v>-7369668</c:v>
                </c:pt>
                <c:pt idx="4425">
                  <c:v>-7413611</c:v>
                </c:pt>
                <c:pt idx="4426">
                  <c:v>-7443950</c:v>
                </c:pt>
                <c:pt idx="4427">
                  <c:v>-7295115</c:v>
                </c:pt>
                <c:pt idx="4428">
                  <c:v>-7405883</c:v>
                </c:pt>
                <c:pt idx="4429">
                  <c:v>-7420826</c:v>
                </c:pt>
                <c:pt idx="4430">
                  <c:v>-7397943</c:v>
                </c:pt>
                <c:pt idx="4431">
                  <c:v>-7377372</c:v>
                </c:pt>
                <c:pt idx="4432">
                  <c:v>-7379964</c:v>
                </c:pt>
                <c:pt idx="4433">
                  <c:v>-7416701</c:v>
                </c:pt>
                <c:pt idx="4434">
                  <c:v>-7420359</c:v>
                </c:pt>
                <c:pt idx="4435">
                  <c:v>-7254708</c:v>
                </c:pt>
                <c:pt idx="4436">
                  <c:v>-7316413</c:v>
                </c:pt>
                <c:pt idx="4437">
                  <c:v>-7440890</c:v>
                </c:pt>
                <c:pt idx="4438">
                  <c:v>-7322498</c:v>
                </c:pt>
                <c:pt idx="4439">
                  <c:v>-7427418</c:v>
                </c:pt>
                <c:pt idx="4440">
                  <c:v>-7260236</c:v>
                </c:pt>
                <c:pt idx="4441">
                  <c:v>-7274069</c:v>
                </c:pt>
                <c:pt idx="4442">
                  <c:v>-7386515</c:v>
                </c:pt>
                <c:pt idx="4443">
                  <c:v>-7333706</c:v>
                </c:pt>
                <c:pt idx="4444">
                  <c:v>-7268315</c:v>
                </c:pt>
                <c:pt idx="4445">
                  <c:v>-7384992</c:v>
                </c:pt>
                <c:pt idx="4446">
                  <c:v>-7191870</c:v>
                </c:pt>
                <c:pt idx="4447">
                  <c:v>-7336411</c:v>
                </c:pt>
                <c:pt idx="4448">
                  <c:v>-7404586</c:v>
                </c:pt>
                <c:pt idx="4449">
                  <c:v>-7408509</c:v>
                </c:pt>
                <c:pt idx="4450">
                  <c:v>-7438105</c:v>
                </c:pt>
                <c:pt idx="4451">
                  <c:v>-7418598</c:v>
                </c:pt>
                <c:pt idx="4452">
                  <c:v>-7306427</c:v>
                </c:pt>
                <c:pt idx="4453">
                  <c:v>-7446821</c:v>
                </c:pt>
                <c:pt idx="4454">
                  <c:v>-7377676</c:v>
                </c:pt>
                <c:pt idx="4455">
                  <c:v>-7399308</c:v>
                </c:pt>
                <c:pt idx="4456">
                  <c:v>-7383571</c:v>
                </c:pt>
                <c:pt idx="4457">
                  <c:v>-7376944</c:v>
                </c:pt>
                <c:pt idx="4458">
                  <c:v>-7216562</c:v>
                </c:pt>
                <c:pt idx="4459">
                  <c:v>-7357005</c:v>
                </c:pt>
                <c:pt idx="4460">
                  <c:v>-7198848</c:v>
                </c:pt>
                <c:pt idx="4461">
                  <c:v>-7428565</c:v>
                </c:pt>
                <c:pt idx="4462">
                  <c:v>-7441154</c:v>
                </c:pt>
                <c:pt idx="4463">
                  <c:v>-7432671</c:v>
                </c:pt>
                <c:pt idx="4464">
                  <c:v>-7414955</c:v>
                </c:pt>
                <c:pt idx="4465">
                  <c:v>-7277416</c:v>
                </c:pt>
                <c:pt idx="4466">
                  <c:v>-7260997</c:v>
                </c:pt>
                <c:pt idx="4467">
                  <c:v>-7186513</c:v>
                </c:pt>
                <c:pt idx="4468">
                  <c:v>-7335591</c:v>
                </c:pt>
                <c:pt idx="4469">
                  <c:v>-7277472</c:v>
                </c:pt>
                <c:pt idx="4470">
                  <c:v>-7335797</c:v>
                </c:pt>
                <c:pt idx="4471">
                  <c:v>-7339402</c:v>
                </c:pt>
                <c:pt idx="4472">
                  <c:v>-7285228</c:v>
                </c:pt>
                <c:pt idx="4473">
                  <c:v>-7414468</c:v>
                </c:pt>
                <c:pt idx="4474">
                  <c:v>-7305576</c:v>
                </c:pt>
                <c:pt idx="4475">
                  <c:v>-7283072</c:v>
                </c:pt>
                <c:pt idx="4476">
                  <c:v>-7277545</c:v>
                </c:pt>
                <c:pt idx="4477">
                  <c:v>-7301230</c:v>
                </c:pt>
                <c:pt idx="4478">
                  <c:v>-7245448</c:v>
                </c:pt>
                <c:pt idx="4479">
                  <c:v>-7338498</c:v>
                </c:pt>
                <c:pt idx="4480">
                  <c:v>-7304483</c:v>
                </c:pt>
                <c:pt idx="4481">
                  <c:v>-7399102</c:v>
                </c:pt>
                <c:pt idx="4482">
                  <c:v>-7271960</c:v>
                </c:pt>
                <c:pt idx="4483">
                  <c:v>-7228190</c:v>
                </c:pt>
                <c:pt idx="4484">
                  <c:v>-7202090</c:v>
                </c:pt>
                <c:pt idx="4485">
                  <c:v>-7304401</c:v>
                </c:pt>
                <c:pt idx="4486">
                  <c:v>-7297075</c:v>
                </c:pt>
                <c:pt idx="4487">
                  <c:v>-7246608</c:v>
                </c:pt>
                <c:pt idx="4488">
                  <c:v>-7261338</c:v>
                </c:pt>
                <c:pt idx="4489">
                  <c:v>-7254152</c:v>
                </c:pt>
                <c:pt idx="4490">
                  <c:v>-7414869</c:v>
                </c:pt>
                <c:pt idx="4491">
                  <c:v>-7396407</c:v>
                </c:pt>
                <c:pt idx="4492">
                  <c:v>-7308846</c:v>
                </c:pt>
                <c:pt idx="4493">
                  <c:v>-7203554</c:v>
                </c:pt>
                <c:pt idx="4494">
                  <c:v>-7418911</c:v>
                </c:pt>
                <c:pt idx="4495">
                  <c:v>-7310479</c:v>
                </c:pt>
                <c:pt idx="4496">
                  <c:v>-7422926</c:v>
                </c:pt>
                <c:pt idx="4497">
                  <c:v>-7293333</c:v>
                </c:pt>
                <c:pt idx="4498">
                  <c:v>-7235730</c:v>
                </c:pt>
                <c:pt idx="4499">
                  <c:v>-7325488</c:v>
                </c:pt>
                <c:pt idx="4500">
                  <c:v>-7276559</c:v>
                </c:pt>
                <c:pt idx="4501">
                  <c:v>-7267032</c:v>
                </c:pt>
                <c:pt idx="4502">
                  <c:v>-7205628</c:v>
                </c:pt>
                <c:pt idx="4503">
                  <c:v>-7238665</c:v>
                </c:pt>
                <c:pt idx="4504">
                  <c:v>-7312178</c:v>
                </c:pt>
                <c:pt idx="4505">
                  <c:v>-7210076</c:v>
                </c:pt>
                <c:pt idx="4506">
                  <c:v>-7258839</c:v>
                </c:pt>
                <c:pt idx="4507">
                  <c:v>-7422526</c:v>
                </c:pt>
                <c:pt idx="4508">
                  <c:v>-7388064</c:v>
                </c:pt>
                <c:pt idx="4509">
                  <c:v>-7325163</c:v>
                </c:pt>
                <c:pt idx="4510">
                  <c:v>-7407309</c:v>
                </c:pt>
                <c:pt idx="4511">
                  <c:v>-7446128</c:v>
                </c:pt>
                <c:pt idx="4512">
                  <c:v>-7400363</c:v>
                </c:pt>
                <c:pt idx="4513">
                  <c:v>-7309321</c:v>
                </c:pt>
                <c:pt idx="4514">
                  <c:v>-7252028</c:v>
                </c:pt>
                <c:pt idx="4515">
                  <c:v>-7418016</c:v>
                </c:pt>
                <c:pt idx="4516">
                  <c:v>-7241583</c:v>
                </c:pt>
                <c:pt idx="4517">
                  <c:v>-7383061</c:v>
                </c:pt>
                <c:pt idx="4518">
                  <c:v>-7345547</c:v>
                </c:pt>
                <c:pt idx="4519">
                  <c:v>-7193787</c:v>
                </c:pt>
                <c:pt idx="4520">
                  <c:v>-7307846</c:v>
                </c:pt>
                <c:pt idx="4521">
                  <c:v>-7407744</c:v>
                </c:pt>
                <c:pt idx="4522">
                  <c:v>-7219291</c:v>
                </c:pt>
                <c:pt idx="4523">
                  <c:v>-7345263</c:v>
                </c:pt>
                <c:pt idx="4524">
                  <c:v>-7233327</c:v>
                </c:pt>
                <c:pt idx="4525">
                  <c:v>-7353469</c:v>
                </c:pt>
                <c:pt idx="4526">
                  <c:v>-7379007</c:v>
                </c:pt>
                <c:pt idx="4527">
                  <c:v>-7278980</c:v>
                </c:pt>
                <c:pt idx="4528">
                  <c:v>-7328728</c:v>
                </c:pt>
                <c:pt idx="4529">
                  <c:v>-7320921</c:v>
                </c:pt>
                <c:pt idx="4530">
                  <c:v>-7252585</c:v>
                </c:pt>
                <c:pt idx="4531">
                  <c:v>-7282364</c:v>
                </c:pt>
                <c:pt idx="4532">
                  <c:v>-7426442</c:v>
                </c:pt>
                <c:pt idx="4533">
                  <c:v>-7336782</c:v>
                </c:pt>
                <c:pt idx="4534">
                  <c:v>-7411171</c:v>
                </c:pt>
                <c:pt idx="4535">
                  <c:v>-7439079</c:v>
                </c:pt>
                <c:pt idx="4536">
                  <c:v>-7278693</c:v>
                </c:pt>
                <c:pt idx="4537">
                  <c:v>-7294140</c:v>
                </c:pt>
                <c:pt idx="4538">
                  <c:v>-7434911</c:v>
                </c:pt>
                <c:pt idx="4539">
                  <c:v>-7359840</c:v>
                </c:pt>
                <c:pt idx="4540">
                  <c:v>-7323899</c:v>
                </c:pt>
                <c:pt idx="4541">
                  <c:v>-7387598</c:v>
                </c:pt>
                <c:pt idx="4542">
                  <c:v>-7224075</c:v>
                </c:pt>
                <c:pt idx="4543">
                  <c:v>-7421891</c:v>
                </c:pt>
                <c:pt idx="4544">
                  <c:v>-7320026</c:v>
                </c:pt>
                <c:pt idx="4545">
                  <c:v>-7194734</c:v>
                </c:pt>
                <c:pt idx="4546">
                  <c:v>-7329378</c:v>
                </c:pt>
                <c:pt idx="4547">
                  <c:v>-7284342</c:v>
                </c:pt>
                <c:pt idx="4548">
                  <c:v>-7296755</c:v>
                </c:pt>
                <c:pt idx="4549">
                  <c:v>-7452209</c:v>
                </c:pt>
                <c:pt idx="4550">
                  <c:v>-7260601</c:v>
                </c:pt>
                <c:pt idx="4551">
                  <c:v>-7357399</c:v>
                </c:pt>
                <c:pt idx="4552">
                  <c:v>-7210135</c:v>
                </c:pt>
                <c:pt idx="4553">
                  <c:v>-7377384</c:v>
                </c:pt>
                <c:pt idx="4554">
                  <c:v>-7400889</c:v>
                </c:pt>
                <c:pt idx="4555">
                  <c:v>-7434614</c:v>
                </c:pt>
                <c:pt idx="4556">
                  <c:v>-7435742</c:v>
                </c:pt>
                <c:pt idx="4557">
                  <c:v>-7252316</c:v>
                </c:pt>
                <c:pt idx="4558">
                  <c:v>-7265180</c:v>
                </c:pt>
                <c:pt idx="4559">
                  <c:v>-7331372</c:v>
                </c:pt>
                <c:pt idx="4560">
                  <c:v>-7376328</c:v>
                </c:pt>
                <c:pt idx="4561">
                  <c:v>-7279887</c:v>
                </c:pt>
                <c:pt idx="4562">
                  <c:v>-7340668</c:v>
                </c:pt>
                <c:pt idx="4563">
                  <c:v>-7434472</c:v>
                </c:pt>
                <c:pt idx="4564">
                  <c:v>-7206285</c:v>
                </c:pt>
                <c:pt idx="4565">
                  <c:v>-7363542</c:v>
                </c:pt>
                <c:pt idx="4566">
                  <c:v>-7293101</c:v>
                </c:pt>
                <c:pt idx="4567">
                  <c:v>-7406024</c:v>
                </c:pt>
                <c:pt idx="4568">
                  <c:v>-7398813</c:v>
                </c:pt>
                <c:pt idx="4569">
                  <c:v>-7258355</c:v>
                </c:pt>
                <c:pt idx="4570">
                  <c:v>-7431450</c:v>
                </c:pt>
                <c:pt idx="4571">
                  <c:v>-7318004</c:v>
                </c:pt>
                <c:pt idx="4572">
                  <c:v>-7424848</c:v>
                </c:pt>
                <c:pt idx="4573">
                  <c:v>-7276661</c:v>
                </c:pt>
                <c:pt idx="4574">
                  <c:v>-7319294</c:v>
                </c:pt>
                <c:pt idx="4575">
                  <c:v>-7318290</c:v>
                </c:pt>
                <c:pt idx="4576">
                  <c:v>-7385624</c:v>
                </c:pt>
                <c:pt idx="4577">
                  <c:v>-7273166</c:v>
                </c:pt>
                <c:pt idx="4578">
                  <c:v>-7243018</c:v>
                </c:pt>
                <c:pt idx="4579">
                  <c:v>-7372039</c:v>
                </c:pt>
                <c:pt idx="4580">
                  <c:v>-7271248</c:v>
                </c:pt>
                <c:pt idx="4581">
                  <c:v>-7168091</c:v>
                </c:pt>
                <c:pt idx="4582">
                  <c:v>-7304007</c:v>
                </c:pt>
                <c:pt idx="4583">
                  <c:v>-7301906</c:v>
                </c:pt>
                <c:pt idx="4584">
                  <c:v>-7390720</c:v>
                </c:pt>
                <c:pt idx="4585">
                  <c:v>-7353096</c:v>
                </c:pt>
                <c:pt idx="4586">
                  <c:v>-7370987</c:v>
                </c:pt>
                <c:pt idx="4587">
                  <c:v>-7289984</c:v>
                </c:pt>
                <c:pt idx="4588">
                  <c:v>-7407176</c:v>
                </c:pt>
                <c:pt idx="4589">
                  <c:v>-7302885</c:v>
                </c:pt>
                <c:pt idx="4590">
                  <c:v>-7199588</c:v>
                </c:pt>
                <c:pt idx="4591">
                  <c:v>-7430012</c:v>
                </c:pt>
                <c:pt idx="4592">
                  <c:v>-7339444</c:v>
                </c:pt>
                <c:pt idx="4593">
                  <c:v>-7323656</c:v>
                </c:pt>
                <c:pt idx="4594">
                  <c:v>-7369380</c:v>
                </c:pt>
                <c:pt idx="4595">
                  <c:v>-7368391</c:v>
                </c:pt>
                <c:pt idx="4596">
                  <c:v>-7221966</c:v>
                </c:pt>
                <c:pt idx="4597">
                  <c:v>-7284918</c:v>
                </c:pt>
                <c:pt idx="4598">
                  <c:v>-7271049</c:v>
                </c:pt>
                <c:pt idx="4599">
                  <c:v>-7370824</c:v>
                </c:pt>
                <c:pt idx="4600">
                  <c:v>-7389037</c:v>
                </c:pt>
                <c:pt idx="4601">
                  <c:v>-7418734</c:v>
                </c:pt>
                <c:pt idx="4602">
                  <c:v>-7417449</c:v>
                </c:pt>
                <c:pt idx="4603">
                  <c:v>-7409308</c:v>
                </c:pt>
                <c:pt idx="4604">
                  <c:v>-7232741</c:v>
                </c:pt>
                <c:pt idx="4605">
                  <c:v>-7264774</c:v>
                </c:pt>
                <c:pt idx="4606">
                  <c:v>-7273902</c:v>
                </c:pt>
                <c:pt idx="4607">
                  <c:v>-7422686</c:v>
                </c:pt>
                <c:pt idx="4608">
                  <c:v>-7366277</c:v>
                </c:pt>
                <c:pt idx="4609">
                  <c:v>-7329886</c:v>
                </c:pt>
                <c:pt idx="4610">
                  <c:v>-7310838</c:v>
                </c:pt>
                <c:pt idx="4611">
                  <c:v>-7282393</c:v>
                </c:pt>
                <c:pt idx="4612">
                  <c:v>-7195580</c:v>
                </c:pt>
                <c:pt idx="4613">
                  <c:v>-7291839</c:v>
                </c:pt>
                <c:pt idx="4614">
                  <c:v>-7230951</c:v>
                </c:pt>
                <c:pt idx="4615">
                  <c:v>-7412410</c:v>
                </c:pt>
                <c:pt idx="4616">
                  <c:v>-7409277</c:v>
                </c:pt>
                <c:pt idx="4617">
                  <c:v>-7290004</c:v>
                </c:pt>
                <c:pt idx="4618">
                  <c:v>-7307067</c:v>
                </c:pt>
                <c:pt idx="4619">
                  <c:v>-7303673</c:v>
                </c:pt>
                <c:pt idx="4620">
                  <c:v>-7412095</c:v>
                </c:pt>
                <c:pt idx="4621">
                  <c:v>-7304475</c:v>
                </c:pt>
                <c:pt idx="4622">
                  <c:v>-7402900</c:v>
                </c:pt>
                <c:pt idx="4623">
                  <c:v>-7413901</c:v>
                </c:pt>
                <c:pt idx="4624">
                  <c:v>-7325575</c:v>
                </c:pt>
                <c:pt idx="4625">
                  <c:v>-7199625</c:v>
                </c:pt>
                <c:pt idx="4626">
                  <c:v>-7288751</c:v>
                </c:pt>
                <c:pt idx="4627">
                  <c:v>-7235700</c:v>
                </c:pt>
                <c:pt idx="4628">
                  <c:v>-7409294</c:v>
                </c:pt>
                <c:pt idx="4629">
                  <c:v>-7404621</c:v>
                </c:pt>
                <c:pt idx="4630">
                  <c:v>-7308988</c:v>
                </c:pt>
                <c:pt idx="4631">
                  <c:v>-7208694</c:v>
                </c:pt>
                <c:pt idx="4632">
                  <c:v>-7440486</c:v>
                </c:pt>
                <c:pt idx="4633">
                  <c:v>-7280023</c:v>
                </c:pt>
                <c:pt idx="4634">
                  <c:v>-7265328</c:v>
                </c:pt>
                <c:pt idx="4635">
                  <c:v>-7438285</c:v>
                </c:pt>
                <c:pt idx="4636">
                  <c:v>-7332720</c:v>
                </c:pt>
                <c:pt idx="4637">
                  <c:v>-7413582</c:v>
                </c:pt>
                <c:pt idx="4638">
                  <c:v>-7364661</c:v>
                </c:pt>
                <c:pt idx="4639">
                  <c:v>-7395685</c:v>
                </c:pt>
                <c:pt idx="4640">
                  <c:v>-7390897</c:v>
                </c:pt>
                <c:pt idx="4641">
                  <c:v>-7284179</c:v>
                </c:pt>
                <c:pt idx="4642">
                  <c:v>-7234458</c:v>
                </c:pt>
                <c:pt idx="4643">
                  <c:v>-7274525</c:v>
                </c:pt>
                <c:pt idx="4644">
                  <c:v>-7279357</c:v>
                </c:pt>
                <c:pt idx="4645">
                  <c:v>-7326256</c:v>
                </c:pt>
                <c:pt idx="4646">
                  <c:v>-7401662</c:v>
                </c:pt>
                <c:pt idx="4647">
                  <c:v>-7322124</c:v>
                </c:pt>
                <c:pt idx="4648">
                  <c:v>-7318367</c:v>
                </c:pt>
                <c:pt idx="4649">
                  <c:v>-7290902</c:v>
                </c:pt>
                <c:pt idx="4650">
                  <c:v>-7252360</c:v>
                </c:pt>
                <c:pt idx="4651">
                  <c:v>-7213845</c:v>
                </c:pt>
                <c:pt idx="4652">
                  <c:v>-7426582</c:v>
                </c:pt>
                <c:pt idx="4653">
                  <c:v>-7305729</c:v>
                </c:pt>
                <c:pt idx="4654">
                  <c:v>-7383869</c:v>
                </c:pt>
                <c:pt idx="4655">
                  <c:v>-7371848</c:v>
                </c:pt>
                <c:pt idx="4656">
                  <c:v>-7339427</c:v>
                </c:pt>
                <c:pt idx="4657">
                  <c:v>-7408600</c:v>
                </c:pt>
                <c:pt idx="4658">
                  <c:v>-7426029</c:v>
                </c:pt>
                <c:pt idx="4659">
                  <c:v>-7306925</c:v>
                </c:pt>
                <c:pt idx="4660">
                  <c:v>-7343902</c:v>
                </c:pt>
                <c:pt idx="4661">
                  <c:v>-7427684</c:v>
                </c:pt>
                <c:pt idx="4662">
                  <c:v>-7273877</c:v>
                </c:pt>
                <c:pt idx="4663">
                  <c:v>-7222322</c:v>
                </c:pt>
                <c:pt idx="4664">
                  <c:v>-7429227</c:v>
                </c:pt>
                <c:pt idx="4665">
                  <c:v>-7409053</c:v>
                </c:pt>
                <c:pt idx="4666">
                  <c:v>-7433562</c:v>
                </c:pt>
                <c:pt idx="4667">
                  <c:v>-7221007</c:v>
                </c:pt>
                <c:pt idx="4668">
                  <c:v>-7302902</c:v>
                </c:pt>
                <c:pt idx="4669">
                  <c:v>-7388728</c:v>
                </c:pt>
                <c:pt idx="4670">
                  <c:v>-7407399</c:v>
                </c:pt>
                <c:pt idx="4671">
                  <c:v>-7205021</c:v>
                </c:pt>
                <c:pt idx="4672">
                  <c:v>-7404829</c:v>
                </c:pt>
                <c:pt idx="4673">
                  <c:v>-7398876</c:v>
                </c:pt>
                <c:pt idx="4674">
                  <c:v>-7410839</c:v>
                </c:pt>
                <c:pt idx="4675">
                  <c:v>-7289301</c:v>
                </c:pt>
                <c:pt idx="4676">
                  <c:v>-7285229</c:v>
                </c:pt>
                <c:pt idx="4677">
                  <c:v>-7333588</c:v>
                </c:pt>
                <c:pt idx="4678">
                  <c:v>-7295547</c:v>
                </c:pt>
                <c:pt idx="4679">
                  <c:v>-7292576</c:v>
                </c:pt>
                <c:pt idx="4680">
                  <c:v>-7309021</c:v>
                </c:pt>
                <c:pt idx="4681">
                  <c:v>-7297257</c:v>
                </c:pt>
                <c:pt idx="4682">
                  <c:v>-7406970</c:v>
                </c:pt>
                <c:pt idx="4683">
                  <c:v>-7436791</c:v>
                </c:pt>
                <c:pt idx="4684">
                  <c:v>-7297519</c:v>
                </c:pt>
                <c:pt idx="4685">
                  <c:v>-7329195</c:v>
                </c:pt>
                <c:pt idx="4686">
                  <c:v>-7215278</c:v>
                </c:pt>
                <c:pt idx="4687">
                  <c:v>-7421156</c:v>
                </c:pt>
                <c:pt idx="4688">
                  <c:v>-7412057</c:v>
                </c:pt>
                <c:pt idx="4689">
                  <c:v>-7246297</c:v>
                </c:pt>
                <c:pt idx="4690">
                  <c:v>-7369857</c:v>
                </c:pt>
                <c:pt idx="4691">
                  <c:v>-7243657</c:v>
                </c:pt>
                <c:pt idx="4692">
                  <c:v>-7224848</c:v>
                </c:pt>
                <c:pt idx="4693">
                  <c:v>-7423888</c:v>
                </c:pt>
                <c:pt idx="4694">
                  <c:v>-7340979</c:v>
                </c:pt>
                <c:pt idx="4695">
                  <c:v>-7339452</c:v>
                </c:pt>
                <c:pt idx="4696">
                  <c:v>-7328238</c:v>
                </c:pt>
                <c:pt idx="4697">
                  <c:v>-7313595</c:v>
                </c:pt>
                <c:pt idx="4698">
                  <c:v>-7378581</c:v>
                </c:pt>
                <c:pt idx="4699">
                  <c:v>-7429593</c:v>
                </c:pt>
                <c:pt idx="4700">
                  <c:v>-7413329</c:v>
                </c:pt>
                <c:pt idx="4701">
                  <c:v>-7277472</c:v>
                </c:pt>
                <c:pt idx="4702">
                  <c:v>-7404164</c:v>
                </c:pt>
                <c:pt idx="4703">
                  <c:v>-7316362</c:v>
                </c:pt>
                <c:pt idx="4704">
                  <c:v>-7270643</c:v>
                </c:pt>
                <c:pt idx="4705">
                  <c:v>-7379694</c:v>
                </c:pt>
                <c:pt idx="4706">
                  <c:v>-7422587</c:v>
                </c:pt>
                <c:pt idx="4707">
                  <c:v>-7435886</c:v>
                </c:pt>
                <c:pt idx="4708">
                  <c:v>-7200334</c:v>
                </c:pt>
                <c:pt idx="4709">
                  <c:v>-7265066</c:v>
                </c:pt>
                <c:pt idx="4710">
                  <c:v>-7374070</c:v>
                </c:pt>
                <c:pt idx="4711">
                  <c:v>-7268703</c:v>
                </c:pt>
                <c:pt idx="4712">
                  <c:v>-7234759</c:v>
                </c:pt>
                <c:pt idx="4713">
                  <c:v>-7388217</c:v>
                </c:pt>
                <c:pt idx="4714">
                  <c:v>-7311125</c:v>
                </c:pt>
                <c:pt idx="4715">
                  <c:v>-7412147</c:v>
                </c:pt>
                <c:pt idx="4716">
                  <c:v>-7440035</c:v>
                </c:pt>
                <c:pt idx="4717">
                  <c:v>-7418274</c:v>
                </c:pt>
                <c:pt idx="4718">
                  <c:v>-7403148</c:v>
                </c:pt>
                <c:pt idx="4719">
                  <c:v>-7215804</c:v>
                </c:pt>
                <c:pt idx="4720">
                  <c:v>-7301862</c:v>
                </c:pt>
                <c:pt idx="4721">
                  <c:v>-7355423</c:v>
                </c:pt>
                <c:pt idx="4722">
                  <c:v>-7344576</c:v>
                </c:pt>
                <c:pt idx="4723">
                  <c:v>-7346204</c:v>
                </c:pt>
                <c:pt idx="4724">
                  <c:v>-7295398</c:v>
                </c:pt>
                <c:pt idx="4725">
                  <c:v>-7272841</c:v>
                </c:pt>
                <c:pt idx="4726">
                  <c:v>-7263447</c:v>
                </c:pt>
                <c:pt idx="4727">
                  <c:v>-7381514</c:v>
                </c:pt>
                <c:pt idx="4728">
                  <c:v>-7448549</c:v>
                </c:pt>
                <c:pt idx="4729">
                  <c:v>-7368097</c:v>
                </c:pt>
                <c:pt idx="4730">
                  <c:v>-7438304</c:v>
                </c:pt>
                <c:pt idx="4731">
                  <c:v>-7279855</c:v>
                </c:pt>
                <c:pt idx="4732">
                  <c:v>-7256203</c:v>
                </c:pt>
                <c:pt idx="4733">
                  <c:v>-7404473</c:v>
                </c:pt>
                <c:pt idx="4734">
                  <c:v>-7377873</c:v>
                </c:pt>
                <c:pt idx="4735">
                  <c:v>-7381585</c:v>
                </c:pt>
                <c:pt idx="4736">
                  <c:v>-7389613</c:v>
                </c:pt>
                <c:pt idx="4737">
                  <c:v>-7340975</c:v>
                </c:pt>
                <c:pt idx="4738">
                  <c:v>-7356987</c:v>
                </c:pt>
                <c:pt idx="4739">
                  <c:v>-7382257</c:v>
                </c:pt>
                <c:pt idx="4740">
                  <c:v>-7216241</c:v>
                </c:pt>
                <c:pt idx="4741">
                  <c:v>-7296826</c:v>
                </c:pt>
                <c:pt idx="4742">
                  <c:v>-7271381</c:v>
                </c:pt>
                <c:pt idx="4743">
                  <c:v>-7403108</c:v>
                </c:pt>
                <c:pt idx="4744">
                  <c:v>-7327964</c:v>
                </c:pt>
                <c:pt idx="4745">
                  <c:v>-7441977</c:v>
                </c:pt>
                <c:pt idx="4746">
                  <c:v>-7333730</c:v>
                </c:pt>
                <c:pt idx="4747">
                  <c:v>-7438146</c:v>
                </c:pt>
                <c:pt idx="4748">
                  <c:v>-7261448</c:v>
                </c:pt>
                <c:pt idx="4749">
                  <c:v>-7323190</c:v>
                </c:pt>
                <c:pt idx="4750">
                  <c:v>-7436186</c:v>
                </c:pt>
                <c:pt idx="4751">
                  <c:v>-7406226</c:v>
                </c:pt>
                <c:pt idx="4752">
                  <c:v>-7323329</c:v>
                </c:pt>
                <c:pt idx="4753">
                  <c:v>-7435561</c:v>
                </c:pt>
                <c:pt idx="4754">
                  <c:v>-7304162</c:v>
                </c:pt>
                <c:pt idx="4755">
                  <c:v>-7296473</c:v>
                </c:pt>
                <c:pt idx="4756">
                  <c:v>-7389034</c:v>
                </c:pt>
                <c:pt idx="4757">
                  <c:v>-7244365</c:v>
                </c:pt>
                <c:pt idx="4758">
                  <c:v>-7222190</c:v>
                </c:pt>
                <c:pt idx="4759">
                  <c:v>-7277366</c:v>
                </c:pt>
                <c:pt idx="4760">
                  <c:v>-7402366</c:v>
                </c:pt>
                <c:pt idx="4761">
                  <c:v>-7409294</c:v>
                </c:pt>
                <c:pt idx="4762">
                  <c:v>-7412871</c:v>
                </c:pt>
                <c:pt idx="4763">
                  <c:v>-7220203</c:v>
                </c:pt>
                <c:pt idx="4764">
                  <c:v>-7326442</c:v>
                </c:pt>
                <c:pt idx="4765">
                  <c:v>-7284874</c:v>
                </c:pt>
                <c:pt idx="4766">
                  <c:v>-7284332</c:v>
                </c:pt>
                <c:pt idx="4767">
                  <c:v>-7254786</c:v>
                </c:pt>
                <c:pt idx="4768">
                  <c:v>-7193351</c:v>
                </c:pt>
                <c:pt idx="4769">
                  <c:v>-7417068</c:v>
                </c:pt>
                <c:pt idx="4770">
                  <c:v>-7300591</c:v>
                </c:pt>
                <c:pt idx="4771">
                  <c:v>-7348052</c:v>
                </c:pt>
                <c:pt idx="4772">
                  <c:v>-7295996</c:v>
                </c:pt>
                <c:pt idx="4773">
                  <c:v>-7219988</c:v>
                </c:pt>
                <c:pt idx="4774">
                  <c:v>-7386902</c:v>
                </c:pt>
                <c:pt idx="4775">
                  <c:v>-7270265</c:v>
                </c:pt>
                <c:pt idx="4776">
                  <c:v>-7252300</c:v>
                </c:pt>
                <c:pt idx="4777">
                  <c:v>-7218974</c:v>
                </c:pt>
                <c:pt idx="4778">
                  <c:v>-7186809</c:v>
                </c:pt>
                <c:pt idx="4779">
                  <c:v>-7220428</c:v>
                </c:pt>
                <c:pt idx="4780">
                  <c:v>-7447065</c:v>
                </c:pt>
                <c:pt idx="4781">
                  <c:v>-7331681</c:v>
                </c:pt>
                <c:pt idx="4782">
                  <c:v>-7258310</c:v>
                </c:pt>
                <c:pt idx="4783">
                  <c:v>-7408877</c:v>
                </c:pt>
                <c:pt idx="4784">
                  <c:v>-7379526</c:v>
                </c:pt>
                <c:pt idx="4785">
                  <c:v>-7433584</c:v>
                </c:pt>
                <c:pt idx="4786">
                  <c:v>-7314411</c:v>
                </c:pt>
                <c:pt idx="4787">
                  <c:v>-7319367</c:v>
                </c:pt>
                <c:pt idx="4788">
                  <c:v>-7370458</c:v>
                </c:pt>
                <c:pt idx="4789">
                  <c:v>-7249672</c:v>
                </c:pt>
                <c:pt idx="4790">
                  <c:v>-7256316</c:v>
                </c:pt>
                <c:pt idx="4791">
                  <c:v>-7312250</c:v>
                </c:pt>
                <c:pt idx="4792">
                  <c:v>-7323200</c:v>
                </c:pt>
                <c:pt idx="4793">
                  <c:v>-7342972</c:v>
                </c:pt>
                <c:pt idx="4794">
                  <c:v>-7226266</c:v>
                </c:pt>
                <c:pt idx="4795">
                  <c:v>-7412095</c:v>
                </c:pt>
                <c:pt idx="4796">
                  <c:v>-7307621</c:v>
                </c:pt>
                <c:pt idx="4797">
                  <c:v>-7393362</c:v>
                </c:pt>
                <c:pt idx="4798">
                  <c:v>-7400761</c:v>
                </c:pt>
                <c:pt idx="4799">
                  <c:v>-7299518</c:v>
                </c:pt>
                <c:pt idx="4800">
                  <c:v>-7251401</c:v>
                </c:pt>
                <c:pt idx="4801">
                  <c:v>-7326093</c:v>
                </c:pt>
                <c:pt idx="4802">
                  <c:v>-7283619</c:v>
                </c:pt>
                <c:pt idx="4803">
                  <c:v>-7289731</c:v>
                </c:pt>
                <c:pt idx="4804">
                  <c:v>-7377800</c:v>
                </c:pt>
                <c:pt idx="4805">
                  <c:v>-7419561</c:v>
                </c:pt>
                <c:pt idx="4806">
                  <c:v>-7437769</c:v>
                </c:pt>
                <c:pt idx="4807">
                  <c:v>-7379257</c:v>
                </c:pt>
                <c:pt idx="4808">
                  <c:v>-7280644</c:v>
                </c:pt>
                <c:pt idx="4809">
                  <c:v>-7252019</c:v>
                </c:pt>
                <c:pt idx="4810">
                  <c:v>-7213588</c:v>
                </c:pt>
                <c:pt idx="4811">
                  <c:v>-7339016</c:v>
                </c:pt>
                <c:pt idx="4812">
                  <c:v>-7347707</c:v>
                </c:pt>
                <c:pt idx="4813">
                  <c:v>-7214113</c:v>
                </c:pt>
                <c:pt idx="4814">
                  <c:v>-7283293</c:v>
                </c:pt>
                <c:pt idx="4815">
                  <c:v>-7443570</c:v>
                </c:pt>
                <c:pt idx="4816">
                  <c:v>-7406881</c:v>
                </c:pt>
                <c:pt idx="4817">
                  <c:v>-7174490</c:v>
                </c:pt>
                <c:pt idx="4818">
                  <c:v>-7399971</c:v>
                </c:pt>
                <c:pt idx="4819">
                  <c:v>-7251850</c:v>
                </c:pt>
                <c:pt idx="4820">
                  <c:v>-7339513</c:v>
                </c:pt>
                <c:pt idx="4821">
                  <c:v>-7360007</c:v>
                </c:pt>
                <c:pt idx="4822">
                  <c:v>-7277475</c:v>
                </c:pt>
                <c:pt idx="4823">
                  <c:v>-7274685</c:v>
                </c:pt>
                <c:pt idx="4824">
                  <c:v>-7274116</c:v>
                </c:pt>
                <c:pt idx="4825">
                  <c:v>-7339211</c:v>
                </c:pt>
                <c:pt idx="4826">
                  <c:v>-7297929</c:v>
                </c:pt>
                <c:pt idx="4827">
                  <c:v>-7385547</c:v>
                </c:pt>
                <c:pt idx="4828">
                  <c:v>-7241122</c:v>
                </c:pt>
                <c:pt idx="4829">
                  <c:v>-7333368</c:v>
                </c:pt>
                <c:pt idx="4830">
                  <c:v>-7383798</c:v>
                </c:pt>
                <c:pt idx="4831">
                  <c:v>-7423552</c:v>
                </c:pt>
                <c:pt idx="4832">
                  <c:v>-7212928</c:v>
                </c:pt>
                <c:pt idx="4833">
                  <c:v>-7419776</c:v>
                </c:pt>
                <c:pt idx="4834">
                  <c:v>-7286423</c:v>
                </c:pt>
                <c:pt idx="4835">
                  <c:v>-7391067</c:v>
                </c:pt>
                <c:pt idx="4836">
                  <c:v>-7214365</c:v>
                </c:pt>
                <c:pt idx="4837">
                  <c:v>-7268623</c:v>
                </c:pt>
                <c:pt idx="4838">
                  <c:v>-7387852</c:v>
                </c:pt>
                <c:pt idx="4839">
                  <c:v>-7424644</c:v>
                </c:pt>
                <c:pt idx="4840">
                  <c:v>-7310697</c:v>
                </c:pt>
                <c:pt idx="4841">
                  <c:v>-7263098</c:v>
                </c:pt>
                <c:pt idx="4842">
                  <c:v>-7394760</c:v>
                </c:pt>
                <c:pt idx="4843">
                  <c:v>-7421347</c:v>
                </c:pt>
                <c:pt idx="4844">
                  <c:v>-7377011</c:v>
                </c:pt>
                <c:pt idx="4845">
                  <c:v>-7331171</c:v>
                </c:pt>
                <c:pt idx="4846">
                  <c:v>-7351086</c:v>
                </c:pt>
                <c:pt idx="4847">
                  <c:v>-7437297</c:v>
                </c:pt>
                <c:pt idx="4848">
                  <c:v>-7438947</c:v>
                </c:pt>
                <c:pt idx="4849">
                  <c:v>-7325061</c:v>
                </c:pt>
                <c:pt idx="4850">
                  <c:v>-7327440</c:v>
                </c:pt>
                <c:pt idx="4851">
                  <c:v>-7419790</c:v>
                </c:pt>
                <c:pt idx="4852">
                  <c:v>-7313354</c:v>
                </c:pt>
                <c:pt idx="4853">
                  <c:v>-7415605</c:v>
                </c:pt>
                <c:pt idx="4854">
                  <c:v>-7306171</c:v>
                </c:pt>
                <c:pt idx="4855">
                  <c:v>-7408125</c:v>
                </c:pt>
                <c:pt idx="4856">
                  <c:v>-7368806</c:v>
                </c:pt>
                <c:pt idx="4857">
                  <c:v>-7290626</c:v>
                </c:pt>
                <c:pt idx="4858">
                  <c:v>-7440808</c:v>
                </c:pt>
                <c:pt idx="4859">
                  <c:v>-7299898</c:v>
                </c:pt>
                <c:pt idx="4860">
                  <c:v>-7221348</c:v>
                </c:pt>
                <c:pt idx="4861">
                  <c:v>-7336840</c:v>
                </c:pt>
                <c:pt idx="4862">
                  <c:v>-7298993</c:v>
                </c:pt>
                <c:pt idx="4863">
                  <c:v>-7255577</c:v>
                </c:pt>
                <c:pt idx="4864">
                  <c:v>-7327304</c:v>
                </c:pt>
                <c:pt idx="4865">
                  <c:v>-7236044</c:v>
                </c:pt>
                <c:pt idx="4866">
                  <c:v>-7346577</c:v>
                </c:pt>
                <c:pt idx="4867">
                  <c:v>-7302660</c:v>
                </c:pt>
                <c:pt idx="4868">
                  <c:v>-7210953</c:v>
                </c:pt>
                <c:pt idx="4869">
                  <c:v>-7319094</c:v>
                </c:pt>
                <c:pt idx="4870">
                  <c:v>-7353592</c:v>
                </c:pt>
                <c:pt idx="4871">
                  <c:v>-7392617</c:v>
                </c:pt>
                <c:pt idx="4872">
                  <c:v>-7403492</c:v>
                </c:pt>
                <c:pt idx="4873">
                  <c:v>-7356273</c:v>
                </c:pt>
                <c:pt idx="4874">
                  <c:v>-7209352</c:v>
                </c:pt>
                <c:pt idx="4875">
                  <c:v>-7269440</c:v>
                </c:pt>
                <c:pt idx="4876">
                  <c:v>-7405129</c:v>
                </c:pt>
                <c:pt idx="4877">
                  <c:v>-7223773</c:v>
                </c:pt>
                <c:pt idx="4878">
                  <c:v>-7378658</c:v>
                </c:pt>
                <c:pt idx="4879">
                  <c:v>-7247396</c:v>
                </c:pt>
                <c:pt idx="4880">
                  <c:v>-7290153</c:v>
                </c:pt>
                <c:pt idx="4881">
                  <c:v>-7359979</c:v>
                </c:pt>
                <c:pt idx="4882">
                  <c:v>-7240553</c:v>
                </c:pt>
                <c:pt idx="4883">
                  <c:v>-7426563</c:v>
                </c:pt>
                <c:pt idx="4884">
                  <c:v>-7404080</c:v>
                </c:pt>
                <c:pt idx="4885">
                  <c:v>-7379708</c:v>
                </c:pt>
                <c:pt idx="4886">
                  <c:v>-7309858</c:v>
                </c:pt>
                <c:pt idx="4887">
                  <c:v>-7409299</c:v>
                </c:pt>
                <c:pt idx="4888">
                  <c:v>-7243443</c:v>
                </c:pt>
                <c:pt idx="4889">
                  <c:v>-7414958</c:v>
                </c:pt>
                <c:pt idx="4890">
                  <c:v>-7426942</c:v>
                </c:pt>
                <c:pt idx="4891">
                  <c:v>-7399490</c:v>
                </c:pt>
                <c:pt idx="4892">
                  <c:v>-7379353</c:v>
                </c:pt>
                <c:pt idx="4893">
                  <c:v>-7412708</c:v>
                </c:pt>
                <c:pt idx="4894">
                  <c:v>-7382552</c:v>
                </c:pt>
                <c:pt idx="4895">
                  <c:v>-7427254</c:v>
                </c:pt>
                <c:pt idx="4896">
                  <c:v>-7423998</c:v>
                </c:pt>
                <c:pt idx="4897">
                  <c:v>-7216174</c:v>
                </c:pt>
                <c:pt idx="4898">
                  <c:v>-7405297</c:v>
                </c:pt>
                <c:pt idx="4899">
                  <c:v>-7396162</c:v>
                </c:pt>
                <c:pt idx="4900">
                  <c:v>-7396443</c:v>
                </c:pt>
                <c:pt idx="4901">
                  <c:v>-7376457</c:v>
                </c:pt>
                <c:pt idx="4902">
                  <c:v>-7323515</c:v>
                </c:pt>
                <c:pt idx="4903">
                  <c:v>-7328151</c:v>
                </c:pt>
                <c:pt idx="4904">
                  <c:v>-7318238</c:v>
                </c:pt>
                <c:pt idx="4905">
                  <c:v>-7231134</c:v>
                </c:pt>
                <c:pt idx="4906">
                  <c:v>-7338136</c:v>
                </c:pt>
                <c:pt idx="4907">
                  <c:v>-7233403</c:v>
                </c:pt>
                <c:pt idx="4908">
                  <c:v>-7194858</c:v>
                </c:pt>
                <c:pt idx="4909">
                  <c:v>-7218552</c:v>
                </c:pt>
                <c:pt idx="4910">
                  <c:v>-7317353</c:v>
                </c:pt>
                <c:pt idx="4911">
                  <c:v>-7267555</c:v>
                </c:pt>
                <c:pt idx="4912">
                  <c:v>-7312774</c:v>
                </c:pt>
                <c:pt idx="4913">
                  <c:v>-7266951</c:v>
                </c:pt>
                <c:pt idx="4914">
                  <c:v>-7347063</c:v>
                </c:pt>
                <c:pt idx="4915">
                  <c:v>-7421789</c:v>
                </c:pt>
                <c:pt idx="4916">
                  <c:v>-7318357</c:v>
                </c:pt>
                <c:pt idx="4917">
                  <c:v>-7404932</c:v>
                </c:pt>
                <c:pt idx="4918">
                  <c:v>-7405703</c:v>
                </c:pt>
                <c:pt idx="4919">
                  <c:v>-7302625</c:v>
                </c:pt>
                <c:pt idx="4920">
                  <c:v>-7327703</c:v>
                </c:pt>
                <c:pt idx="4921">
                  <c:v>-7397621</c:v>
                </c:pt>
                <c:pt idx="4922">
                  <c:v>-7411790</c:v>
                </c:pt>
                <c:pt idx="4923">
                  <c:v>-7340831</c:v>
                </c:pt>
                <c:pt idx="4924">
                  <c:v>-7296616</c:v>
                </c:pt>
                <c:pt idx="4925">
                  <c:v>-7197696</c:v>
                </c:pt>
                <c:pt idx="4926">
                  <c:v>-7369853</c:v>
                </c:pt>
                <c:pt idx="4927">
                  <c:v>-7383998</c:v>
                </c:pt>
                <c:pt idx="4928">
                  <c:v>-7332635</c:v>
                </c:pt>
                <c:pt idx="4929">
                  <c:v>-7273828</c:v>
                </c:pt>
                <c:pt idx="4930">
                  <c:v>-7412487</c:v>
                </c:pt>
                <c:pt idx="4931">
                  <c:v>-7287160</c:v>
                </c:pt>
                <c:pt idx="4932">
                  <c:v>-7315109</c:v>
                </c:pt>
                <c:pt idx="4933">
                  <c:v>-7296667</c:v>
                </c:pt>
                <c:pt idx="4934">
                  <c:v>-7348859</c:v>
                </c:pt>
                <c:pt idx="4935">
                  <c:v>-7331555</c:v>
                </c:pt>
                <c:pt idx="4936">
                  <c:v>-7400674</c:v>
                </c:pt>
                <c:pt idx="4937">
                  <c:v>-7239684</c:v>
                </c:pt>
                <c:pt idx="4938">
                  <c:v>-7237970</c:v>
                </c:pt>
                <c:pt idx="4939">
                  <c:v>-7343337</c:v>
                </c:pt>
                <c:pt idx="4940">
                  <c:v>-7315088</c:v>
                </c:pt>
                <c:pt idx="4941">
                  <c:v>-7312490</c:v>
                </c:pt>
                <c:pt idx="4942">
                  <c:v>-7410667</c:v>
                </c:pt>
                <c:pt idx="4943">
                  <c:v>-7266173</c:v>
                </c:pt>
                <c:pt idx="4944">
                  <c:v>-7333169</c:v>
                </c:pt>
                <c:pt idx="4945">
                  <c:v>-7235268</c:v>
                </c:pt>
                <c:pt idx="4946">
                  <c:v>-7421448</c:v>
                </c:pt>
                <c:pt idx="4947">
                  <c:v>-7217684</c:v>
                </c:pt>
                <c:pt idx="4948">
                  <c:v>-7417205</c:v>
                </c:pt>
                <c:pt idx="4949">
                  <c:v>-7275484</c:v>
                </c:pt>
                <c:pt idx="4950">
                  <c:v>-7386273</c:v>
                </c:pt>
                <c:pt idx="4951">
                  <c:v>-7213226</c:v>
                </c:pt>
                <c:pt idx="4952">
                  <c:v>-7415560</c:v>
                </c:pt>
                <c:pt idx="4953">
                  <c:v>-7345671</c:v>
                </c:pt>
                <c:pt idx="4954">
                  <c:v>-7442357</c:v>
                </c:pt>
                <c:pt idx="4955">
                  <c:v>-7262138</c:v>
                </c:pt>
                <c:pt idx="4956">
                  <c:v>-7418656</c:v>
                </c:pt>
                <c:pt idx="4957">
                  <c:v>-7232064</c:v>
                </c:pt>
                <c:pt idx="4958">
                  <c:v>-7277638</c:v>
                </c:pt>
                <c:pt idx="4959">
                  <c:v>-7344782</c:v>
                </c:pt>
                <c:pt idx="4960">
                  <c:v>-7338069</c:v>
                </c:pt>
                <c:pt idx="4961">
                  <c:v>-7247088</c:v>
                </c:pt>
                <c:pt idx="4962">
                  <c:v>-7385781</c:v>
                </c:pt>
                <c:pt idx="4963">
                  <c:v>-7237807</c:v>
                </c:pt>
                <c:pt idx="4964">
                  <c:v>-7280519</c:v>
                </c:pt>
                <c:pt idx="4965">
                  <c:v>-7318263</c:v>
                </c:pt>
                <c:pt idx="4966">
                  <c:v>-7283275</c:v>
                </c:pt>
                <c:pt idx="4967">
                  <c:v>-7385145</c:v>
                </c:pt>
                <c:pt idx="4968">
                  <c:v>-7356237</c:v>
                </c:pt>
                <c:pt idx="4969">
                  <c:v>-7299224</c:v>
                </c:pt>
                <c:pt idx="4970">
                  <c:v>-7302405</c:v>
                </c:pt>
                <c:pt idx="4971">
                  <c:v>-7259900</c:v>
                </c:pt>
                <c:pt idx="4972">
                  <c:v>-7422546</c:v>
                </c:pt>
                <c:pt idx="4973">
                  <c:v>-7287565</c:v>
                </c:pt>
                <c:pt idx="4974">
                  <c:v>-7420971</c:v>
                </c:pt>
                <c:pt idx="4975">
                  <c:v>-7353230</c:v>
                </c:pt>
                <c:pt idx="4976">
                  <c:v>-7417259</c:v>
                </c:pt>
                <c:pt idx="4977">
                  <c:v>-7310308</c:v>
                </c:pt>
                <c:pt idx="4978">
                  <c:v>-7269995</c:v>
                </c:pt>
                <c:pt idx="4979">
                  <c:v>-7338568</c:v>
                </c:pt>
                <c:pt idx="4980">
                  <c:v>-7401168</c:v>
                </c:pt>
                <c:pt idx="4981">
                  <c:v>-7215816</c:v>
                </c:pt>
                <c:pt idx="4982">
                  <c:v>-7326876</c:v>
                </c:pt>
                <c:pt idx="4983">
                  <c:v>-7339371</c:v>
                </c:pt>
                <c:pt idx="4984">
                  <c:v>-7234001</c:v>
                </c:pt>
                <c:pt idx="4985">
                  <c:v>-7281727</c:v>
                </c:pt>
                <c:pt idx="4986">
                  <c:v>-7291597</c:v>
                </c:pt>
                <c:pt idx="4987">
                  <c:v>-7376457</c:v>
                </c:pt>
                <c:pt idx="4988">
                  <c:v>-7344912</c:v>
                </c:pt>
                <c:pt idx="4989">
                  <c:v>-7378319</c:v>
                </c:pt>
                <c:pt idx="4990">
                  <c:v>-7344798</c:v>
                </c:pt>
                <c:pt idx="4991">
                  <c:v>-7328203</c:v>
                </c:pt>
                <c:pt idx="4992">
                  <c:v>-7252428</c:v>
                </c:pt>
                <c:pt idx="4993">
                  <c:v>-7399289</c:v>
                </c:pt>
                <c:pt idx="4994">
                  <c:v>-7319983</c:v>
                </c:pt>
                <c:pt idx="4995">
                  <c:v>-7242008</c:v>
                </c:pt>
                <c:pt idx="4996">
                  <c:v>-7391912</c:v>
                </c:pt>
                <c:pt idx="4997">
                  <c:v>-7276378</c:v>
                </c:pt>
                <c:pt idx="4998">
                  <c:v>-7203277</c:v>
                </c:pt>
                <c:pt idx="4999">
                  <c:v>-7280322</c:v>
                </c:pt>
                <c:pt idx="5000">
                  <c:v>-7331195</c:v>
                </c:pt>
                <c:pt idx="5001">
                  <c:v>-7281265</c:v>
                </c:pt>
                <c:pt idx="5002">
                  <c:v>-7282125</c:v>
                </c:pt>
                <c:pt idx="5003">
                  <c:v>-7282999</c:v>
                </c:pt>
                <c:pt idx="5004">
                  <c:v>-7369488</c:v>
                </c:pt>
                <c:pt idx="5005">
                  <c:v>-7331987</c:v>
                </c:pt>
                <c:pt idx="5006">
                  <c:v>-7308439</c:v>
                </c:pt>
                <c:pt idx="5007">
                  <c:v>-7398522</c:v>
                </c:pt>
                <c:pt idx="5008">
                  <c:v>-7246361</c:v>
                </c:pt>
                <c:pt idx="5009">
                  <c:v>-7309549</c:v>
                </c:pt>
                <c:pt idx="5010">
                  <c:v>-7385669</c:v>
                </c:pt>
                <c:pt idx="5011">
                  <c:v>-7378420</c:v>
                </c:pt>
                <c:pt idx="5012">
                  <c:v>-7307168</c:v>
                </c:pt>
                <c:pt idx="5013">
                  <c:v>-7387656</c:v>
                </c:pt>
                <c:pt idx="5014">
                  <c:v>-7245330</c:v>
                </c:pt>
                <c:pt idx="5015">
                  <c:v>-7381053</c:v>
                </c:pt>
                <c:pt idx="5016">
                  <c:v>-7398080</c:v>
                </c:pt>
                <c:pt idx="5017">
                  <c:v>-7272615</c:v>
                </c:pt>
                <c:pt idx="5018">
                  <c:v>-7300402</c:v>
                </c:pt>
                <c:pt idx="5019">
                  <c:v>-7228069</c:v>
                </c:pt>
                <c:pt idx="5020">
                  <c:v>-7289832</c:v>
                </c:pt>
                <c:pt idx="5021">
                  <c:v>-7210818</c:v>
                </c:pt>
                <c:pt idx="5022">
                  <c:v>-7342898</c:v>
                </c:pt>
                <c:pt idx="5023">
                  <c:v>-7279251</c:v>
                </c:pt>
                <c:pt idx="5024">
                  <c:v>-7407192</c:v>
                </c:pt>
                <c:pt idx="5025">
                  <c:v>-7326060</c:v>
                </c:pt>
                <c:pt idx="5026">
                  <c:v>-7347717</c:v>
                </c:pt>
                <c:pt idx="5027">
                  <c:v>-7274148</c:v>
                </c:pt>
                <c:pt idx="5028">
                  <c:v>-7339594</c:v>
                </c:pt>
                <c:pt idx="5029">
                  <c:v>-7278412</c:v>
                </c:pt>
                <c:pt idx="5030">
                  <c:v>-7402845</c:v>
                </c:pt>
                <c:pt idx="5031">
                  <c:v>-7229559</c:v>
                </c:pt>
                <c:pt idx="5032">
                  <c:v>-7261853</c:v>
                </c:pt>
                <c:pt idx="5033">
                  <c:v>-7412179</c:v>
                </c:pt>
                <c:pt idx="5034">
                  <c:v>-7333078</c:v>
                </c:pt>
                <c:pt idx="5035">
                  <c:v>-7431188</c:v>
                </c:pt>
                <c:pt idx="5036">
                  <c:v>-7260998</c:v>
                </c:pt>
                <c:pt idx="5037">
                  <c:v>-7263433</c:v>
                </c:pt>
                <c:pt idx="5038">
                  <c:v>-7270708</c:v>
                </c:pt>
                <c:pt idx="5039">
                  <c:v>-7251274</c:v>
                </c:pt>
                <c:pt idx="5040">
                  <c:v>-7336360</c:v>
                </c:pt>
                <c:pt idx="5041">
                  <c:v>-7409298</c:v>
                </c:pt>
                <c:pt idx="5042">
                  <c:v>-7327203</c:v>
                </c:pt>
                <c:pt idx="5043">
                  <c:v>-7255990</c:v>
                </c:pt>
                <c:pt idx="5044">
                  <c:v>-7434029</c:v>
                </c:pt>
                <c:pt idx="5045">
                  <c:v>-7419879</c:v>
                </c:pt>
                <c:pt idx="5046">
                  <c:v>-7337604</c:v>
                </c:pt>
                <c:pt idx="5047">
                  <c:v>-7291952</c:v>
                </c:pt>
                <c:pt idx="5048">
                  <c:v>-7390973</c:v>
                </c:pt>
                <c:pt idx="5049">
                  <c:v>-7235055</c:v>
                </c:pt>
                <c:pt idx="5050">
                  <c:v>-7268838</c:v>
                </c:pt>
                <c:pt idx="5051">
                  <c:v>-7314486</c:v>
                </c:pt>
                <c:pt idx="5052">
                  <c:v>-7379381</c:v>
                </c:pt>
                <c:pt idx="5053">
                  <c:v>-7234312</c:v>
                </c:pt>
                <c:pt idx="5054">
                  <c:v>-7436384</c:v>
                </c:pt>
                <c:pt idx="5055">
                  <c:v>-7168150</c:v>
                </c:pt>
                <c:pt idx="5056">
                  <c:v>-7362690</c:v>
                </c:pt>
                <c:pt idx="5057">
                  <c:v>-7373393</c:v>
                </c:pt>
                <c:pt idx="5058">
                  <c:v>-7388835</c:v>
                </c:pt>
                <c:pt idx="5059">
                  <c:v>-7336022</c:v>
                </c:pt>
                <c:pt idx="5060">
                  <c:v>-7227260</c:v>
                </c:pt>
                <c:pt idx="5061">
                  <c:v>-7252135</c:v>
                </c:pt>
                <c:pt idx="5062">
                  <c:v>-7265826</c:v>
                </c:pt>
                <c:pt idx="5063">
                  <c:v>-7410014</c:v>
                </c:pt>
                <c:pt idx="5064">
                  <c:v>-7317128</c:v>
                </c:pt>
                <c:pt idx="5065">
                  <c:v>-7221650</c:v>
                </c:pt>
                <c:pt idx="5066">
                  <c:v>-7421646</c:v>
                </c:pt>
                <c:pt idx="5067">
                  <c:v>-7390306</c:v>
                </c:pt>
                <c:pt idx="5068">
                  <c:v>-7264948</c:v>
                </c:pt>
                <c:pt idx="5069">
                  <c:v>-7338711</c:v>
                </c:pt>
                <c:pt idx="5070">
                  <c:v>-7374850</c:v>
                </c:pt>
                <c:pt idx="5071">
                  <c:v>-7250310</c:v>
                </c:pt>
                <c:pt idx="5072">
                  <c:v>-7427487</c:v>
                </c:pt>
                <c:pt idx="5073">
                  <c:v>-7294243</c:v>
                </c:pt>
                <c:pt idx="5074">
                  <c:v>-7284491</c:v>
                </c:pt>
                <c:pt idx="5075">
                  <c:v>-7367987</c:v>
                </c:pt>
                <c:pt idx="5076">
                  <c:v>-7415626</c:v>
                </c:pt>
                <c:pt idx="5077">
                  <c:v>-7268591</c:v>
                </c:pt>
                <c:pt idx="5078">
                  <c:v>-7281301</c:v>
                </c:pt>
                <c:pt idx="5079">
                  <c:v>-7277810</c:v>
                </c:pt>
                <c:pt idx="5080">
                  <c:v>-7415391</c:v>
                </c:pt>
                <c:pt idx="5081">
                  <c:v>-7328259</c:v>
                </c:pt>
                <c:pt idx="5082">
                  <c:v>-7326966</c:v>
                </c:pt>
                <c:pt idx="5083">
                  <c:v>-7248733</c:v>
                </c:pt>
                <c:pt idx="5084">
                  <c:v>-7421159</c:v>
                </c:pt>
                <c:pt idx="5085">
                  <c:v>-7272756</c:v>
                </c:pt>
                <c:pt idx="5086">
                  <c:v>-7339847</c:v>
                </c:pt>
                <c:pt idx="5087">
                  <c:v>-7208006</c:v>
                </c:pt>
                <c:pt idx="5088">
                  <c:v>-7216708</c:v>
                </c:pt>
                <c:pt idx="5089">
                  <c:v>-7342047</c:v>
                </c:pt>
                <c:pt idx="5090">
                  <c:v>-7442031</c:v>
                </c:pt>
                <c:pt idx="5091">
                  <c:v>-7385861</c:v>
                </c:pt>
                <c:pt idx="5092">
                  <c:v>-7392566</c:v>
                </c:pt>
                <c:pt idx="5093">
                  <c:v>-7383476</c:v>
                </c:pt>
                <c:pt idx="5094">
                  <c:v>-7282074</c:v>
                </c:pt>
                <c:pt idx="5095">
                  <c:v>-7381140</c:v>
                </c:pt>
                <c:pt idx="5096">
                  <c:v>-7317618</c:v>
                </c:pt>
                <c:pt idx="5097">
                  <c:v>-7337107</c:v>
                </c:pt>
                <c:pt idx="5098">
                  <c:v>-7355196</c:v>
                </c:pt>
                <c:pt idx="5099">
                  <c:v>-7162783</c:v>
                </c:pt>
                <c:pt idx="5100">
                  <c:v>-7227197</c:v>
                </c:pt>
                <c:pt idx="5101">
                  <c:v>-7415086</c:v>
                </c:pt>
                <c:pt idx="5102">
                  <c:v>-7305602</c:v>
                </c:pt>
                <c:pt idx="5103">
                  <c:v>-7295751</c:v>
                </c:pt>
                <c:pt idx="5104">
                  <c:v>-7243047</c:v>
                </c:pt>
                <c:pt idx="5105">
                  <c:v>-7407840</c:v>
                </c:pt>
                <c:pt idx="5106">
                  <c:v>-7269477</c:v>
                </c:pt>
                <c:pt idx="5107">
                  <c:v>-7256068</c:v>
                </c:pt>
                <c:pt idx="5108">
                  <c:v>-7342865</c:v>
                </c:pt>
                <c:pt idx="5109">
                  <c:v>-7242198</c:v>
                </c:pt>
                <c:pt idx="5110">
                  <c:v>-7282337</c:v>
                </c:pt>
                <c:pt idx="5111">
                  <c:v>-7336140</c:v>
                </c:pt>
                <c:pt idx="5112">
                  <c:v>-7247122</c:v>
                </c:pt>
                <c:pt idx="5113">
                  <c:v>-7441839</c:v>
                </c:pt>
                <c:pt idx="5114">
                  <c:v>-7227088</c:v>
                </c:pt>
                <c:pt idx="5115">
                  <c:v>-7272773</c:v>
                </c:pt>
                <c:pt idx="5116">
                  <c:v>-7393669</c:v>
                </c:pt>
                <c:pt idx="5117">
                  <c:v>-7343749</c:v>
                </c:pt>
                <c:pt idx="5118">
                  <c:v>-7200275</c:v>
                </c:pt>
                <c:pt idx="5119">
                  <c:v>-7423733</c:v>
                </c:pt>
                <c:pt idx="5120">
                  <c:v>-7237373</c:v>
                </c:pt>
                <c:pt idx="5121">
                  <c:v>-7331121</c:v>
                </c:pt>
                <c:pt idx="5122">
                  <c:v>-7271149</c:v>
                </c:pt>
                <c:pt idx="5123">
                  <c:v>-7329469</c:v>
                </c:pt>
                <c:pt idx="5124">
                  <c:v>-7362580</c:v>
                </c:pt>
                <c:pt idx="5125">
                  <c:v>-7412440</c:v>
                </c:pt>
                <c:pt idx="5126">
                  <c:v>-7229142</c:v>
                </c:pt>
                <c:pt idx="5127">
                  <c:v>-7234612</c:v>
                </c:pt>
                <c:pt idx="5128">
                  <c:v>-7337508</c:v>
                </c:pt>
                <c:pt idx="5129">
                  <c:v>-7331833</c:v>
                </c:pt>
                <c:pt idx="5130">
                  <c:v>-7231834</c:v>
                </c:pt>
                <c:pt idx="5131">
                  <c:v>-7417509</c:v>
                </c:pt>
                <c:pt idx="5132">
                  <c:v>-7341792</c:v>
                </c:pt>
                <c:pt idx="5133">
                  <c:v>-7278597</c:v>
                </c:pt>
                <c:pt idx="5134">
                  <c:v>-7211621</c:v>
                </c:pt>
                <c:pt idx="5135">
                  <c:v>-7261380</c:v>
                </c:pt>
                <c:pt idx="5136">
                  <c:v>-7441847</c:v>
                </c:pt>
                <c:pt idx="5137">
                  <c:v>-7316066</c:v>
                </c:pt>
                <c:pt idx="5138">
                  <c:v>-7179512</c:v>
                </c:pt>
                <c:pt idx="5139">
                  <c:v>-7206539</c:v>
                </c:pt>
                <c:pt idx="5140">
                  <c:v>-7207186</c:v>
                </c:pt>
                <c:pt idx="5141">
                  <c:v>-7325016</c:v>
                </c:pt>
                <c:pt idx="5142">
                  <c:v>-7387466</c:v>
                </c:pt>
                <c:pt idx="5143">
                  <c:v>-7214825</c:v>
                </c:pt>
                <c:pt idx="5144">
                  <c:v>-7328217</c:v>
                </c:pt>
                <c:pt idx="5145">
                  <c:v>-7332786</c:v>
                </c:pt>
                <c:pt idx="5146">
                  <c:v>-7329598</c:v>
                </c:pt>
                <c:pt idx="5147">
                  <c:v>-7342536</c:v>
                </c:pt>
                <c:pt idx="5148">
                  <c:v>-7309479</c:v>
                </c:pt>
                <c:pt idx="5149">
                  <c:v>-7438923</c:v>
                </c:pt>
                <c:pt idx="5150">
                  <c:v>-7242814</c:v>
                </c:pt>
                <c:pt idx="5151">
                  <c:v>-7311530</c:v>
                </c:pt>
                <c:pt idx="5152">
                  <c:v>-7418526</c:v>
                </c:pt>
                <c:pt idx="5153">
                  <c:v>-7423510</c:v>
                </c:pt>
                <c:pt idx="5154">
                  <c:v>-7423416</c:v>
                </c:pt>
                <c:pt idx="5155">
                  <c:v>-7329980</c:v>
                </c:pt>
                <c:pt idx="5156">
                  <c:v>-7228589</c:v>
                </c:pt>
                <c:pt idx="5157">
                  <c:v>-7331478</c:v>
                </c:pt>
                <c:pt idx="5158">
                  <c:v>-7361106</c:v>
                </c:pt>
                <c:pt idx="5159">
                  <c:v>-7391456</c:v>
                </c:pt>
                <c:pt idx="5160">
                  <c:v>-7358891</c:v>
                </c:pt>
                <c:pt idx="5161">
                  <c:v>-7296336</c:v>
                </c:pt>
                <c:pt idx="5162">
                  <c:v>-7313735</c:v>
                </c:pt>
                <c:pt idx="5163">
                  <c:v>-7405504</c:v>
                </c:pt>
                <c:pt idx="5164">
                  <c:v>-7413548</c:v>
                </c:pt>
                <c:pt idx="5165">
                  <c:v>-7355090</c:v>
                </c:pt>
                <c:pt idx="5166">
                  <c:v>-7252162</c:v>
                </c:pt>
                <c:pt idx="5167">
                  <c:v>-7333832</c:v>
                </c:pt>
                <c:pt idx="5168">
                  <c:v>-7415464</c:v>
                </c:pt>
                <c:pt idx="5169">
                  <c:v>-7389118</c:v>
                </c:pt>
                <c:pt idx="5170">
                  <c:v>-7272578</c:v>
                </c:pt>
                <c:pt idx="5171">
                  <c:v>-7210425</c:v>
                </c:pt>
                <c:pt idx="5172">
                  <c:v>-7334332</c:v>
                </c:pt>
                <c:pt idx="5173">
                  <c:v>-7247543</c:v>
                </c:pt>
                <c:pt idx="5174">
                  <c:v>-7356282</c:v>
                </c:pt>
                <c:pt idx="5175">
                  <c:v>-7418911</c:v>
                </c:pt>
                <c:pt idx="5176">
                  <c:v>-7282017</c:v>
                </c:pt>
                <c:pt idx="5177">
                  <c:v>-7396475</c:v>
                </c:pt>
                <c:pt idx="5178">
                  <c:v>-7412767</c:v>
                </c:pt>
                <c:pt idx="5179">
                  <c:v>-7350769</c:v>
                </c:pt>
                <c:pt idx="5180">
                  <c:v>-7225348</c:v>
                </c:pt>
                <c:pt idx="5181">
                  <c:v>-7277584</c:v>
                </c:pt>
                <c:pt idx="5182">
                  <c:v>-7251964</c:v>
                </c:pt>
                <c:pt idx="5183">
                  <c:v>-7247369</c:v>
                </c:pt>
                <c:pt idx="5184">
                  <c:v>-7312668</c:v>
                </c:pt>
                <c:pt idx="5185">
                  <c:v>-7333637</c:v>
                </c:pt>
                <c:pt idx="5186">
                  <c:v>-7296533</c:v>
                </c:pt>
                <c:pt idx="5187">
                  <c:v>-7305299</c:v>
                </c:pt>
                <c:pt idx="5188">
                  <c:v>-7237629</c:v>
                </c:pt>
                <c:pt idx="5189">
                  <c:v>-7272525</c:v>
                </c:pt>
                <c:pt idx="5190">
                  <c:v>-7426976</c:v>
                </c:pt>
                <c:pt idx="5191">
                  <c:v>-7303539</c:v>
                </c:pt>
                <c:pt idx="5192">
                  <c:v>-7325023</c:v>
                </c:pt>
                <c:pt idx="5193">
                  <c:v>-7452295</c:v>
                </c:pt>
                <c:pt idx="5194">
                  <c:v>-7185442</c:v>
                </c:pt>
                <c:pt idx="5195">
                  <c:v>-7382255</c:v>
                </c:pt>
                <c:pt idx="5196">
                  <c:v>-7223765</c:v>
                </c:pt>
                <c:pt idx="5197">
                  <c:v>-7207197</c:v>
                </c:pt>
                <c:pt idx="5198">
                  <c:v>-7439528</c:v>
                </c:pt>
                <c:pt idx="5199">
                  <c:v>-7387000</c:v>
                </c:pt>
                <c:pt idx="5200">
                  <c:v>-7316168</c:v>
                </c:pt>
                <c:pt idx="5201">
                  <c:v>-7421741</c:v>
                </c:pt>
                <c:pt idx="5202">
                  <c:v>-7235631</c:v>
                </c:pt>
                <c:pt idx="5203">
                  <c:v>-7280795</c:v>
                </c:pt>
                <c:pt idx="5204">
                  <c:v>-7262219</c:v>
                </c:pt>
                <c:pt idx="5205">
                  <c:v>-7325305</c:v>
                </c:pt>
                <c:pt idx="5206">
                  <c:v>-7404012</c:v>
                </c:pt>
                <c:pt idx="5207">
                  <c:v>-7431354</c:v>
                </c:pt>
                <c:pt idx="5208">
                  <c:v>-7247503</c:v>
                </c:pt>
                <c:pt idx="5209">
                  <c:v>-7416748</c:v>
                </c:pt>
                <c:pt idx="5210">
                  <c:v>-7346098</c:v>
                </c:pt>
                <c:pt idx="5211">
                  <c:v>-7332873</c:v>
                </c:pt>
                <c:pt idx="5212">
                  <c:v>-7357451</c:v>
                </c:pt>
                <c:pt idx="5213">
                  <c:v>-7252406</c:v>
                </c:pt>
                <c:pt idx="5214">
                  <c:v>-7279171</c:v>
                </c:pt>
                <c:pt idx="5215">
                  <c:v>-7413756</c:v>
                </c:pt>
                <c:pt idx="5216">
                  <c:v>-7373027</c:v>
                </c:pt>
                <c:pt idx="5217">
                  <c:v>-7307215</c:v>
                </c:pt>
                <c:pt idx="5218">
                  <c:v>-7221573</c:v>
                </c:pt>
                <c:pt idx="5219">
                  <c:v>-7325894</c:v>
                </c:pt>
                <c:pt idx="5220">
                  <c:v>-7370055</c:v>
                </c:pt>
                <c:pt idx="5221">
                  <c:v>-7282643</c:v>
                </c:pt>
                <c:pt idx="5222">
                  <c:v>-7231400</c:v>
                </c:pt>
                <c:pt idx="5223">
                  <c:v>-7292908</c:v>
                </c:pt>
                <c:pt idx="5224">
                  <c:v>-7353794</c:v>
                </c:pt>
                <c:pt idx="5225">
                  <c:v>-7314117</c:v>
                </c:pt>
                <c:pt idx="5226">
                  <c:v>-7406619</c:v>
                </c:pt>
                <c:pt idx="5227">
                  <c:v>-7237256</c:v>
                </c:pt>
                <c:pt idx="5228">
                  <c:v>-7244093</c:v>
                </c:pt>
                <c:pt idx="5229">
                  <c:v>-7430181</c:v>
                </c:pt>
                <c:pt idx="5230">
                  <c:v>-7326045</c:v>
                </c:pt>
                <c:pt idx="5231">
                  <c:v>-7432186</c:v>
                </c:pt>
                <c:pt idx="5232">
                  <c:v>-7436400</c:v>
                </c:pt>
                <c:pt idx="5233">
                  <c:v>-7378680</c:v>
                </c:pt>
                <c:pt idx="5234">
                  <c:v>-7339055</c:v>
                </c:pt>
                <c:pt idx="5235">
                  <c:v>-7316836</c:v>
                </c:pt>
                <c:pt idx="5236">
                  <c:v>-7452514</c:v>
                </c:pt>
                <c:pt idx="5237">
                  <c:v>-7209383</c:v>
                </c:pt>
                <c:pt idx="5238">
                  <c:v>-7167943</c:v>
                </c:pt>
                <c:pt idx="5239">
                  <c:v>-7413941</c:v>
                </c:pt>
                <c:pt idx="5240">
                  <c:v>-7383605</c:v>
                </c:pt>
                <c:pt idx="5241">
                  <c:v>-7309101</c:v>
                </c:pt>
                <c:pt idx="5242">
                  <c:v>-7299533</c:v>
                </c:pt>
                <c:pt idx="5243">
                  <c:v>-7403854</c:v>
                </c:pt>
                <c:pt idx="5244">
                  <c:v>-7275393</c:v>
                </c:pt>
                <c:pt idx="5245">
                  <c:v>-7291907</c:v>
                </c:pt>
                <c:pt idx="5246">
                  <c:v>-7413192</c:v>
                </c:pt>
                <c:pt idx="5247">
                  <c:v>-7213836</c:v>
                </c:pt>
                <c:pt idx="5248">
                  <c:v>-7415268</c:v>
                </c:pt>
                <c:pt idx="5249">
                  <c:v>-7311547</c:v>
                </c:pt>
                <c:pt idx="5250">
                  <c:v>-7308613</c:v>
                </c:pt>
                <c:pt idx="5251">
                  <c:v>-7349003</c:v>
                </c:pt>
                <c:pt idx="5252">
                  <c:v>-7380726</c:v>
                </c:pt>
                <c:pt idx="5253">
                  <c:v>-7211176</c:v>
                </c:pt>
                <c:pt idx="5254">
                  <c:v>-7371416</c:v>
                </c:pt>
                <c:pt idx="5255">
                  <c:v>-7390762</c:v>
                </c:pt>
                <c:pt idx="5256">
                  <c:v>-7442195</c:v>
                </c:pt>
                <c:pt idx="5257">
                  <c:v>-7280010</c:v>
                </c:pt>
                <c:pt idx="5258">
                  <c:v>-7348046</c:v>
                </c:pt>
                <c:pt idx="5259">
                  <c:v>-7416986</c:v>
                </c:pt>
                <c:pt idx="5260">
                  <c:v>-7357676</c:v>
                </c:pt>
                <c:pt idx="5261">
                  <c:v>-7394522</c:v>
                </c:pt>
                <c:pt idx="5262">
                  <c:v>-7312062</c:v>
                </c:pt>
                <c:pt idx="5263">
                  <c:v>-7245471</c:v>
                </c:pt>
                <c:pt idx="5264">
                  <c:v>-7432957</c:v>
                </c:pt>
                <c:pt idx="5265">
                  <c:v>-7250945</c:v>
                </c:pt>
                <c:pt idx="5266">
                  <c:v>-7229766</c:v>
                </c:pt>
                <c:pt idx="5267">
                  <c:v>-7350060</c:v>
                </c:pt>
                <c:pt idx="5268">
                  <c:v>-7424419</c:v>
                </c:pt>
                <c:pt idx="5269">
                  <c:v>-7358469</c:v>
                </c:pt>
                <c:pt idx="5270">
                  <c:v>-7384129</c:v>
                </c:pt>
                <c:pt idx="5271">
                  <c:v>-7383733</c:v>
                </c:pt>
                <c:pt idx="5272">
                  <c:v>-7433595</c:v>
                </c:pt>
                <c:pt idx="5273">
                  <c:v>-7297084</c:v>
                </c:pt>
                <c:pt idx="5274">
                  <c:v>-7274206</c:v>
                </c:pt>
                <c:pt idx="5275">
                  <c:v>-7359065</c:v>
                </c:pt>
                <c:pt idx="5276">
                  <c:v>-7370899</c:v>
                </c:pt>
                <c:pt idx="5277">
                  <c:v>-7268290</c:v>
                </c:pt>
                <c:pt idx="5278">
                  <c:v>-7211608</c:v>
                </c:pt>
                <c:pt idx="5279">
                  <c:v>-7418935</c:v>
                </c:pt>
                <c:pt idx="5280">
                  <c:v>-7353340</c:v>
                </c:pt>
                <c:pt idx="5281">
                  <c:v>-7417440</c:v>
                </c:pt>
                <c:pt idx="5282">
                  <c:v>-7419304</c:v>
                </c:pt>
                <c:pt idx="5283">
                  <c:v>-7319094</c:v>
                </c:pt>
                <c:pt idx="5284">
                  <c:v>-7298490</c:v>
                </c:pt>
                <c:pt idx="5285">
                  <c:v>-7202896</c:v>
                </c:pt>
                <c:pt idx="5286">
                  <c:v>-7398491</c:v>
                </c:pt>
                <c:pt idx="5287">
                  <c:v>-7255323</c:v>
                </c:pt>
                <c:pt idx="5288">
                  <c:v>-7226611</c:v>
                </c:pt>
                <c:pt idx="5289">
                  <c:v>-7384865</c:v>
                </c:pt>
                <c:pt idx="5290">
                  <c:v>-7300227</c:v>
                </c:pt>
                <c:pt idx="5291">
                  <c:v>-7284546</c:v>
                </c:pt>
                <c:pt idx="5292">
                  <c:v>-7409972</c:v>
                </c:pt>
                <c:pt idx="5293">
                  <c:v>-7418505</c:v>
                </c:pt>
                <c:pt idx="5294">
                  <c:v>-7385979</c:v>
                </c:pt>
                <c:pt idx="5295">
                  <c:v>-7355680</c:v>
                </c:pt>
                <c:pt idx="5296">
                  <c:v>-7415650</c:v>
                </c:pt>
                <c:pt idx="5297">
                  <c:v>-7402065</c:v>
                </c:pt>
                <c:pt idx="5298">
                  <c:v>-7380944</c:v>
                </c:pt>
                <c:pt idx="5299">
                  <c:v>-7293183</c:v>
                </c:pt>
                <c:pt idx="5300">
                  <c:v>-7426994</c:v>
                </c:pt>
                <c:pt idx="5301">
                  <c:v>-7288068</c:v>
                </c:pt>
                <c:pt idx="5302">
                  <c:v>-7345035</c:v>
                </c:pt>
                <c:pt idx="5303">
                  <c:v>-7255276</c:v>
                </c:pt>
                <c:pt idx="5304">
                  <c:v>-7370742</c:v>
                </c:pt>
                <c:pt idx="5305">
                  <c:v>-7355338</c:v>
                </c:pt>
                <c:pt idx="5306">
                  <c:v>-7404818</c:v>
                </c:pt>
                <c:pt idx="5307">
                  <c:v>-7338371</c:v>
                </c:pt>
                <c:pt idx="5308">
                  <c:v>-7329442</c:v>
                </c:pt>
                <c:pt idx="5309">
                  <c:v>-7251858</c:v>
                </c:pt>
                <c:pt idx="5310">
                  <c:v>-7259186</c:v>
                </c:pt>
                <c:pt idx="5311">
                  <c:v>-7334448</c:v>
                </c:pt>
                <c:pt idx="5312">
                  <c:v>-7293146</c:v>
                </c:pt>
                <c:pt idx="5313">
                  <c:v>-7429130</c:v>
                </c:pt>
                <c:pt idx="5314">
                  <c:v>-7433711</c:v>
                </c:pt>
                <c:pt idx="5315">
                  <c:v>-7345416</c:v>
                </c:pt>
                <c:pt idx="5316">
                  <c:v>-7369887</c:v>
                </c:pt>
                <c:pt idx="5317">
                  <c:v>-7375985</c:v>
                </c:pt>
                <c:pt idx="5318">
                  <c:v>-7431502</c:v>
                </c:pt>
                <c:pt idx="5319">
                  <c:v>-7386529</c:v>
                </c:pt>
                <c:pt idx="5320">
                  <c:v>-7359623</c:v>
                </c:pt>
                <c:pt idx="5321">
                  <c:v>-7415808</c:v>
                </c:pt>
                <c:pt idx="5322">
                  <c:v>-7292549</c:v>
                </c:pt>
                <c:pt idx="5323">
                  <c:v>-7283226</c:v>
                </c:pt>
                <c:pt idx="5324">
                  <c:v>-7311050</c:v>
                </c:pt>
                <c:pt idx="5325">
                  <c:v>-7358333</c:v>
                </c:pt>
                <c:pt idx="5326">
                  <c:v>-7356272</c:v>
                </c:pt>
                <c:pt idx="5327">
                  <c:v>-7294986</c:v>
                </c:pt>
                <c:pt idx="5328">
                  <c:v>-7311018</c:v>
                </c:pt>
                <c:pt idx="5329">
                  <c:v>-7442830</c:v>
                </c:pt>
                <c:pt idx="5330">
                  <c:v>-7211987</c:v>
                </c:pt>
                <c:pt idx="5331">
                  <c:v>-7326770</c:v>
                </c:pt>
                <c:pt idx="5332">
                  <c:v>-7195959</c:v>
                </c:pt>
                <c:pt idx="5333">
                  <c:v>-7388644</c:v>
                </c:pt>
                <c:pt idx="5334">
                  <c:v>-7270047</c:v>
                </c:pt>
                <c:pt idx="5335">
                  <c:v>-7345613</c:v>
                </c:pt>
                <c:pt idx="5336">
                  <c:v>-7360397</c:v>
                </c:pt>
                <c:pt idx="5337">
                  <c:v>-7247520</c:v>
                </c:pt>
                <c:pt idx="5338">
                  <c:v>-7260285</c:v>
                </c:pt>
                <c:pt idx="5339">
                  <c:v>-7282100</c:v>
                </c:pt>
                <c:pt idx="5340">
                  <c:v>-7281617</c:v>
                </c:pt>
                <c:pt idx="5341">
                  <c:v>-7327991</c:v>
                </c:pt>
                <c:pt idx="5342">
                  <c:v>-7300532</c:v>
                </c:pt>
                <c:pt idx="5343">
                  <c:v>-7286448</c:v>
                </c:pt>
                <c:pt idx="5344">
                  <c:v>-7278663</c:v>
                </c:pt>
                <c:pt idx="5345">
                  <c:v>-7387054</c:v>
                </c:pt>
                <c:pt idx="5346">
                  <c:v>-7438767</c:v>
                </c:pt>
                <c:pt idx="5347">
                  <c:v>-7382685</c:v>
                </c:pt>
                <c:pt idx="5348">
                  <c:v>-7275535</c:v>
                </c:pt>
                <c:pt idx="5349">
                  <c:v>-7432150</c:v>
                </c:pt>
                <c:pt idx="5350">
                  <c:v>-7233265</c:v>
                </c:pt>
                <c:pt idx="5351">
                  <c:v>-7427276</c:v>
                </c:pt>
                <c:pt idx="5352">
                  <c:v>-7355665</c:v>
                </c:pt>
                <c:pt idx="5353">
                  <c:v>-7437509</c:v>
                </c:pt>
                <c:pt idx="5354">
                  <c:v>-7439471</c:v>
                </c:pt>
                <c:pt idx="5355">
                  <c:v>-7393766</c:v>
                </c:pt>
                <c:pt idx="5356">
                  <c:v>-7392151</c:v>
                </c:pt>
                <c:pt idx="5357">
                  <c:v>-7334694</c:v>
                </c:pt>
                <c:pt idx="5358">
                  <c:v>-7343927</c:v>
                </c:pt>
                <c:pt idx="5359">
                  <c:v>-7433483</c:v>
                </c:pt>
                <c:pt idx="5360">
                  <c:v>-7369046</c:v>
                </c:pt>
                <c:pt idx="5361">
                  <c:v>-7400433</c:v>
                </c:pt>
                <c:pt idx="5362">
                  <c:v>-7332086</c:v>
                </c:pt>
                <c:pt idx="5363">
                  <c:v>-7223745</c:v>
                </c:pt>
                <c:pt idx="5364">
                  <c:v>-7426303</c:v>
                </c:pt>
                <c:pt idx="5365">
                  <c:v>-7328540</c:v>
                </c:pt>
                <c:pt idx="5366">
                  <c:v>-7360689</c:v>
                </c:pt>
                <c:pt idx="5367">
                  <c:v>-7397107</c:v>
                </c:pt>
                <c:pt idx="5368">
                  <c:v>-7262987</c:v>
                </c:pt>
                <c:pt idx="5369">
                  <c:v>-7339744</c:v>
                </c:pt>
                <c:pt idx="5370">
                  <c:v>-7202131</c:v>
                </c:pt>
                <c:pt idx="5371">
                  <c:v>-7327254</c:v>
                </c:pt>
                <c:pt idx="5372">
                  <c:v>-7405179</c:v>
                </c:pt>
                <c:pt idx="5373">
                  <c:v>-7378704</c:v>
                </c:pt>
                <c:pt idx="5374">
                  <c:v>-7295446</c:v>
                </c:pt>
                <c:pt idx="5375">
                  <c:v>-7322352</c:v>
                </c:pt>
                <c:pt idx="5376">
                  <c:v>-7309981</c:v>
                </c:pt>
                <c:pt idx="5377">
                  <c:v>-7326854</c:v>
                </c:pt>
                <c:pt idx="5378">
                  <c:v>-7328482</c:v>
                </c:pt>
                <c:pt idx="5379">
                  <c:v>-7356916</c:v>
                </c:pt>
                <c:pt idx="5380">
                  <c:v>-7325632</c:v>
                </c:pt>
                <c:pt idx="5381">
                  <c:v>-7218940</c:v>
                </c:pt>
                <c:pt idx="5382">
                  <c:v>-7333241</c:v>
                </c:pt>
                <c:pt idx="5383">
                  <c:v>-7370713</c:v>
                </c:pt>
                <c:pt idx="5384">
                  <c:v>-7333767</c:v>
                </c:pt>
                <c:pt idx="5385">
                  <c:v>-7394911</c:v>
                </c:pt>
                <c:pt idx="5386">
                  <c:v>-7253932</c:v>
                </c:pt>
                <c:pt idx="5387">
                  <c:v>-7272371</c:v>
                </c:pt>
                <c:pt idx="5388">
                  <c:v>-7258346</c:v>
                </c:pt>
                <c:pt idx="5389">
                  <c:v>-7261881</c:v>
                </c:pt>
                <c:pt idx="5390">
                  <c:v>-7272753</c:v>
                </c:pt>
                <c:pt idx="5391">
                  <c:v>-7296692</c:v>
                </c:pt>
                <c:pt idx="5392">
                  <c:v>-7340522</c:v>
                </c:pt>
                <c:pt idx="5393">
                  <c:v>-7303771</c:v>
                </c:pt>
                <c:pt idx="5394">
                  <c:v>-7340233</c:v>
                </c:pt>
                <c:pt idx="5395">
                  <c:v>-7404948</c:v>
                </c:pt>
                <c:pt idx="5396">
                  <c:v>-7419911</c:v>
                </c:pt>
                <c:pt idx="5397">
                  <c:v>-7241859</c:v>
                </c:pt>
                <c:pt idx="5398">
                  <c:v>-7349398</c:v>
                </c:pt>
                <c:pt idx="5399">
                  <c:v>-7272226</c:v>
                </c:pt>
                <c:pt idx="5400">
                  <c:v>-7257035</c:v>
                </c:pt>
                <c:pt idx="5401">
                  <c:v>-7340627</c:v>
                </c:pt>
                <c:pt idx="5402">
                  <c:v>-7347004</c:v>
                </c:pt>
                <c:pt idx="5403">
                  <c:v>-7278969</c:v>
                </c:pt>
                <c:pt idx="5404">
                  <c:v>-7411922</c:v>
                </c:pt>
                <c:pt idx="5405">
                  <c:v>-7273489</c:v>
                </c:pt>
                <c:pt idx="5406">
                  <c:v>-7445018</c:v>
                </c:pt>
                <c:pt idx="5407">
                  <c:v>-7249711</c:v>
                </c:pt>
                <c:pt idx="5408">
                  <c:v>-7326519</c:v>
                </c:pt>
                <c:pt idx="5409">
                  <c:v>-7276171</c:v>
                </c:pt>
                <c:pt idx="5410">
                  <c:v>-7307545</c:v>
                </c:pt>
                <c:pt idx="5411">
                  <c:v>-7289111</c:v>
                </c:pt>
                <c:pt idx="5412">
                  <c:v>-7246895</c:v>
                </c:pt>
                <c:pt idx="5413">
                  <c:v>-7349882</c:v>
                </c:pt>
                <c:pt idx="5414">
                  <c:v>-7322485</c:v>
                </c:pt>
                <c:pt idx="5415">
                  <c:v>-7407490</c:v>
                </c:pt>
                <c:pt idx="5416">
                  <c:v>-7260705</c:v>
                </c:pt>
                <c:pt idx="5417">
                  <c:v>-7337082</c:v>
                </c:pt>
                <c:pt idx="5418">
                  <c:v>-7352606</c:v>
                </c:pt>
                <c:pt idx="5419">
                  <c:v>-7350045</c:v>
                </c:pt>
                <c:pt idx="5420">
                  <c:v>-7434491</c:v>
                </c:pt>
                <c:pt idx="5421">
                  <c:v>-7306153</c:v>
                </c:pt>
                <c:pt idx="5422">
                  <c:v>-7340918</c:v>
                </c:pt>
                <c:pt idx="5423">
                  <c:v>-7383108</c:v>
                </c:pt>
                <c:pt idx="5424">
                  <c:v>-7411677</c:v>
                </c:pt>
                <c:pt idx="5425">
                  <c:v>-7432761</c:v>
                </c:pt>
                <c:pt idx="5426">
                  <c:v>-7336360</c:v>
                </c:pt>
                <c:pt idx="5427">
                  <c:v>-7400847</c:v>
                </c:pt>
                <c:pt idx="5428">
                  <c:v>-7375447</c:v>
                </c:pt>
                <c:pt idx="5429">
                  <c:v>-7341146</c:v>
                </c:pt>
                <c:pt idx="5430">
                  <c:v>-7374698</c:v>
                </c:pt>
                <c:pt idx="5431">
                  <c:v>-7238445</c:v>
                </c:pt>
                <c:pt idx="5432">
                  <c:v>-7262296</c:v>
                </c:pt>
                <c:pt idx="5433">
                  <c:v>-7413849</c:v>
                </c:pt>
                <c:pt idx="5434">
                  <c:v>-7396956</c:v>
                </c:pt>
                <c:pt idx="5435">
                  <c:v>-7438265</c:v>
                </c:pt>
                <c:pt idx="5436">
                  <c:v>-7299644</c:v>
                </c:pt>
                <c:pt idx="5437">
                  <c:v>-7342627</c:v>
                </c:pt>
                <c:pt idx="5438">
                  <c:v>-7390569</c:v>
                </c:pt>
                <c:pt idx="5439">
                  <c:v>-7300885</c:v>
                </c:pt>
                <c:pt idx="5440">
                  <c:v>-7409006</c:v>
                </c:pt>
                <c:pt idx="5441">
                  <c:v>-7349600</c:v>
                </c:pt>
                <c:pt idx="5442">
                  <c:v>-7221433</c:v>
                </c:pt>
                <c:pt idx="5443">
                  <c:v>-7323920</c:v>
                </c:pt>
                <c:pt idx="5444">
                  <c:v>-7367257</c:v>
                </c:pt>
                <c:pt idx="5445">
                  <c:v>-7409429</c:v>
                </c:pt>
                <c:pt idx="5446">
                  <c:v>-7422505</c:v>
                </c:pt>
                <c:pt idx="5447">
                  <c:v>-7439732</c:v>
                </c:pt>
                <c:pt idx="5448">
                  <c:v>-7334042</c:v>
                </c:pt>
                <c:pt idx="5449">
                  <c:v>-7267409</c:v>
                </c:pt>
                <c:pt idx="5450">
                  <c:v>-7243606</c:v>
                </c:pt>
                <c:pt idx="5451">
                  <c:v>-7389104</c:v>
                </c:pt>
                <c:pt idx="5452">
                  <c:v>-7297378</c:v>
                </c:pt>
                <c:pt idx="5453">
                  <c:v>-7292667</c:v>
                </c:pt>
                <c:pt idx="5454">
                  <c:v>-7268113</c:v>
                </c:pt>
                <c:pt idx="5455">
                  <c:v>-7333074</c:v>
                </c:pt>
                <c:pt idx="5456">
                  <c:v>-7370510</c:v>
                </c:pt>
                <c:pt idx="5457">
                  <c:v>-7210064</c:v>
                </c:pt>
                <c:pt idx="5458">
                  <c:v>-7255516</c:v>
                </c:pt>
                <c:pt idx="5459">
                  <c:v>-7253871</c:v>
                </c:pt>
                <c:pt idx="5460">
                  <c:v>-7271147</c:v>
                </c:pt>
                <c:pt idx="5461">
                  <c:v>-7355345</c:v>
                </c:pt>
                <c:pt idx="5462">
                  <c:v>-7238873</c:v>
                </c:pt>
                <c:pt idx="5463">
                  <c:v>-7286649</c:v>
                </c:pt>
                <c:pt idx="5464">
                  <c:v>-7385723</c:v>
                </c:pt>
                <c:pt idx="5465">
                  <c:v>-7400484</c:v>
                </c:pt>
                <c:pt idx="5466">
                  <c:v>-7410314</c:v>
                </c:pt>
                <c:pt idx="5467">
                  <c:v>-7226992</c:v>
                </c:pt>
                <c:pt idx="5468">
                  <c:v>-7429714</c:v>
                </c:pt>
                <c:pt idx="5469">
                  <c:v>-7367841</c:v>
                </c:pt>
                <c:pt idx="5470">
                  <c:v>-7364767</c:v>
                </c:pt>
                <c:pt idx="5471">
                  <c:v>-7364952</c:v>
                </c:pt>
                <c:pt idx="5472">
                  <c:v>-7364339</c:v>
                </c:pt>
                <c:pt idx="5473">
                  <c:v>-7365704</c:v>
                </c:pt>
                <c:pt idx="5474">
                  <c:v>-7378314</c:v>
                </c:pt>
                <c:pt idx="5475">
                  <c:v>-7328926</c:v>
                </c:pt>
                <c:pt idx="5476">
                  <c:v>-7366603</c:v>
                </c:pt>
                <c:pt idx="5477">
                  <c:v>-7369413</c:v>
                </c:pt>
                <c:pt idx="5478">
                  <c:v>-7381572</c:v>
                </c:pt>
                <c:pt idx="5479">
                  <c:v>-7364759</c:v>
                </c:pt>
                <c:pt idx="5480">
                  <c:v>-7360170</c:v>
                </c:pt>
                <c:pt idx="5481">
                  <c:v>-7377878</c:v>
                </c:pt>
                <c:pt idx="5482">
                  <c:v>-7360132</c:v>
                </c:pt>
                <c:pt idx="5483">
                  <c:v>-7364108</c:v>
                </c:pt>
                <c:pt idx="5484">
                  <c:v>-7367501</c:v>
                </c:pt>
                <c:pt idx="5485">
                  <c:v>-7365709</c:v>
                </c:pt>
                <c:pt idx="5486">
                  <c:v>-7184168</c:v>
                </c:pt>
                <c:pt idx="5487">
                  <c:v>-7365361</c:v>
                </c:pt>
                <c:pt idx="5488">
                  <c:v>-7364781</c:v>
                </c:pt>
                <c:pt idx="5489">
                  <c:v>-7366112</c:v>
                </c:pt>
                <c:pt idx="5490">
                  <c:v>-7365556</c:v>
                </c:pt>
                <c:pt idx="5491">
                  <c:v>-7378305</c:v>
                </c:pt>
                <c:pt idx="5492">
                  <c:v>-7364116</c:v>
                </c:pt>
                <c:pt idx="5493">
                  <c:v>-7363897</c:v>
                </c:pt>
                <c:pt idx="5494">
                  <c:v>-7364535</c:v>
                </c:pt>
                <c:pt idx="5495">
                  <c:v>-7364729</c:v>
                </c:pt>
                <c:pt idx="5496">
                  <c:v>-7355052</c:v>
                </c:pt>
                <c:pt idx="5497">
                  <c:v>-7367660</c:v>
                </c:pt>
                <c:pt idx="5498">
                  <c:v>-7360495</c:v>
                </c:pt>
                <c:pt idx="5499">
                  <c:v>-7364307</c:v>
                </c:pt>
                <c:pt idx="5500">
                  <c:v>-7365606</c:v>
                </c:pt>
                <c:pt idx="5501">
                  <c:v>-7363453</c:v>
                </c:pt>
                <c:pt idx="5502">
                  <c:v>-7360490</c:v>
                </c:pt>
                <c:pt idx="5503">
                  <c:v>-7357887</c:v>
                </c:pt>
                <c:pt idx="5504">
                  <c:v>-7364462</c:v>
                </c:pt>
                <c:pt idx="5505">
                  <c:v>-7368361</c:v>
                </c:pt>
                <c:pt idx="5506">
                  <c:v>-7361781</c:v>
                </c:pt>
                <c:pt idx="5507">
                  <c:v>-7363132</c:v>
                </c:pt>
                <c:pt idx="5508">
                  <c:v>-7363929</c:v>
                </c:pt>
                <c:pt idx="5509">
                  <c:v>-7365746</c:v>
                </c:pt>
                <c:pt idx="5510">
                  <c:v>-7377752</c:v>
                </c:pt>
                <c:pt idx="5511">
                  <c:v>-7365160</c:v>
                </c:pt>
                <c:pt idx="5512">
                  <c:v>-7366018</c:v>
                </c:pt>
                <c:pt idx="5513">
                  <c:v>-7378333</c:v>
                </c:pt>
                <c:pt idx="5514">
                  <c:v>-7367928</c:v>
                </c:pt>
                <c:pt idx="5515">
                  <c:v>-7364015</c:v>
                </c:pt>
                <c:pt idx="5516">
                  <c:v>-7219730</c:v>
                </c:pt>
                <c:pt idx="5517">
                  <c:v>-7378043</c:v>
                </c:pt>
                <c:pt idx="5518">
                  <c:v>-7364270</c:v>
                </c:pt>
                <c:pt idx="5519">
                  <c:v>-7364980</c:v>
                </c:pt>
                <c:pt idx="5520">
                  <c:v>-7377813</c:v>
                </c:pt>
                <c:pt idx="5521">
                  <c:v>-7365284</c:v>
                </c:pt>
                <c:pt idx="5522">
                  <c:v>-7378468</c:v>
                </c:pt>
                <c:pt idx="5523">
                  <c:v>-7339707</c:v>
                </c:pt>
                <c:pt idx="5524">
                  <c:v>-7366922</c:v>
                </c:pt>
                <c:pt idx="5525">
                  <c:v>-7368573</c:v>
                </c:pt>
                <c:pt idx="5526">
                  <c:v>-7368641</c:v>
                </c:pt>
                <c:pt idx="5527">
                  <c:v>-7363384</c:v>
                </c:pt>
                <c:pt idx="5528">
                  <c:v>-7382254</c:v>
                </c:pt>
                <c:pt idx="5529">
                  <c:v>-7379266</c:v>
                </c:pt>
                <c:pt idx="5530">
                  <c:v>-7370200</c:v>
                </c:pt>
                <c:pt idx="5531">
                  <c:v>-7368276</c:v>
                </c:pt>
                <c:pt idx="5532">
                  <c:v>-7363732</c:v>
                </c:pt>
                <c:pt idx="5533">
                  <c:v>-7365312</c:v>
                </c:pt>
                <c:pt idx="5534">
                  <c:v>-7363770</c:v>
                </c:pt>
                <c:pt idx="5535">
                  <c:v>-7377926</c:v>
                </c:pt>
                <c:pt idx="5536">
                  <c:v>-7366937</c:v>
                </c:pt>
                <c:pt idx="5537">
                  <c:v>-7335647</c:v>
                </c:pt>
                <c:pt idx="5538">
                  <c:v>-7365844</c:v>
                </c:pt>
                <c:pt idx="5539">
                  <c:v>-7364027</c:v>
                </c:pt>
                <c:pt idx="5540">
                  <c:v>-7378443</c:v>
                </c:pt>
                <c:pt idx="5541">
                  <c:v>-7274261</c:v>
                </c:pt>
                <c:pt idx="5542">
                  <c:v>-7379034</c:v>
                </c:pt>
                <c:pt idx="5543">
                  <c:v>-7365779</c:v>
                </c:pt>
                <c:pt idx="5544">
                  <c:v>-7367711</c:v>
                </c:pt>
                <c:pt idx="5545">
                  <c:v>-7366220</c:v>
                </c:pt>
                <c:pt idx="5546">
                  <c:v>-7386845</c:v>
                </c:pt>
                <c:pt idx="5547">
                  <c:v>-7364627</c:v>
                </c:pt>
                <c:pt idx="5548">
                  <c:v>-7256124</c:v>
                </c:pt>
                <c:pt idx="5549">
                  <c:v>-7366817</c:v>
                </c:pt>
                <c:pt idx="5550">
                  <c:v>-7372842</c:v>
                </c:pt>
                <c:pt idx="5551">
                  <c:v>-7364594</c:v>
                </c:pt>
                <c:pt idx="5552">
                  <c:v>-7364769</c:v>
                </c:pt>
                <c:pt idx="5553">
                  <c:v>-7364627</c:v>
                </c:pt>
                <c:pt idx="5554">
                  <c:v>-7364781</c:v>
                </c:pt>
                <c:pt idx="5555">
                  <c:v>-7165289</c:v>
                </c:pt>
                <c:pt idx="5556">
                  <c:v>-7370046</c:v>
                </c:pt>
                <c:pt idx="5557">
                  <c:v>-7372349</c:v>
                </c:pt>
                <c:pt idx="5558">
                  <c:v>-7352187</c:v>
                </c:pt>
                <c:pt idx="5559">
                  <c:v>-7376564</c:v>
                </c:pt>
                <c:pt idx="5560">
                  <c:v>-7365927</c:v>
                </c:pt>
                <c:pt idx="5561">
                  <c:v>-7328643</c:v>
                </c:pt>
                <c:pt idx="5562">
                  <c:v>-7219649</c:v>
                </c:pt>
                <c:pt idx="5563">
                  <c:v>-7374657</c:v>
                </c:pt>
                <c:pt idx="5564">
                  <c:v>-7373461</c:v>
                </c:pt>
                <c:pt idx="5565">
                  <c:v>-7442896</c:v>
                </c:pt>
                <c:pt idx="5566">
                  <c:v>-7355320</c:v>
                </c:pt>
                <c:pt idx="5567">
                  <c:v>-7334818</c:v>
                </c:pt>
                <c:pt idx="5568">
                  <c:v>-7350591</c:v>
                </c:pt>
                <c:pt idx="5569">
                  <c:v>-7328679</c:v>
                </c:pt>
                <c:pt idx="5570">
                  <c:v>-7358960</c:v>
                </c:pt>
                <c:pt idx="5571">
                  <c:v>-7363094</c:v>
                </c:pt>
                <c:pt idx="5572">
                  <c:v>-7255665</c:v>
                </c:pt>
                <c:pt idx="5573">
                  <c:v>-7359677</c:v>
                </c:pt>
                <c:pt idx="5574">
                  <c:v>-7364595</c:v>
                </c:pt>
                <c:pt idx="5575">
                  <c:v>-7378509</c:v>
                </c:pt>
                <c:pt idx="5576">
                  <c:v>-7363631</c:v>
                </c:pt>
                <c:pt idx="5577">
                  <c:v>-7184088</c:v>
                </c:pt>
                <c:pt idx="5578">
                  <c:v>-7367861</c:v>
                </c:pt>
                <c:pt idx="5579">
                  <c:v>-7328826</c:v>
                </c:pt>
                <c:pt idx="5580">
                  <c:v>-7328538</c:v>
                </c:pt>
                <c:pt idx="5581">
                  <c:v>-7256124</c:v>
                </c:pt>
                <c:pt idx="5582">
                  <c:v>-7363488</c:v>
                </c:pt>
                <c:pt idx="5583">
                  <c:v>-7328792</c:v>
                </c:pt>
                <c:pt idx="5584">
                  <c:v>-7363844</c:v>
                </c:pt>
                <c:pt idx="5585">
                  <c:v>-7361513</c:v>
                </c:pt>
                <c:pt idx="5586">
                  <c:v>-7320883</c:v>
                </c:pt>
                <c:pt idx="5587">
                  <c:v>-7373990</c:v>
                </c:pt>
                <c:pt idx="5588">
                  <c:v>-7364945</c:v>
                </c:pt>
                <c:pt idx="5589">
                  <c:v>-7365370</c:v>
                </c:pt>
                <c:pt idx="5590">
                  <c:v>-7364286</c:v>
                </c:pt>
                <c:pt idx="5591">
                  <c:v>-7366753</c:v>
                </c:pt>
                <c:pt idx="5592">
                  <c:v>-7376338</c:v>
                </c:pt>
                <c:pt idx="5593">
                  <c:v>-7332660</c:v>
                </c:pt>
                <c:pt idx="5594">
                  <c:v>-7363206</c:v>
                </c:pt>
                <c:pt idx="5595">
                  <c:v>-7365632</c:v>
                </c:pt>
                <c:pt idx="5596">
                  <c:v>-7363722</c:v>
                </c:pt>
                <c:pt idx="5597">
                  <c:v>-7367572</c:v>
                </c:pt>
                <c:pt idx="5598">
                  <c:v>-7351341</c:v>
                </c:pt>
                <c:pt idx="5599">
                  <c:v>-7378132</c:v>
                </c:pt>
                <c:pt idx="5600">
                  <c:v>-7352187</c:v>
                </c:pt>
                <c:pt idx="5601">
                  <c:v>-7377017</c:v>
                </c:pt>
                <c:pt idx="5602">
                  <c:v>-7350597</c:v>
                </c:pt>
                <c:pt idx="5603">
                  <c:v>-7365779</c:v>
                </c:pt>
                <c:pt idx="5604">
                  <c:v>-7363047</c:v>
                </c:pt>
                <c:pt idx="5605">
                  <c:v>-7368228</c:v>
                </c:pt>
                <c:pt idx="5606">
                  <c:v>-7353672</c:v>
                </c:pt>
                <c:pt idx="5607">
                  <c:v>-7283917</c:v>
                </c:pt>
                <c:pt idx="5608">
                  <c:v>-7360075</c:v>
                </c:pt>
                <c:pt idx="5609">
                  <c:v>-7360498</c:v>
                </c:pt>
                <c:pt idx="5610">
                  <c:v>-7219892</c:v>
                </c:pt>
                <c:pt idx="5611">
                  <c:v>-7378792</c:v>
                </c:pt>
                <c:pt idx="5612">
                  <c:v>-7366938</c:v>
                </c:pt>
                <c:pt idx="5613">
                  <c:v>-7367716</c:v>
                </c:pt>
                <c:pt idx="5614">
                  <c:v>-7220488</c:v>
                </c:pt>
                <c:pt idx="5615">
                  <c:v>-7360235</c:v>
                </c:pt>
                <c:pt idx="5616">
                  <c:v>-7367711</c:v>
                </c:pt>
                <c:pt idx="5617">
                  <c:v>-7364595</c:v>
                </c:pt>
                <c:pt idx="5618">
                  <c:v>-7356596</c:v>
                </c:pt>
                <c:pt idx="5619">
                  <c:v>-7378792</c:v>
                </c:pt>
                <c:pt idx="5620">
                  <c:v>-7364834</c:v>
                </c:pt>
                <c:pt idx="5621">
                  <c:v>-7364897</c:v>
                </c:pt>
                <c:pt idx="5622">
                  <c:v>-7366601</c:v>
                </c:pt>
                <c:pt idx="5623">
                  <c:v>-7339515</c:v>
                </c:pt>
                <c:pt idx="5624">
                  <c:v>-7364135</c:v>
                </c:pt>
                <c:pt idx="5625">
                  <c:v>-7274291</c:v>
                </c:pt>
                <c:pt idx="5626">
                  <c:v>-7365499</c:v>
                </c:pt>
                <c:pt idx="5627">
                  <c:v>-7365181</c:v>
                </c:pt>
                <c:pt idx="5628">
                  <c:v>-7359342</c:v>
                </c:pt>
                <c:pt idx="5629">
                  <c:v>-7368305</c:v>
                </c:pt>
                <c:pt idx="5630">
                  <c:v>-7358313</c:v>
                </c:pt>
                <c:pt idx="5631">
                  <c:v>-7274261</c:v>
                </c:pt>
                <c:pt idx="5632">
                  <c:v>-7361669</c:v>
                </c:pt>
                <c:pt idx="5633">
                  <c:v>-7363957</c:v>
                </c:pt>
                <c:pt idx="5634">
                  <c:v>-7376253</c:v>
                </c:pt>
                <c:pt idx="5635">
                  <c:v>-7376721</c:v>
                </c:pt>
                <c:pt idx="5636">
                  <c:v>-7363510</c:v>
                </c:pt>
                <c:pt idx="5637">
                  <c:v>-7378509</c:v>
                </c:pt>
                <c:pt idx="5638">
                  <c:v>-7377017</c:v>
                </c:pt>
                <c:pt idx="5639">
                  <c:v>-7364846</c:v>
                </c:pt>
                <c:pt idx="5640">
                  <c:v>-7293778</c:v>
                </c:pt>
                <c:pt idx="5641">
                  <c:v>-7184088</c:v>
                </c:pt>
                <c:pt idx="5642">
                  <c:v>-7364861</c:v>
                </c:pt>
                <c:pt idx="5643">
                  <c:v>-7366753</c:v>
                </c:pt>
                <c:pt idx="5644">
                  <c:v>-7364135</c:v>
                </c:pt>
                <c:pt idx="5645">
                  <c:v>-7363631</c:v>
                </c:pt>
                <c:pt idx="5646">
                  <c:v>-7358252</c:v>
                </c:pt>
                <c:pt idx="5647">
                  <c:v>-7367921</c:v>
                </c:pt>
                <c:pt idx="5648">
                  <c:v>-7363836</c:v>
                </c:pt>
                <c:pt idx="5649">
                  <c:v>-7371602</c:v>
                </c:pt>
                <c:pt idx="5650">
                  <c:v>-7364678</c:v>
                </c:pt>
                <c:pt idx="5651">
                  <c:v>-7253037</c:v>
                </c:pt>
                <c:pt idx="5652">
                  <c:v>-7321622</c:v>
                </c:pt>
                <c:pt idx="5653">
                  <c:v>-7365858</c:v>
                </c:pt>
                <c:pt idx="5654">
                  <c:v>-7339457</c:v>
                </c:pt>
                <c:pt idx="5655">
                  <c:v>-7349077</c:v>
                </c:pt>
                <c:pt idx="5656">
                  <c:v>-7368535</c:v>
                </c:pt>
                <c:pt idx="5657">
                  <c:v>-7365370</c:v>
                </c:pt>
                <c:pt idx="5658">
                  <c:v>-7322093</c:v>
                </c:pt>
                <c:pt idx="5659">
                  <c:v>-7378132</c:v>
                </c:pt>
                <c:pt idx="5660">
                  <c:v>-7365927</c:v>
                </c:pt>
                <c:pt idx="5661">
                  <c:v>-7330929</c:v>
                </c:pt>
                <c:pt idx="5662">
                  <c:v>-7345966</c:v>
                </c:pt>
                <c:pt idx="5663">
                  <c:v>-7184803</c:v>
                </c:pt>
                <c:pt idx="5664">
                  <c:v>-7360104</c:v>
                </c:pt>
                <c:pt idx="5665">
                  <c:v>-7379381</c:v>
                </c:pt>
                <c:pt idx="5666">
                  <c:v>-7363350</c:v>
                </c:pt>
                <c:pt idx="5667">
                  <c:v>-7362666</c:v>
                </c:pt>
                <c:pt idx="5668">
                  <c:v>-7362685</c:v>
                </c:pt>
                <c:pt idx="5669">
                  <c:v>-7219945</c:v>
                </c:pt>
                <c:pt idx="5670">
                  <c:v>-7438165</c:v>
                </c:pt>
                <c:pt idx="5671">
                  <c:v>-7364286</c:v>
                </c:pt>
                <c:pt idx="5672">
                  <c:v>-7382080</c:v>
                </c:pt>
                <c:pt idx="5673">
                  <c:v>-7363836</c:v>
                </c:pt>
                <c:pt idx="5674">
                  <c:v>-7349770</c:v>
                </c:pt>
                <c:pt idx="5675">
                  <c:v>-7365895</c:v>
                </c:pt>
                <c:pt idx="5676">
                  <c:v>-7386845</c:v>
                </c:pt>
                <c:pt idx="5677">
                  <c:v>-7365895</c:v>
                </c:pt>
                <c:pt idx="5678">
                  <c:v>-7365277</c:v>
                </c:pt>
                <c:pt idx="5679">
                  <c:v>-7438523</c:v>
                </c:pt>
                <c:pt idx="5680">
                  <c:v>-7359338</c:v>
                </c:pt>
                <c:pt idx="5681">
                  <c:v>-7370391</c:v>
                </c:pt>
                <c:pt idx="5682">
                  <c:v>-7357540</c:v>
                </c:pt>
                <c:pt idx="5683">
                  <c:v>-7365625</c:v>
                </c:pt>
                <c:pt idx="5684">
                  <c:v>-7263336</c:v>
                </c:pt>
                <c:pt idx="5685">
                  <c:v>-7359938</c:v>
                </c:pt>
                <c:pt idx="5686">
                  <c:v>-7351330</c:v>
                </c:pt>
                <c:pt idx="5687">
                  <c:v>-7361383</c:v>
                </c:pt>
                <c:pt idx="5688">
                  <c:v>-7359369</c:v>
                </c:pt>
                <c:pt idx="5689">
                  <c:v>-7378192</c:v>
                </c:pt>
                <c:pt idx="5690">
                  <c:v>-7364594</c:v>
                </c:pt>
                <c:pt idx="5691">
                  <c:v>-7365714</c:v>
                </c:pt>
                <c:pt idx="5692">
                  <c:v>-7371444</c:v>
                </c:pt>
                <c:pt idx="5693">
                  <c:v>-7349723</c:v>
                </c:pt>
                <c:pt idx="5694">
                  <c:v>-7363886</c:v>
                </c:pt>
                <c:pt idx="5695">
                  <c:v>-7283917</c:v>
                </c:pt>
                <c:pt idx="5696">
                  <c:v>-7382670</c:v>
                </c:pt>
                <c:pt idx="5697">
                  <c:v>-7364618</c:v>
                </c:pt>
                <c:pt idx="5698">
                  <c:v>-7322093</c:v>
                </c:pt>
                <c:pt idx="5699">
                  <c:v>-7362380</c:v>
                </c:pt>
                <c:pt idx="5700">
                  <c:v>-7360329</c:v>
                </c:pt>
                <c:pt idx="5701">
                  <c:v>-7364754</c:v>
                </c:pt>
                <c:pt idx="5702">
                  <c:v>-7370178</c:v>
                </c:pt>
                <c:pt idx="5703">
                  <c:v>-7363432</c:v>
                </c:pt>
                <c:pt idx="5704">
                  <c:v>-7365763</c:v>
                </c:pt>
                <c:pt idx="5705">
                  <c:v>-7382357</c:v>
                </c:pt>
                <c:pt idx="5706">
                  <c:v>-7369790</c:v>
                </c:pt>
                <c:pt idx="5707">
                  <c:v>-7366328</c:v>
                </c:pt>
                <c:pt idx="5708">
                  <c:v>-7367572</c:v>
                </c:pt>
                <c:pt idx="5709">
                  <c:v>-7328792</c:v>
                </c:pt>
                <c:pt idx="5710">
                  <c:v>-7365486</c:v>
                </c:pt>
                <c:pt idx="5711">
                  <c:v>-7360121</c:v>
                </c:pt>
                <c:pt idx="5712">
                  <c:v>-7365632</c:v>
                </c:pt>
                <c:pt idx="5713">
                  <c:v>-7366601</c:v>
                </c:pt>
                <c:pt idx="5714">
                  <c:v>-7360838</c:v>
                </c:pt>
                <c:pt idx="5715">
                  <c:v>-7328693</c:v>
                </c:pt>
                <c:pt idx="5716">
                  <c:v>-7219892</c:v>
                </c:pt>
                <c:pt idx="5717">
                  <c:v>-7373203</c:v>
                </c:pt>
                <c:pt idx="5718">
                  <c:v>-7367373</c:v>
                </c:pt>
                <c:pt idx="5719">
                  <c:v>-7382056</c:v>
                </c:pt>
                <c:pt idx="5720">
                  <c:v>-7361779</c:v>
                </c:pt>
                <c:pt idx="5721">
                  <c:v>-7364424</c:v>
                </c:pt>
                <c:pt idx="5722">
                  <c:v>-7359351</c:v>
                </c:pt>
                <c:pt idx="5723">
                  <c:v>-7360642</c:v>
                </c:pt>
                <c:pt idx="5724">
                  <c:v>-7359893</c:v>
                </c:pt>
                <c:pt idx="5725">
                  <c:v>-7351139</c:v>
                </c:pt>
                <c:pt idx="5726">
                  <c:v>-7370441</c:v>
                </c:pt>
                <c:pt idx="5727">
                  <c:v>-7274260</c:v>
                </c:pt>
                <c:pt idx="5728">
                  <c:v>-7349653</c:v>
                </c:pt>
                <c:pt idx="5729">
                  <c:v>-7328679</c:v>
                </c:pt>
                <c:pt idx="5730">
                  <c:v>-7355893</c:v>
                </c:pt>
                <c:pt idx="5731">
                  <c:v>-7369567</c:v>
                </c:pt>
                <c:pt idx="5732">
                  <c:v>-7363642</c:v>
                </c:pt>
                <c:pt idx="5733">
                  <c:v>-7363604</c:v>
                </c:pt>
                <c:pt idx="5734">
                  <c:v>-7365714</c:v>
                </c:pt>
                <c:pt idx="5735">
                  <c:v>-7369868</c:v>
                </c:pt>
                <c:pt idx="5736">
                  <c:v>-7364897</c:v>
                </c:pt>
                <c:pt idx="5737">
                  <c:v>-7364594</c:v>
                </c:pt>
                <c:pt idx="5738">
                  <c:v>-7339438</c:v>
                </c:pt>
                <c:pt idx="5739">
                  <c:v>-7263336</c:v>
                </c:pt>
                <c:pt idx="5740">
                  <c:v>-7362673</c:v>
                </c:pt>
                <c:pt idx="5741">
                  <c:v>-7365499</c:v>
                </c:pt>
                <c:pt idx="5742">
                  <c:v>-7367373</c:v>
                </c:pt>
                <c:pt idx="5743">
                  <c:v>-7358273</c:v>
                </c:pt>
                <c:pt idx="5744">
                  <c:v>-7365148</c:v>
                </c:pt>
                <c:pt idx="5745">
                  <c:v>-7336891</c:v>
                </c:pt>
                <c:pt idx="5746">
                  <c:v>-7365844</c:v>
                </c:pt>
                <c:pt idx="5747">
                  <c:v>-7365627</c:v>
                </c:pt>
                <c:pt idx="5748">
                  <c:v>-7368634</c:v>
                </c:pt>
                <c:pt idx="5749">
                  <c:v>-7362505</c:v>
                </c:pt>
                <c:pt idx="5750">
                  <c:v>-7371602</c:v>
                </c:pt>
                <c:pt idx="5751">
                  <c:v>-7378325</c:v>
                </c:pt>
                <c:pt idx="5752">
                  <c:v>-7335647</c:v>
                </c:pt>
                <c:pt idx="5753">
                  <c:v>-7364127</c:v>
                </c:pt>
                <c:pt idx="5754">
                  <c:v>-7362183</c:v>
                </c:pt>
                <c:pt idx="5755">
                  <c:v>-7369605</c:v>
                </c:pt>
                <c:pt idx="5756">
                  <c:v>-7378114</c:v>
                </c:pt>
                <c:pt idx="5757">
                  <c:v>-7349723</c:v>
                </c:pt>
                <c:pt idx="5758">
                  <c:v>-7365024</c:v>
                </c:pt>
                <c:pt idx="5759">
                  <c:v>-7361355</c:v>
                </c:pt>
                <c:pt idx="5760">
                  <c:v>-7321906</c:v>
                </c:pt>
                <c:pt idx="5761">
                  <c:v>-7362201</c:v>
                </c:pt>
                <c:pt idx="5762">
                  <c:v>-7381676</c:v>
                </c:pt>
                <c:pt idx="5763">
                  <c:v>-7343076</c:v>
                </c:pt>
                <c:pt idx="5764">
                  <c:v>-7368554</c:v>
                </c:pt>
                <c:pt idx="5765">
                  <c:v>-7366864</c:v>
                </c:pt>
                <c:pt idx="5766">
                  <c:v>-7384322</c:v>
                </c:pt>
                <c:pt idx="5767">
                  <c:v>-7367264</c:v>
                </c:pt>
                <c:pt idx="5768">
                  <c:v>-7367105</c:v>
                </c:pt>
                <c:pt idx="5769">
                  <c:v>-7368155</c:v>
                </c:pt>
                <c:pt idx="5770">
                  <c:v>-7375212</c:v>
                </c:pt>
                <c:pt idx="5771">
                  <c:v>-7357015</c:v>
                </c:pt>
                <c:pt idx="5772">
                  <c:v>-7363121</c:v>
                </c:pt>
                <c:pt idx="5773">
                  <c:v>-7364307</c:v>
                </c:pt>
                <c:pt idx="5774">
                  <c:v>-7360838</c:v>
                </c:pt>
                <c:pt idx="5775">
                  <c:v>-7373275</c:v>
                </c:pt>
                <c:pt idx="5776">
                  <c:v>-7365188</c:v>
                </c:pt>
                <c:pt idx="5777">
                  <c:v>-7359338</c:v>
                </c:pt>
                <c:pt idx="5778">
                  <c:v>-7365181</c:v>
                </c:pt>
                <c:pt idx="5779">
                  <c:v>-7351330</c:v>
                </c:pt>
                <c:pt idx="5780">
                  <c:v>-7253346</c:v>
                </c:pt>
                <c:pt idx="5781">
                  <c:v>-7365726</c:v>
                </c:pt>
                <c:pt idx="5782">
                  <c:v>-7255673</c:v>
                </c:pt>
                <c:pt idx="5783">
                  <c:v>-7351341</c:v>
                </c:pt>
                <c:pt idx="5784">
                  <c:v>-7363121</c:v>
                </c:pt>
                <c:pt idx="5785">
                  <c:v>-7361669</c:v>
                </c:pt>
                <c:pt idx="5786">
                  <c:v>-7372197</c:v>
                </c:pt>
                <c:pt idx="5787">
                  <c:v>-7363819</c:v>
                </c:pt>
                <c:pt idx="5788">
                  <c:v>-7366864</c:v>
                </c:pt>
                <c:pt idx="5789">
                  <c:v>-7364746</c:v>
                </c:pt>
                <c:pt idx="5790">
                  <c:v>-7255665</c:v>
                </c:pt>
                <c:pt idx="5791">
                  <c:v>-7221424</c:v>
                </c:pt>
                <c:pt idx="5792">
                  <c:v>-7378165</c:v>
                </c:pt>
                <c:pt idx="5793">
                  <c:v>-7339710</c:v>
                </c:pt>
                <c:pt idx="5794">
                  <c:v>-7363390</c:v>
                </c:pt>
                <c:pt idx="5795">
                  <c:v>-7368634</c:v>
                </c:pt>
                <c:pt idx="5796">
                  <c:v>-7358319</c:v>
                </c:pt>
                <c:pt idx="5797">
                  <c:v>-7364945</c:v>
                </c:pt>
                <c:pt idx="5798">
                  <c:v>-7339475</c:v>
                </c:pt>
                <c:pt idx="5799">
                  <c:v>-7332014</c:v>
                </c:pt>
                <c:pt idx="5800">
                  <c:v>-7359813</c:v>
                </c:pt>
                <c:pt idx="5801">
                  <c:v>-7331982</c:v>
                </c:pt>
                <c:pt idx="5802">
                  <c:v>-7365148</c:v>
                </c:pt>
                <c:pt idx="5803">
                  <c:v>-7365188</c:v>
                </c:pt>
                <c:pt idx="5804">
                  <c:v>-7253037</c:v>
                </c:pt>
                <c:pt idx="5805">
                  <c:v>-7250897</c:v>
                </c:pt>
                <c:pt idx="5806">
                  <c:v>-7366938</c:v>
                </c:pt>
                <c:pt idx="5807">
                  <c:v>-7378165</c:v>
                </c:pt>
                <c:pt idx="5808">
                  <c:v>-7363604</c:v>
                </c:pt>
                <c:pt idx="5809">
                  <c:v>-7364782</c:v>
                </c:pt>
                <c:pt idx="5810">
                  <c:v>-7368228</c:v>
                </c:pt>
                <c:pt idx="5811">
                  <c:v>-7364782</c:v>
                </c:pt>
                <c:pt idx="5812">
                  <c:v>-7378633</c:v>
                </c:pt>
                <c:pt idx="5813">
                  <c:v>-7361491</c:v>
                </c:pt>
                <c:pt idx="5814">
                  <c:v>-7369675</c:v>
                </c:pt>
                <c:pt idx="5815">
                  <c:v>-7360235</c:v>
                </c:pt>
                <c:pt idx="5816">
                  <c:v>-7255400</c:v>
                </c:pt>
                <c:pt idx="5817">
                  <c:v>-7382357</c:v>
                </c:pt>
                <c:pt idx="5818">
                  <c:v>-7255804</c:v>
                </c:pt>
                <c:pt idx="5819">
                  <c:v>-7361383</c:v>
                </c:pt>
                <c:pt idx="5820">
                  <c:v>-7328538</c:v>
                </c:pt>
                <c:pt idx="5821">
                  <c:v>-7360706</c:v>
                </c:pt>
                <c:pt idx="5822">
                  <c:v>-7368305</c:v>
                </c:pt>
                <c:pt idx="5823">
                  <c:v>-7362505</c:v>
                </c:pt>
                <c:pt idx="5824">
                  <c:v>-7369831</c:v>
                </c:pt>
                <c:pt idx="5825">
                  <c:v>-7352542</c:v>
                </c:pt>
                <c:pt idx="5826">
                  <c:v>-7360456</c:v>
                </c:pt>
                <c:pt idx="5827">
                  <c:v>-7367216</c:v>
                </c:pt>
                <c:pt idx="5828">
                  <c:v>-7368585</c:v>
                </c:pt>
                <c:pt idx="5829">
                  <c:v>-7362183</c:v>
                </c:pt>
                <c:pt idx="5830">
                  <c:v>-7369499</c:v>
                </c:pt>
                <c:pt idx="5831">
                  <c:v>-7361491</c:v>
                </c:pt>
                <c:pt idx="5832">
                  <c:v>-7369567</c:v>
                </c:pt>
                <c:pt idx="5833">
                  <c:v>-7363350</c:v>
                </c:pt>
                <c:pt idx="5834">
                  <c:v>-7368022</c:v>
                </c:pt>
                <c:pt idx="5835">
                  <c:v>-7357946</c:v>
                </c:pt>
                <c:pt idx="5836">
                  <c:v>-7367069</c:v>
                </c:pt>
                <c:pt idx="5837">
                  <c:v>-7378325</c:v>
                </c:pt>
                <c:pt idx="5838">
                  <c:v>-7372260</c:v>
                </c:pt>
                <c:pt idx="5839">
                  <c:v>-7360456</c:v>
                </c:pt>
                <c:pt idx="5840">
                  <c:v>-7352089</c:v>
                </c:pt>
                <c:pt idx="5841">
                  <c:v>-7336718</c:v>
                </c:pt>
                <c:pt idx="5842">
                  <c:v>-7384414</c:v>
                </c:pt>
                <c:pt idx="5843">
                  <c:v>-7369868</c:v>
                </c:pt>
                <c:pt idx="5844">
                  <c:v>-7379980</c:v>
                </c:pt>
                <c:pt idx="5845">
                  <c:v>-7353765</c:v>
                </c:pt>
                <c:pt idx="5846">
                  <c:v>-7364855</c:v>
                </c:pt>
                <c:pt idx="5847">
                  <c:v>-7378443</c:v>
                </c:pt>
                <c:pt idx="5848">
                  <c:v>-7378474</c:v>
                </c:pt>
                <c:pt idx="5849">
                  <c:v>-7358791</c:v>
                </c:pt>
                <c:pt idx="5850">
                  <c:v>-7364618</c:v>
                </c:pt>
                <c:pt idx="5851">
                  <c:v>-7359681</c:v>
                </c:pt>
                <c:pt idx="5852">
                  <c:v>-7373931</c:v>
                </c:pt>
                <c:pt idx="5853">
                  <c:v>-7339457</c:v>
                </c:pt>
                <c:pt idx="5854">
                  <c:v>-7364514</c:v>
                </c:pt>
                <c:pt idx="5855">
                  <c:v>-7363928</c:v>
                </c:pt>
                <c:pt idx="5856">
                  <c:v>-7376558</c:v>
                </c:pt>
                <c:pt idx="5857">
                  <c:v>-7273110</c:v>
                </c:pt>
                <c:pt idx="5858">
                  <c:v>-7441149</c:v>
                </c:pt>
                <c:pt idx="5859">
                  <c:v>-7589966</c:v>
                </c:pt>
                <c:pt idx="5860">
                  <c:v>-7391806</c:v>
                </c:pt>
                <c:pt idx="5861">
                  <c:v>-7639610</c:v>
                </c:pt>
                <c:pt idx="5862">
                  <c:v>-7640793</c:v>
                </c:pt>
                <c:pt idx="5863">
                  <c:v>-7413952</c:v>
                </c:pt>
                <c:pt idx="5864">
                  <c:v>-7641656</c:v>
                </c:pt>
                <c:pt idx="5865">
                  <c:v>-7451805</c:v>
                </c:pt>
                <c:pt idx="5866">
                  <c:v>-7637820</c:v>
                </c:pt>
                <c:pt idx="5867">
                  <c:v>-7428439</c:v>
                </c:pt>
                <c:pt idx="5868">
                  <c:v>-7396827</c:v>
                </c:pt>
                <c:pt idx="5869">
                  <c:v>-7444689</c:v>
                </c:pt>
                <c:pt idx="5870">
                  <c:v>-7420290</c:v>
                </c:pt>
                <c:pt idx="5871">
                  <c:v>-7562866</c:v>
                </c:pt>
                <c:pt idx="5872">
                  <c:v>-7457743</c:v>
                </c:pt>
                <c:pt idx="5873">
                  <c:v>-7681552</c:v>
                </c:pt>
                <c:pt idx="5874">
                  <c:v>-7486903</c:v>
                </c:pt>
                <c:pt idx="5875">
                  <c:v>-7449987</c:v>
                </c:pt>
                <c:pt idx="5876">
                  <c:v>-7468205</c:v>
                </c:pt>
                <c:pt idx="5877">
                  <c:v>-7472844</c:v>
                </c:pt>
                <c:pt idx="5878">
                  <c:v>-7450223</c:v>
                </c:pt>
                <c:pt idx="5879">
                  <c:v>-7487801</c:v>
                </c:pt>
                <c:pt idx="5880">
                  <c:v>-7454047</c:v>
                </c:pt>
                <c:pt idx="5881">
                  <c:v>-7493476</c:v>
                </c:pt>
                <c:pt idx="5882">
                  <c:v>-7455658</c:v>
                </c:pt>
                <c:pt idx="5883">
                  <c:v>-7563123</c:v>
                </c:pt>
                <c:pt idx="5884">
                  <c:v>-7462121</c:v>
                </c:pt>
                <c:pt idx="5885">
                  <c:v>-7507040</c:v>
                </c:pt>
                <c:pt idx="5886">
                  <c:v>-7396364</c:v>
                </c:pt>
                <c:pt idx="5887">
                  <c:v>-7501013</c:v>
                </c:pt>
                <c:pt idx="5888">
                  <c:v>-7541890</c:v>
                </c:pt>
                <c:pt idx="5889">
                  <c:v>-7412186</c:v>
                </c:pt>
                <c:pt idx="5890">
                  <c:v>-7637318</c:v>
                </c:pt>
                <c:pt idx="5891">
                  <c:v>-7474464</c:v>
                </c:pt>
                <c:pt idx="5892">
                  <c:v>-7530443</c:v>
                </c:pt>
                <c:pt idx="5893">
                  <c:v>-7472222</c:v>
                </c:pt>
                <c:pt idx="5894">
                  <c:v>-7503556</c:v>
                </c:pt>
                <c:pt idx="5895">
                  <c:v>-7465106</c:v>
                </c:pt>
                <c:pt idx="5896">
                  <c:v>-7569600</c:v>
                </c:pt>
                <c:pt idx="5897">
                  <c:v>-7547108</c:v>
                </c:pt>
                <c:pt idx="5898">
                  <c:v>-7505595</c:v>
                </c:pt>
                <c:pt idx="5899">
                  <c:v>-7477335</c:v>
                </c:pt>
                <c:pt idx="5900">
                  <c:v>-7518912</c:v>
                </c:pt>
                <c:pt idx="5901">
                  <c:v>-7394930</c:v>
                </c:pt>
                <c:pt idx="5902">
                  <c:v>-7512472</c:v>
                </c:pt>
                <c:pt idx="5903">
                  <c:v>-7370179</c:v>
                </c:pt>
                <c:pt idx="5904">
                  <c:v>-7410551</c:v>
                </c:pt>
                <c:pt idx="5905">
                  <c:v>-7453084</c:v>
                </c:pt>
                <c:pt idx="5906">
                  <c:v>-7432617</c:v>
                </c:pt>
                <c:pt idx="5907">
                  <c:v>-7505850</c:v>
                </c:pt>
                <c:pt idx="5908">
                  <c:v>-7486062</c:v>
                </c:pt>
                <c:pt idx="5909">
                  <c:v>-7518694</c:v>
                </c:pt>
                <c:pt idx="5910">
                  <c:v>-7530404</c:v>
                </c:pt>
                <c:pt idx="5911">
                  <c:v>-7508738</c:v>
                </c:pt>
                <c:pt idx="5912">
                  <c:v>-7442974</c:v>
                </c:pt>
                <c:pt idx="5913">
                  <c:v>-7527182</c:v>
                </c:pt>
                <c:pt idx="5914">
                  <c:v>-7449575</c:v>
                </c:pt>
                <c:pt idx="5915">
                  <c:v>-7398955</c:v>
                </c:pt>
                <c:pt idx="5916">
                  <c:v>-7531436</c:v>
                </c:pt>
                <c:pt idx="5917">
                  <c:v>-7504180</c:v>
                </c:pt>
                <c:pt idx="5918">
                  <c:v>-7490791</c:v>
                </c:pt>
                <c:pt idx="5919">
                  <c:v>-7410945</c:v>
                </c:pt>
                <c:pt idx="5920">
                  <c:v>-7461558</c:v>
                </c:pt>
                <c:pt idx="5921">
                  <c:v>-7481389</c:v>
                </c:pt>
                <c:pt idx="5922">
                  <c:v>-7454820</c:v>
                </c:pt>
                <c:pt idx="5923">
                  <c:v>-7498313</c:v>
                </c:pt>
                <c:pt idx="5924">
                  <c:v>-7436339</c:v>
                </c:pt>
                <c:pt idx="5925">
                  <c:v>-7464528</c:v>
                </c:pt>
                <c:pt idx="5926">
                  <c:v>-7504480</c:v>
                </c:pt>
                <c:pt idx="5927">
                  <c:v>-7508148</c:v>
                </c:pt>
                <c:pt idx="5928">
                  <c:v>-7649823</c:v>
                </c:pt>
                <c:pt idx="5929">
                  <c:v>-7431185</c:v>
                </c:pt>
                <c:pt idx="5930">
                  <c:v>-7459437</c:v>
                </c:pt>
                <c:pt idx="5931">
                  <c:v>-7368112</c:v>
                </c:pt>
                <c:pt idx="5932">
                  <c:v>-7587731</c:v>
                </c:pt>
                <c:pt idx="5933">
                  <c:v>-7462020</c:v>
                </c:pt>
                <c:pt idx="5934">
                  <c:v>-7444608</c:v>
                </c:pt>
                <c:pt idx="5935">
                  <c:v>-7398224</c:v>
                </c:pt>
                <c:pt idx="5936">
                  <c:v>-7474093</c:v>
                </c:pt>
                <c:pt idx="5937">
                  <c:v>-7409243</c:v>
                </c:pt>
                <c:pt idx="5938">
                  <c:v>-7599960</c:v>
                </c:pt>
                <c:pt idx="5939">
                  <c:v>-7592442</c:v>
                </c:pt>
                <c:pt idx="5940">
                  <c:v>-7472655</c:v>
                </c:pt>
                <c:pt idx="5941">
                  <c:v>-7403154</c:v>
                </c:pt>
                <c:pt idx="5942">
                  <c:v>-7581791</c:v>
                </c:pt>
                <c:pt idx="5943">
                  <c:v>-7673972</c:v>
                </c:pt>
                <c:pt idx="5944">
                  <c:v>-7525121</c:v>
                </c:pt>
                <c:pt idx="5945">
                  <c:v>-7467130</c:v>
                </c:pt>
                <c:pt idx="5946">
                  <c:v>-7445059</c:v>
                </c:pt>
                <c:pt idx="5947">
                  <c:v>-7426134</c:v>
                </c:pt>
                <c:pt idx="5948">
                  <c:v>-7416953</c:v>
                </c:pt>
                <c:pt idx="5949">
                  <c:v>-7542640</c:v>
                </c:pt>
                <c:pt idx="5950">
                  <c:v>-7458881</c:v>
                </c:pt>
                <c:pt idx="5951">
                  <c:v>-7443601</c:v>
                </c:pt>
                <c:pt idx="5952">
                  <c:v>-7457651</c:v>
                </c:pt>
                <c:pt idx="5953">
                  <c:v>-7539140</c:v>
                </c:pt>
                <c:pt idx="5954">
                  <c:v>-7396645</c:v>
                </c:pt>
                <c:pt idx="5955">
                  <c:v>-7533746</c:v>
                </c:pt>
                <c:pt idx="5956">
                  <c:v>-7526161</c:v>
                </c:pt>
                <c:pt idx="5957">
                  <c:v>-7486530</c:v>
                </c:pt>
                <c:pt idx="5958">
                  <c:v>-7441272</c:v>
                </c:pt>
                <c:pt idx="5959">
                  <c:v>-7443442</c:v>
                </c:pt>
                <c:pt idx="5960">
                  <c:v>-7561912</c:v>
                </c:pt>
                <c:pt idx="5961">
                  <c:v>-7556391</c:v>
                </c:pt>
                <c:pt idx="5962">
                  <c:v>-7490619</c:v>
                </c:pt>
                <c:pt idx="5963">
                  <c:v>-7513128</c:v>
                </c:pt>
                <c:pt idx="5964">
                  <c:v>-7437132</c:v>
                </c:pt>
                <c:pt idx="5965">
                  <c:v>-7454423</c:v>
                </c:pt>
                <c:pt idx="5966">
                  <c:v>-7521898</c:v>
                </c:pt>
                <c:pt idx="5967">
                  <c:v>-7443616</c:v>
                </c:pt>
                <c:pt idx="5968">
                  <c:v>-7663082</c:v>
                </c:pt>
                <c:pt idx="5969">
                  <c:v>-7565782</c:v>
                </c:pt>
                <c:pt idx="5970">
                  <c:v>-7386779</c:v>
                </c:pt>
                <c:pt idx="5971">
                  <c:v>-7431482</c:v>
                </c:pt>
                <c:pt idx="5972">
                  <c:v>-7412256</c:v>
                </c:pt>
                <c:pt idx="5973">
                  <c:v>-7449986</c:v>
                </c:pt>
                <c:pt idx="5974">
                  <c:v>-7469832</c:v>
                </c:pt>
                <c:pt idx="5975">
                  <c:v>-7402054</c:v>
                </c:pt>
                <c:pt idx="5976">
                  <c:v>-7543475</c:v>
                </c:pt>
                <c:pt idx="5977">
                  <c:v>-7499224</c:v>
                </c:pt>
                <c:pt idx="5978">
                  <c:v>-7489927</c:v>
                </c:pt>
                <c:pt idx="5979">
                  <c:v>-7581523</c:v>
                </c:pt>
                <c:pt idx="5980">
                  <c:v>-7391206</c:v>
                </c:pt>
                <c:pt idx="5981">
                  <c:v>-7524378</c:v>
                </c:pt>
                <c:pt idx="5982">
                  <c:v>-7551708</c:v>
                </c:pt>
                <c:pt idx="5983">
                  <c:v>-7454057</c:v>
                </c:pt>
                <c:pt idx="5984">
                  <c:v>-7435286</c:v>
                </c:pt>
                <c:pt idx="5985">
                  <c:v>-7448922</c:v>
                </c:pt>
                <c:pt idx="5986">
                  <c:v>-7446863</c:v>
                </c:pt>
                <c:pt idx="5987">
                  <c:v>-7453659</c:v>
                </c:pt>
                <c:pt idx="5988">
                  <c:v>-7560143</c:v>
                </c:pt>
                <c:pt idx="5989">
                  <c:v>-7567525</c:v>
                </c:pt>
                <c:pt idx="5990">
                  <c:v>-7647596</c:v>
                </c:pt>
                <c:pt idx="5991">
                  <c:v>-7474751</c:v>
                </c:pt>
                <c:pt idx="5992">
                  <c:v>-7430923</c:v>
                </c:pt>
                <c:pt idx="5993">
                  <c:v>-7513728</c:v>
                </c:pt>
                <c:pt idx="5994">
                  <c:v>-7367001</c:v>
                </c:pt>
                <c:pt idx="5995">
                  <c:v>-7435113</c:v>
                </c:pt>
                <c:pt idx="5996">
                  <c:v>-7498695</c:v>
                </c:pt>
                <c:pt idx="5997">
                  <c:v>-7458362</c:v>
                </c:pt>
                <c:pt idx="5998">
                  <c:v>-7488047</c:v>
                </c:pt>
                <c:pt idx="5999">
                  <c:v>-7456414</c:v>
                </c:pt>
                <c:pt idx="6000">
                  <c:v>-7500402</c:v>
                </c:pt>
                <c:pt idx="6001">
                  <c:v>-7536391</c:v>
                </c:pt>
                <c:pt idx="6002">
                  <c:v>-7599663</c:v>
                </c:pt>
                <c:pt idx="6003">
                  <c:v>-7562042</c:v>
                </c:pt>
                <c:pt idx="6004">
                  <c:v>-7453792</c:v>
                </c:pt>
                <c:pt idx="6005">
                  <c:v>-7368553</c:v>
                </c:pt>
                <c:pt idx="6006">
                  <c:v>-7460994</c:v>
                </c:pt>
                <c:pt idx="6007">
                  <c:v>-7594748</c:v>
                </c:pt>
                <c:pt idx="6008">
                  <c:v>-7476176</c:v>
                </c:pt>
                <c:pt idx="6009">
                  <c:v>-7420677</c:v>
                </c:pt>
                <c:pt idx="6010">
                  <c:v>-7438134</c:v>
                </c:pt>
                <c:pt idx="6011">
                  <c:v>-7457797</c:v>
                </c:pt>
                <c:pt idx="6012">
                  <c:v>-7513500</c:v>
                </c:pt>
                <c:pt idx="6013">
                  <c:v>-7430924</c:v>
                </c:pt>
                <c:pt idx="6014">
                  <c:v>-7479998</c:v>
                </c:pt>
                <c:pt idx="6015">
                  <c:v>-7494941</c:v>
                </c:pt>
                <c:pt idx="6016">
                  <c:v>-7616969</c:v>
                </c:pt>
                <c:pt idx="6017">
                  <c:v>-7392262</c:v>
                </c:pt>
                <c:pt idx="6018">
                  <c:v>-7571991</c:v>
                </c:pt>
                <c:pt idx="6019">
                  <c:v>-7619090</c:v>
                </c:pt>
                <c:pt idx="6020">
                  <c:v>-7460452</c:v>
                </c:pt>
                <c:pt idx="6021">
                  <c:v>-7598937</c:v>
                </c:pt>
                <c:pt idx="6022">
                  <c:v>-7474819</c:v>
                </c:pt>
                <c:pt idx="6023">
                  <c:v>-7460092</c:v>
                </c:pt>
                <c:pt idx="6024">
                  <c:v>-7457792</c:v>
                </c:pt>
                <c:pt idx="6025">
                  <c:v>-7513943</c:v>
                </c:pt>
                <c:pt idx="6026">
                  <c:v>-7462871</c:v>
                </c:pt>
                <c:pt idx="6027">
                  <c:v>-7581843</c:v>
                </c:pt>
                <c:pt idx="6028">
                  <c:v>-7492770</c:v>
                </c:pt>
                <c:pt idx="6029">
                  <c:v>-7599011</c:v>
                </c:pt>
                <c:pt idx="6030">
                  <c:v>-7608091</c:v>
                </c:pt>
                <c:pt idx="6031">
                  <c:v>-7466523</c:v>
                </c:pt>
                <c:pt idx="6032">
                  <c:v>-7626929</c:v>
                </c:pt>
                <c:pt idx="6033">
                  <c:v>-7612158</c:v>
                </c:pt>
                <c:pt idx="6034">
                  <c:v>-7473521</c:v>
                </c:pt>
                <c:pt idx="6035">
                  <c:v>-7391412</c:v>
                </c:pt>
                <c:pt idx="6036">
                  <c:v>-7427259</c:v>
                </c:pt>
                <c:pt idx="6037">
                  <c:v>-7533619</c:v>
                </c:pt>
                <c:pt idx="6038">
                  <c:v>-7617790</c:v>
                </c:pt>
                <c:pt idx="6039">
                  <c:v>-7472825</c:v>
                </c:pt>
                <c:pt idx="6040">
                  <c:v>-7547545</c:v>
                </c:pt>
                <c:pt idx="6041">
                  <c:v>-7424704</c:v>
                </c:pt>
                <c:pt idx="6042">
                  <c:v>-7523701</c:v>
                </c:pt>
                <c:pt idx="6043">
                  <c:v>-7432528</c:v>
                </c:pt>
                <c:pt idx="6044">
                  <c:v>-7423640</c:v>
                </c:pt>
                <c:pt idx="6045">
                  <c:v>-7474427</c:v>
                </c:pt>
                <c:pt idx="6046">
                  <c:v>-7394516</c:v>
                </c:pt>
                <c:pt idx="6047">
                  <c:v>-7645750</c:v>
                </c:pt>
                <c:pt idx="6048">
                  <c:v>-7482071</c:v>
                </c:pt>
                <c:pt idx="6049">
                  <c:v>-7458357</c:v>
                </c:pt>
                <c:pt idx="6050">
                  <c:v>-7627644</c:v>
                </c:pt>
                <c:pt idx="6051">
                  <c:v>-7494585</c:v>
                </c:pt>
                <c:pt idx="6052">
                  <c:v>-7457945</c:v>
                </c:pt>
                <c:pt idx="6053">
                  <c:v>-7393206</c:v>
                </c:pt>
                <c:pt idx="6054">
                  <c:v>-7497928</c:v>
                </c:pt>
                <c:pt idx="6055">
                  <c:v>-7419092</c:v>
                </c:pt>
                <c:pt idx="6056">
                  <c:v>-7450659</c:v>
                </c:pt>
                <c:pt idx="6057">
                  <c:v>-7554993</c:v>
                </c:pt>
                <c:pt idx="6058">
                  <c:v>-7678172</c:v>
                </c:pt>
                <c:pt idx="6059">
                  <c:v>-7426508</c:v>
                </c:pt>
                <c:pt idx="6060">
                  <c:v>-7391944</c:v>
                </c:pt>
                <c:pt idx="6061">
                  <c:v>-7605252</c:v>
                </c:pt>
                <c:pt idx="6062">
                  <c:v>-7503541</c:v>
                </c:pt>
                <c:pt idx="6063">
                  <c:v>-7487004</c:v>
                </c:pt>
                <c:pt idx="6064">
                  <c:v>-7483097</c:v>
                </c:pt>
                <c:pt idx="6065">
                  <c:v>-7527564</c:v>
                </c:pt>
                <c:pt idx="6066">
                  <c:v>-7432964</c:v>
                </c:pt>
                <c:pt idx="6067">
                  <c:v>-7481458</c:v>
                </c:pt>
                <c:pt idx="6068">
                  <c:v>-7463662</c:v>
                </c:pt>
                <c:pt idx="6069">
                  <c:v>-7397564</c:v>
                </c:pt>
                <c:pt idx="6070">
                  <c:v>-7615656</c:v>
                </c:pt>
                <c:pt idx="6071">
                  <c:v>-7621682</c:v>
                </c:pt>
                <c:pt idx="6072">
                  <c:v>-7496505</c:v>
                </c:pt>
                <c:pt idx="6073">
                  <c:v>-7606656</c:v>
                </c:pt>
                <c:pt idx="6074">
                  <c:v>-7486915</c:v>
                </c:pt>
                <c:pt idx="6075">
                  <c:v>-7451144</c:v>
                </c:pt>
                <c:pt idx="6076">
                  <c:v>-7445707</c:v>
                </c:pt>
                <c:pt idx="6077">
                  <c:v>-7469203</c:v>
                </c:pt>
                <c:pt idx="6078">
                  <c:v>-7555341</c:v>
                </c:pt>
                <c:pt idx="6079">
                  <c:v>-7524604</c:v>
                </c:pt>
                <c:pt idx="6080">
                  <c:v>-7513829</c:v>
                </c:pt>
                <c:pt idx="6081">
                  <c:v>-7439071</c:v>
                </c:pt>
                <c:pt idx="6082">
                  <c:v>-7542720</c:v>
                </c:pt>
                <c:pt idx="6083">
                  <c:v>-7553205</c:v>
                </c:pt>
                <c:pt idx="6084">
                  <c:v>-7588646</c:v>
                </c:pt>
                <c:pt idx="6085">
                  <c:v>-7528571</c:v>
                </c:pt>
                <c:pt idx="6086">
                  <c:v>-7558544</c:v>
                </c:pt>
                <c:pt idx="6087">
                  <c:v>-7444222</c:v>
                </c:pt>
                <c:pt idx="6088">
                  <c:v>-7365052</c:v>
                </c:pt>
                <c:pt idx="6089">
                  <c:v>-7390497</c:v>
                </c:pt>
                <c:pt idx="6090">
                  <c:v>-7438349</c:v>
                </c:pt>
                <c:pt idx="6091">
                  <c:v>-7470282</c:v>
                </c:pt>
                <c:pt idx="6092">
                  <c:v>-7638001</c:v>
                </c:pt>
                <c:pt idx="6093">
                  <c:v>-7453785</c:v>
                </c:pt>
                <c:pt idx="6094">
                  <c:v>-7593006</c:v>
                </c:pt>
                <c:pt idx="6095">
                  <c:v>-7606459</c:v>
                </c:pt>
                <c:pt idx="6096">
                  <c:v>-7463156</c:v>
                </c:pt>
                <c:pt idx="6097">
                  <c:v>-7442911</c:v>
                </c:pt>
                <c:pt idx="6098">
                  <c:v>-7534153</c:v>
                </c:pt>
                <c:pt idx="6099">
                  <c:v>-7513420</c:v>
                </c:pt>
                <c:pt idx="6100">
                  <c:v>-7635436</c:v>
                </c:pt>
                <c:pt idx="6101">
                  <c:v>-7453389</c:v>
                </c:pt>
                <c:pt idx="6102">
                  <c:v>-7497582</c:v>
                </c:pt>
                <c:pt idx="6103">
                  <c:v>-7443121</c:v>
                </c:pt>
                <c:pt idx="6104">
                  <c:v>-7479238</c:v>
                </c:pt>
                <c:pt idx="6105">
                  <c:v>-7490817</c:v>
                </c:pt>
                <c:pt idx="6106">
                  <c:v>-7422697</c:v>
                </c:pt>
                <c:pt idx="6107">
                  <c:v>-7439108</c:v>
                </c:pt>
                <c:pt idx="6108">
                  <c:v>-7416791</c:v>
                </c:pt>
                <c:pt idx="6109">
                  <c:v>-7454495</c:v>
                </c:pt>
                <c:pt idx="6110">
                  <c:v>-7391749</c:v>
                </c:pt>
                <c:pt idx="6111">
                  <c:v>-7569466</c:v>
                </c:pt>
                <c:pt idx="6112">
                  <c:v>-7443820</c:v>
                </c:pt>
                <c:pt idx="6113">
                  <c:v>-7430293</c:v>
                </c:pt>
                <c:pt idx="6114">
                  <c:v>-7539870</c:v>
                </c:pt>
                <c:pt idx="6115">
                  <c:v>-7542369</c:v>
                </c:pt>
                <c:pt idx="6116">
                  <c:v>-7414458</c:v>
                </c:pt>
                <c:pt idx="6117">
                  <c:v>-7534507</c:v>
                </c:pt>
                <c:pt idx="6118">
                  <c:v>-7533293</c:v>
                </c:pt>
                <c:pt idx="6119">
                  <c:v>-7585925</c:v>
                </c:pt>
                <c:pt idx="6120">
                  <c:v>-7436533</c:v>
                </c:pt>
                <c:pt idx="6121">
                  <c:v>-7358603</c:v>
                </c:pt>
                <c:pt idx="6122">
                  <c:v>-7557955</c:v>
                </c:pt>
                <c:pt idx="6123">
                  <c:v>-7668900</c:v>
                </c:pt>
                <c:pt idx="6124">
                  <c:v>-7391415</c:v>
                </c:pt>
                <c:pt idx="6125">
                  <c:v>-7529197</c:v>
                </c:pt>
                <c:pt idx="6126">
                  <c:v>-7483740</c:v>
                </c:pt>
                <c:pt idx="6127">
                  <c:v>-7400365</c:v>
                </c:pt>
                <c:pt idx="6128">
                  <c:v>-7430698</c:v>
                </c:pt>
                <c:pt idx="6129">
                  <c:v>-7370757</c:v>
                </c:pt>
                <c:pt idx="6130">
                  <c:v>-7600697</c:v>
                </c:pt>
                <c:pt idx="6131">
                  <c:v>-7430441</c:v>
                </c:pt>
                <c:pt idx="6132">
                  <c:v>-7648963</c:v>
                </c:pt>
                <c:pt idx="6133">
                  <c:v>-7480520</c:v>
                </c:pt>
                <c:pt idx="6134">
                  <c:v>-7478378</c:v>
                </c:pt>
                <c:pt idx="6135">
                  <c:v>-7546712</c:v>
                </c:pt>
                <c:pt idx="6136">
                  <c:v>-7529630</c:v>
                </c:pt>
                <c:pt idx="6137">
                  <c:v>-7468951</c:v>
                </c:pt>
                <c:pt idx="6138">
                  <c:v>-7668565</c:v>
                </c:pt>
                <c:pt idx="6139">
                  <c:v>-7363787</c:v>
                </c:pt>
                <c:pt idx="6140">
                  <c:v>-7454129</c:v>
                </c:pt>
                <c:pt idx="6141">
                  <c:v>-7572193</c:v>
                </c:pt>
                <c:pt idx="6142">
                  <c:v>-7440950</c:v>
                </c:pt>
                <c:pt idx="6143">
                  <c:v>-7528878</c:v>
                </c:pt>
                <c:pt idx="6144">
                  <c:v>-7674909</c:v>
                </c:pt>
                <c:pt idx="6145">
                  <c:v>-7595750</c:v>
                </c:pt>
                <c:pt idx="6146">
                  <c:v>-7475311</c:v>
                </c:pt>
                <c:pt idx="6147">
                  <c:v>-7395026</c:v>
                </c:pt>
                <c:pt idx="6148">
                  <c:v>-7456318</c:v>
                </c:pt>
                <c:pt idx="6149">
                  <c:v>-7601519</c:v>
                </c:pt>
                <c:pt idx="6150">
                  <c:v>-7597890</c:v>
                </c:pt>
                <c:pt idx="6151">
                  <c:v>-7395089</c:v>
                </c:pt>
                <c:pt idx="6152">
                  <c:v>-7411281</c:v>
                </c:pt>
                <c:pt idx="6153">
                  <c:v>-7545687</c:v>
                </c:pt>
                <c:pt idx="6154">
                  <c:v>-7449638</c:v>
                </c:pt>
                <c:pt idx="6155">
                  <c:v>-7435141</c:v>
                </c:pt>
                <c:pt idx="6156">
                  <c:v>-7510707</c:v>
                </c:pt>
                <c:pt idx="6157">
                  <c:v>-7454239</c:v>
                </c:pt>
                <c:pt idx="6158">
                  <c:v>-7434188</c:v>
                </c:pt>
                <c:pt idx="6159">
                  <c:v>-7495972</c:v>
                </c:pt>
                <c:pt idx="6160">
                  <c:v>-7440096</c:v>
                </c:pt>
                <c:pt idx="6161">
                  <c:v>-7523911</c:v>
                </c:pt>
                <c:pt idx="6162">
                  <c:v>-7437636</c:v>
                </c:pt>
                <c:pt idx="6163">
                  <c:v>-7469616</c:v>
                </c:pt>
                <c:pt idx="6164">
                  <c:v>-7464878</c:v>
                </c:pt>
                <c:pt idx="6165">
                  <c:v>-7468190</c:v>
                </c:pt>
                <c:pt idx="6166">
                  <c:v>-7423056</c:v>
                </c:pt>
                <c:pt idx="6167">
                  <c:v>-7613035</c:v>
                </c:pt>
                <c:pt idx="6168">
                  <c:v>-7542866</c:v>
                </c:pt>
                <c:pt idx="6169">
                  <c:v>-7370179</c:v>
                </c:pt>
                <c:pt idx="6170">
                  <c:v>-7423219</c:v>
                </c:pt>
                <c:pt idx="6171">
                  <c:v>-7603952</c:v>
                </c:pt>
                <c:pt idx="6172">
                  <c:v>-7604729</c:v>
                </c:pt>
                <c:pt idx="6173">
                  <c:v>-7466068</c:v>
                </c:pt>
                <c:pt idx="6174">
                  <c:v>-7651052</c:v>
                </c:pt>
                <c:pt idx="6175">
                  <c:v>-7463985</c:v>
                </c:pt>
                <c:pt idx="6176">
                  <c:v>-7529468</c:v>
                </c:pt>
                <c:pt idx="6177">
                  <c:v>-7599092</c:v>
                </c:pt>
                <c:pt idx="6178">
                  <c:v>-7460561</c:v>
                </c:pt>
                <c:pt idx="6179">
                  <c:v>-7427521</c:v>
                </c:pt>
                <c:pt idx="6180">
                  <c:v>-7545655</c:v>
                </c:pt>
                <c:pt idx="6181">
                  <c:v>-7455694</c:v>
                </c:pt>
                <c:pt idx="6182">
                  <c:v>-7611243</c:v>
                </c:pt>
                <c:pt idx="6183">
                  <c:v>-7519500</c:v>
                </c:pt>
                <c:pt idx="6184">
                  <c:v>-7495453</c:v>
                </c:pt>
                <c:pt idx="6185">
                  <c:v>-7456525</c:v>
                </c:pt>
                <c:pt idx="6186">
                  <c:v>-7488621</c:v>
                </c:pt>
                <c:pt idx="6187">
                  <c:v>-7386030</c:v>
                </c:pt>
                <c:pt idx="6188">
                  <c:v>-7441109</c:v>
                </c:pt>
                <c:pt idx="6189">
                  <c:v>-7441986</c:v>
                </c:pt>
                <c:pt idx="6190">
                  <c:v>-7473241</c:v>
                </c:pt>
                <c:pt idx="6191">
                  <c:v>-7434539</c:v>
                </c:pt>
                <c:pt idx="6192">
                  <c:v>-7515704</c:v>
                </c:pt>
                <c:pt idx="6193">
                  <c:v>-7440815</c:v>
                </c:pt>
                <c:pt idx="6194">
                  <c:v>-7471320</c:v>
                </c:pt>
                <c:pt idx="6195">
                  <c:v>-7433035</c:v>
                </c:pt>
                <c:pt idx="6196">
                  <c:v>-7566835</c:v>
                </c:pt>
                <c:pt idx="6197">
                  <c:v>-7492721</c:v>
                </c:pt>
                <c:pt idx="6198">
                  <c:v>-7372729</c:v>
                </c:pt>
                <c:pt idx="6199">
                  <c:v>-7427630</c:v>
                </c:pt>
                <c:pt idx="6200">
                  <c:v>-7465676</c:v>
                </c:pt>
                <c:pt idx="6201">
                  <c:v>-7517708</c:v>
                </c:pt>
                <c:pt idx="6202">
                  <c:v>-7536805</c:v>
                </c:pt>
                <c:pt idx="6203">
                  <c:v>-7453957</c:v>
                </c:pt>
                <c:pt idx="6204">
                  <c:v>-7498285</c:v>
                </c:pt>
                <c:pt idx="6205">
                  <c:v>-7429476</c:v>
                </c:pt>
                <c:pt idx="6206">
                  <c:v>-7580342</c:v>
                </c:pt>
                <c:pt idx="6207">
                  <c:v>-7579711</c:v>
                </c:pt>
                <c:pt idx="6208">
                  <c:v>-7458601</c:v>
                </c:pt>
                <c:pt idx="6209">
                  <c:v>-7437672</c:v>
                </c:pt>
                <c:pt idx="6210">
                  <c:v>-7526317</c:v>
                </c:pt>
                <c:pt idx="6211">
                  <c:v>-7429965</c:v>
                </c:pt>
                <c:pt idx="6212">
                  <c:v>-7465268</c:v>
                </c:pt>
                <c:pt idx="6213">
                  <c:v>-7499843</c:v>
                </c:pt>
                <c:pt idx="6214">
                  <c:v>-7576011</c:v>
                </c:pt>
                <c:pt idx="6215">
                  <c:v>-7571349</c:v>
                </c:pt>
                <c:pt idx="6216">
                  <c:v>-7581195</c:v>
                </c:pt>
                <c:pt idx="6217">
                  <c:v>-7492476</c:v>
                </c:pt>
                <c:pt idx="6218">
                  <c:v>-7480377</c:v>
                </c:pt>
                <c:pt idx="6219">
                  <c:v>-7437405</c:v>
                </c:pt>
                <c:pt idx="6220">
                  <c:v>-7483666</c:v>
                </c:pt>
                <c:pt idx="6221">
                  <c:v>-7548096</c:v>
                </c:pt>
                <c:pt idx="6222">
                  <c:v>-7377487</c:v>
                </c:pt>
                <c:pt idx="6223">
                  <c:v>-7432527</c:v>
                </c:pt>
                <c:pt idx="6224">
                  <c:v>-7598186</c:v>
                </c:pt>
                <c:pt idx="6225">
                  <c:v>-7602818</c:v>
                </c:pt>
                <c:pt idx="6226">
                  <c:v>-7415151</c:v>
                </c:pt>
                <c:pt idx="6227">
                  <c:v>-7486812</c:v>
                </c:pt>
                <c:pt idx="6228">
                  <c:v>-7419063</c:v>
                </c:pt>
                <c:pt idx="6229">
                  <c:v>-7591251</c:v>
                </c:pt>
                <c:pt idx="6230">
                  <c:v>-7472976</c:v>
                </c:pt>
                <c:pt idx="6231">
                  <c:v>-7394710</c:v>
                </c:pt>
                <c:pt idx="6232">
                  <c:v>-7505943</c:v>
                </c:pt>
                <c:pt idx="6233">
                  <c:v>-7514900</c:v>
                </c:pt>
                <c:pt idx="6234">
                  <c:v>-7430105</c:v>
                </c:pt>
                <c:pt idx="6235">
                  <c:v>-7493249</c:v>
                </c:pt>
                <c:pt idx="6236">
                  <c:v>-7460879</c:v>
                </c:pt>
                <c:pt idx="6237">
                  <c:v>-7591090</c:v>
                </c:pt>
                <c:pt idx="6238">
                  <c:v>-7609182</c:v>
                </c:pt>
                <c:pt idx="6239">
                  <c:v>-7497076</c:v>
                </c:pt>
                <c:pt idx="6240">
                  <c:v>-7470973</c:v>
                </c:pt>
                <c:pt idx="6241">
                  <c:v>-7471795</c:v>
                </c:pt>
                <c:pt idx="6242">
                  <c:v>-7470722</c:v>
                </c:pt>
                <c:pt idx="6243">
                  <c:v>-7471076</c:v>
                </c:pt>
                <c:pt idx="6244">
                  <c:v>-7471027</c:v>
                </c:pt>
                <c:pt idx="6245">
                  <c:v>-7471151</c:v>
                </c:pt>
                <c:pt idx="6246">
                  <c:v>-7471021</c:v>
                </c:pt>
                <c:pt idx="6247">
                  <c:v>-7433690</c:v>
                </c:pt>
                <c:pt idx="6248">
                  <c:v>-7470726</c:v>
                </c:pt>
                <c:pt idx="6249">
                  <c:v>-7470072</c:v>
                </c:pt>
                <c:pt idx="6250">
                  <c:v>-7466607</c:v>
                </c:pt>
                <c:pt idx="6251">
                  <c:v>-7469632</c:v>
                </c:pt>
                <c:pt idx="6252">
                  <c:v>-7473242</c:v>
                </c:pt>
                <c:pt idx="6253">
                  <c:v>-7469315</c:v>
                </c:pt>
                <c:pt idx="6254">
                  <c:v>-7470576</c:v>
                </c:pt>
                <c:pt idx="6255">
                  <c:v>-7472778</c:v>
                </c:pt>
                <c:pt idx="6256">
                  <c:v>-7471162</c:v>
                </c:pt>
                <c:pt idx="6257">
                  <c:v>-7515605</c:v>
                </c:pt>
                <c:pt idx="6258">
                  <c:v>-7465022</c:v>
                </c:pt>
                <c:pt idx="6259">
                  <c:v>-7471082</c:v>
                </c:pt>
                <c:pt idx="6260">
                  <c:v>-7416716</c:v>
                </c:pt>
                <c:pt idx="6261">
                  <c:v>-7472778</c:v>
                </c:pt>
                <c:pt idx="6262">
                  <c:v>-7433391</c:v>
                </c:pt>
                <c:pt idx="6263">
                  <c:v>-7470072</c:v>
                </c:pt>
                <c:pt idx="6264">
                  <c:v>-7472231</c:v>
                </c:pt>
                <c:pt idx="6265">
                  <c:v>-7471344</c:v>
                </c:pt>
                <c:pt idx="6266">
                  <c:v>-7471697</c:v>
                </c:pt>
                <c:pt idx="6267">
                  <c:v>-7472180</c:v>
                </c:pt>
                <c:pt idx="6268">
                  <c:v>-7470937</c:v>
                </c:pt>
                <c:pt idx="6269">
                  <c:v>-7440487</c:v>
                </c:pt>
                <c:pt idx="6270">
                  <c:v>-7467348</c:v>
                </c:pt>
                <c:pt idx="6271">
                  <c:v>-7471773</c:v>
                </c:pt>
                <c:pt idx="6272">
                  <c:v>-7470932</c:v>
                </c:pt>
                <c:pt idx="6273">
                  <c:v>-7470529</c:v>
                </c:pt>
                <c:pt idx="6274">
                  <c:v>-7433243</c:v>
                </c:pt>
                <c:pt idx="6275">
                  <c:v>-7469375</c:v>
                </c:pt>
                <c:pt idx="6276">
                  <c:v>-7470713</c:v>
                </c:pt>
                <c:pt idx="6277">
                  <c:v>-7471464</c:v>
                </c:pt>
                <c:pt idx="6278">
                  <c:v>-7469808</c:v>
                </c:pt>
                <c:pt idx="6279">
                  <c:v>-7460732</c:v>
                </c:pt>
                <c:pt idx="6280">
                  <c:v>-7465122</c:v>
                </c:pt>
                <c:pt idx="6281">
                  <c:v>-7472548</c:v>
                </c:pt>
                <c:pt idx="6282">
                  <c:v>-7468947</c:v>
                </c:pt>
                <c:pt idx="6283">
                  <c:v>-7471008</c:v>
                </c:pt>
                <c:pt idx="6284">
                  <c:v>-7470529</c:v>
                </c:pt>
                <c:pt idx="6285">
                  <c:v>-7482891</c:v>
                </c:pt>
                <c:pt idx="6286">
                  <c:v>-7470113</c:v>
                </c:pt>
                <c:pt idx="6287">
                  <c:v>-7431827</c:v>
                </c:pt>
                <c:pt idx="6288">
                  <c:v>-7468974</c:v>
                </c:pt>
                <c:pt idx="6289">
                  <c:v>-7470366</c:v>
                </c:pt>
                <c:pt idx="6290">
                  <c:v>-7470897</c:v>
                </c:pt>
                <c:pt idx="6291">
                  <c:v>-7515154</c:v>
                </c:pt>
                <c:pt idx="6292">
                  <c:v>-7471574</c:v>
                </c:pt>
                <c:pt idx="6293">
                  <c:v>-7470318</c:v>
                </c:pt>
                <c:pt idx="6294">
                  <c:v>-7466177</c:v>
                </c:pt>
                <c:pt idx="6295">
                  <c:v>-7433863</c:v>
                </c:pt>
                <c:pt idx="6296">
                  <c:v>-7467535</c:v>
                </c:pt>
                <c:pt idx="6297">
                  <c:v>-7515275</c:v>
                </c:pt>
                <c:pt idx="6298">
                  <c:v>-7470952</c:v>
                </c:pt>
                <c:pt idx="6299">
                  <c:v>-7440410</c:v>
                </c:pt>
                <c:pt idx="6300">
                  <c:v>-7470418</c:v>
                </c:pt>
                <c:pt idx="6301">
                  <c:v>-7464379</c:v>
                </c:pt>
                <c:pt idx="6302">
                  <c:v>-7471327</c:v>
                </c:pt>
                <c:pt idx="6303">
                  <c:v>-7470278</c:v>
                </c:pt>
                <c:pt idx="6304">
                  <c:v>-7465926</c:v>
                </c:pt>
                <c:pt idx="6305">
                  <c:v>-7472895</c:v>
                </c:pt>
                <c:pt idx="6306">
                  <c:v>-7468476</c:v>
                </c:pt>
                <c:pt idx="6307">
                  <c:v>-7440216</c:v>
                </c:pt>
                <c:pt idx="6308">
                  <c:v>-7471397</c:v>
                </c:pt>
                <c:pt idx="6309">
                  <c:v>-7431957</c:v>
                </c:pt>
                <c:pt idx="6310">
                  <c:v>-7472713</c:v>
                </c:pt>
                <c:pt idx="6311">
                  <c:v>-7468285</c:v>
                </c:pt>
                <c:pt idx="6312">
                  <c:v>-7440949</c:v>
                </c:pt>
                <c:pt idx="6313">
                  <c:v>-7471871</c:v>
                </c:pt>
                <c:pt idx="6314">
                  <c:v>-7471286</c:v>
                </c:pt>
                <c:pt idx="6315">
                  <c:v>-7469460</c:v>
                </c:pt>
                <c:pt idx="6316">
                  <c:v>-7481554</c:v>
                </c:pt>
                <c:pt idx="6317">
                  <c:v>-7470585</c:v>
                </c:pt>
                <c:pt idx="6318">
                  <c:v>-7472181</c:v>
                </c:pt>
                <c:pt idx="6319">
                  <c:v>-7468227</c:v>
                </c:pt>
                <c:pt idx="6320">
                  <c:v>-7482891</c:v>
                </c:pt>
                <c:pt idx="6321">
                  <c:v>-7440410</c:v>
                </c:pt>
                <c:pt idx="6322">
                  <c:v>-7471494</c:v>
                </c:pt>
                <c:pt idx="6323">
                  <c:v>-7473489</c:v>
                </c:pt>
                <c:pt idx="6324">
                  <c:v>-7472686</c:v>
                </c:pt>
                <c:pt idx="6325">
                  <c:v>-7465584</c:v>
                </c:pt>
                <c:pt idx="6326">
                  <c:v>-7469572</c:v>
                </c:pt>
                <c:pt idx="6327">
                  <c:v>-7470700</c:v>
                </c:pt>
                <c:pt idx="6328">
                  <c:v>-7473822</c:v>
                </c:pt>
                <c:pt idx="6329">
                  <c:v>-7474329</c:v>
                </c:pt>
                <c:pt idx="6330">
                  <c:v>-7467280</c:v>
                </c:pt>
                <c:pt idx="6331">
                  <c:v>-7470024</c:v>
                </c:pt>
                <c:pt idx="6332">
                  <c:v>-7471327</c:v>
                </c:pt>
                <c:pt idx="6333">
                  <c:v>-7468165</c:v>
                </c:pt>
                <c:pt idx="6334">
                  <c:v>-7482270</c:v>
                </c:pt>
                <c:pt idx="6335">
                  <c:v>-7470140</c:v>
                </c:pt>
                <c:pt idx="6336">
                  <c:v>-7472040</c:v>
                </c:pt>
                <c:pt idx="6337">
                  <c:v>-7470113</c:v>
                </c:pt>
                <c:pt idx="6338">
                  <c:v>-7467471</c:v>
                </c:pt>
                <c:pt idx="6339">
                  <c:v>-7470897</c:v>
                </c:pt>
                <c:pt idx="6340">
                  <c:v>-7470959</c:v>
                </c:pt>
                <c:pt idx="6341">
                  <c:v>-7472226</c:v>
                </c:pt>
                <c:pt idx="6342">
                  <c:v>-7460279</c:v>
                </c:pt>
                <c:pt idx="6343">
                  <c:v>-7467342</c:v>
                </c:pt>
                <c:pt idx="6344">
                  <c:v>-7470321</c:v>
                </c:pt>
                <c:pt idx="6345">
                  <c:v>-7471228</c:v>
                </c:pt>
                <c:pt idx="6346">
                  <c:v>-7469871</c:v>
                </c:pt>
                <c:pt idx="6347">
                  <c:v>-7473724</c:v>
                </c:pt>
                <c:pt idx="6348">
                  <c:v>-7471443</c:v>
                </c:pt>
                <c:pt idx="6349">
                  <c:v>-7469460</c:v>
                </c:pt>
                <c:pt idx="6350">
                  <c:v>-7471571</c:v>
                </c:pt>
                <c:pt idx="6351">
                  <c:v>-7471228</c:v>
                </c:pt>
                <c:pt idx="6352">
                  <c:v>-7470707</c:v>
                </c:pt>
                <c:pt idx="6353">
                  <c:v>-7471104</c:v>
                </c:pt>
                <c:pt idx="6354">
                  <c:v>-7465547</c:v>
                </c:pt>
                <c:pt idx="6355">
                  <c:v>-7471279</c:v>
                </c:pt>
                <c:pt idx="6356">
                  <c:v>-7469871</c:v>
                </c:pt>
                <c:pt idx="6357">
                  <c:v>-7470585</c:v>
                </c:pt>
                <c:pt idx="6358">
                  <c:v>-7471201</c:v>
                </c:pt>
                <c:pt idx="6359">
                  <c:v>-7468055</c:v>
                </c:pt>
                <c:pt idx="6360">
                  <c:v>-7471162</c:v>
                </c:pt>
                <c:pt idx="6361">
                  <c:v>-7358438</c:v>
                </c:pt>
                <c:pt idx="6362">
                  <c:v>-7340407</c:v>
                </c:pt>
                <c:pt idx="6363">
                  <c:v>-7354418</c:v>
                </c:pt>
                <c:pt idx="6364">
                  <c:v>-7333824</c:v>
                </c:pt>
                <c:pt idx="6365">
                  <c:v>-7351009</c:v>
                </c:pt>
                <c:pt idx="6366">
                  <c:v>-7332521</c:v>
                </c:pt>
                <c:pt idx="6367">
                  <c:v>-7342531</c:v>
                </c:pt>
                <c:pt idx="6368">
                  <c:v>-7324227</c:v>
                </c:pt>
                <c:pt idx="6369">
                  <c:v>-7347308</c:v>
                </c:pt>
                <c:pt idx="6370">
                  <c:v>-7322851</c:v>
                </c:pt>
                <c:pt idx="6371">
                  <c:v>-7281950</c:v>
                </c:pt>
                <c:pt idx="6372">
                  <c:v>-7325489</c:v>
                </c:pt>
                <c:pt idx="6373">
                  <c:v>-7379668</c:v>
                </c:pt>
                <c:pt idx="6374">
                  <c:v>-7326183</c:v>
                </c:pt>
                <c:pt idx="6375">
                  <c:v>-7315316</c:v>
                </c:pt>
                <c:pt idx="6376">
                  <c:v>-7338648</c:v>
                </c:pt>
                <c:pt idx="6377">
                  <c:v>-7220319</c:v>
                </c:pt>
                <c:pt idx="6378">
                  <c:v>-7378722</c:v>
                </c:pt>
                <c:pt idx="6379">
                  <c:v>-7313483</c:v>
                </c:pt>
                <c:pt idx="6380">
                  <c:v>-7358611</c:v>
                </c:pt>
                <c:pt idx="6381">
                  <c:v>-7364567</c:v>
                </c:pt>
                <c:pt idx="6382">
                  <c:v>-7311254</c:v>
                </c:pt>
                <c:pt idx="6383">
                  <c:v>-7305122</c:v>
                </c:pt>
                <c:pt idx="6384">
                  <c:v>-7340630</c:v>
                </c:pt>
                <c:pt idx="6385">
                  <c:v>-7379057</c:v>
                </c:pt>
                <c:pt idx="6386">
                  <c:v>-7318112</c:v>
                </c:pt>
                <c:pt idx="6387">
                  <c:v>-7333892</c:v>
                </c:pt>
                <c:pt idx="6388">
                  <c:v>-7359593</c:v>
                </c:pt>
                <c:pt idx="6389">
                  <c:v>-7301401</c:v>
                </c:pt>
                <c:pt idx="6390">
                  <c:v>-7303940</c:v>
                </c:pt>
                <c:pt idx="6391">
                  <c:v>-7358896</c:v>
                </c:pt>
                <c:pt idx="6392">
                  <c:v>-7297193</c:v>
                </c:pt>
                <c:pt idx="6393">
                  <c:v>-7324427</c:v>
                </c:pt>
                <c:pt idx="6394">
                  <c:v>-7377171</c:v>
                </c:pt>
                <c:pt idx="6395">
                  <c:v>-7409884</c:v>
                </c:pt>
                <c:pt idx="6396">
                  <c:v>-7405939</c:v>
                </c:pt>
                <c:pt idx="6397">
                  <c:v>-7337490</c:v>
                </c:pt>
                <c:pt idx="6398">
                  <c:v>-7293445</c:v>
                </c:pt>
                <c:pt idx="6399">
                  <c:v>-7335676</c:v>
                </c:pt>
                <c:pt idx="6400">
                  <c:v>-7326069</c:v>
                </c:pt>
                <c:pt idx="6401">
                  <c:v>-7312431</c:v>
                </c:pt>
                <c:pt idx="6402">
                  <c:v>-7358594</c:v>
                </c:pt>
                <c:pt idx="6403">
                  <c:v>-7307996</c:v>
                </c:pt>
                <c:pt idx="6404">
                  <c:v>-7524085</c:v>
                </c:pt>
                <c:pt idx="6405">
                  <c:v>-7336322</c:v>
                </c:pt>
                <c:pt idx="6406">
                  <c:v>-7328995</c:v>
                </c:pt>
                <c:pt idx="6407">
                  <c:v>-7285859</c:v>
                </c:pt>
                <c:pt idx="6408">
                  <c:v>-7389245</c:v>
                </c:pt>
                <c:pt idx="6409">
                  <c:v>-7219893</c:v>
                </c:pt>
                <c:pt idx="6410">
                  <c:v>-7404785</c:v>
                </c:pt>
                <c:pt idx="6411">
                  <c:v>-7380930</c:v>
                </c:pt>
                <c:pt idx="6412">
                  <c:v>-7420924</c:v>
                </c:pt>
                <c:pt idx="6413">
                  <c:v>-7308117</c:v>
                </c:pt>
                <c:pt idx="6414">
                  <c:v>-7374279</c:v>
                </c:pt>
                <c:pt idx="6415">
                  <c:v>-7310699</c:v>
                </c:pt>
                <c:pt idx="6416">
                  <c:v>-7351368</c:v>
                </c:pt>
                <c:pt idx="6417">
                  <c:v>-7357532</c:v>
                </c:pt>
                <c:pt idx="6418">
                  <c:v>-7341294</c:v>
                </c:pt>
                <c:pt idx="6419">
                  <c:v>-7279877</c:v>
                </c:pt>
                <c:pt idx="6420">
                  <c:v>-7583325</c:v>
                </c:pt>
                <c:pt idx="6421">
                  <c:v>-7285069</c:v>
                </c:pt>
                <c:pt idx="6422">
                  <c:v>-7404045</c:v>
                </c:pt>
                <c:pt idx="6423">
                  <c:v>-7447269</c:v>
                </c:pt>
                <c:pt idx="6424">
                  <c:v>-7377483</c:v>
                </c:pt>
                <c:pt idx="6425">
                  <c:v>-7300557</c:v>
                </c:pt>
                <c:pt idx="6426">
                  <c:v>-7348957</c:v>
                </c:pt>
                <c:pt idx="6427">
                  <c:v>-7382216</c:v>
                </c:pt>
                <c:pt idx="6428">
                  <c:v>-7212777</c:v>
                </c:pt>
                <c:pt idx="6429">
                  <c:v>-7345704</c:v>
                </c:pt>
                <c:pt idx="6430">
                  <c:v>-7336005</c:v>
                </c:pt>
                <c:pt idx="6431">
                  <c:v>-7217735</c:v>
                </c:pt>
                <c:pt idx="6432">
                  <c:v>-7318343</c:v>
                </c:pt>
                <c:pt idx="6433">
                  <c:v>-7300929</c:v>
                </c:pt>
                <c:pt idx="6434">
                  <c:v>-7398307</c:v>
                </c:pt>
                <c:pt idx="6435">
                  <c:v>-7338649</c:v>
                </c:pt>
                <c:pt idx="6436">
                  <c:v>-7607089</c:v>
                </c:pt>
                <c:pt idx="6437">
                  <c:v>-7318334</c:v>
                </c:pt>
                <c:pt idx="6438">
                  <c:v>-7360016</c:v>
                </c:pt>
                <c:pt idx="6439">
                  <c:v>-7299906</c:v>
                </c:pt>
                <c:pt idx="6440">
                  <c:v>-7315176</c:v>
                </c:pt>
                <c:pt idx="6441">
                  <c:v>-7286750</c:v>
                </c:pt>
                <c:pt idx="6442">
                  <c:v>-7342796</c:v>
                </c:pt>
                <c:pt idx="6443">
                  <c:v>-7354298</c:v>
                </c:pt>
                <c:pt idx="6444">
                  <c:v>-7395772</c:v>
                </c:pt>
                <c:pt idx="6445">
                  <c:v>-7322425</c:v>
                </c:pt>
                <c:pt idx="6446">
                  <c:v>-7403753</c:v>
                </c:pt>
                <c:pt idx="6447">
                  <c:v>-7417663</c:v>
                </c:pt>
                <c:pt idx="6448">
                  <c:v>-7369085</c:v>
                </c:pt>
                <c:pt idx="6449">
                  <c:v>-7362732</c:v>
                </c:pt>
                <c:pt idx="6450">
                  <c:v>-7271234</c:v>
                </c:pt>
                <c:pt idx="6451">
                  <c:v>-7396869</c:v>
                </c:pt>
                <c:pt idx="6452">
                  <c:v>-7361804</c:v>
                </c:pt>
                <c:pt idx="6453">
                  <c:v>-7463405</c:v>
                </c:pt>
                <c:pt idx="6454">
                  <c:v>-7256542</c:v>
                </c:pt>
                <c:pt idx="6455">
                  <c:v>-7274040</c:v>
                </c:pt>
                <c:pt idx="6456">
                  <c:v>-7334705</c:v>
                </c:pt>
                <c:pt idx="6457">
                  <c:v>-7287401</c:v>
                </c:pt>
                <c:pt idx="6458">
                  <c:v>-7330752</c:v>
                </c:pt>
                <c:pt idx="6459">
                  <c:v>-7363818</c:v>
                </c:pt>
                <c:pt idx="6460">
                  <c:v>-7291292</c:v>
                </c:pt>
                <c:pt idx="6461">
                  <c:v>-7282436</c:v>
                </c:pt>
                <c:pt idx="6462">
                  <c:v>-7343933</c:v>
                </c:pt>
                <c:pt idx="6463">
                  <c:v>-7371601</c:v>
                </c:pt>
                <c:pt idx="6464">
                  <c:v>-7320158</c:v>
                </c:pt>
                <c:pt idx="6465">
                  <c:v>-7350724</c:v>
                </c:pt>
                <c:pt idx="6466">
                  <c:v>-7284094</c:v>
                </c:pt>
                <c:pt idx="6467">
                  <c:v>-7381556</c:v>
                </c:pt>
                <c:pt idx="6468">
                  <c:v>-7393383</c:v>
                </c:pt>
                <c:pt idx="6469">
                  <c:v>-7314100</c:v>
                </c:pt>
                <c:pt idx="6470">
                  <c:v>-7266503</c:v>
                </c:pt>
                <c:pt idx="6471">
                  <c:v>-7575648</c:v>
                </c:pt>
                <c:pt idx="6472">
                  <c:v>-7324973</c:v>
                </c:pt>
                <c:pt idx="6473">
                  <c:v>-7414170</c:v>
                </c:pt>
                <c:pt idx="6474">
                  <c:v>-7323618</c:v>
                </c:pt>
                <c:pt idx="6475">
                  <c:v>-7291661</c:v>
                </c:pt>
                <c:pt idx="6476">
                  <c:v>-7290752</c:v>
                </c:pt>
                <c:pt idx="6477">
                  <c:v>-7316631</c:v>
                </c:pt>
                <c:pt idx="6478">
                  <c:v>-7330390</c:v>
                </c:pt>
                <c:pt idx="6479">
                  <c:v>-7314651</c:v>
                </c:pt>
                <c:pt idx="6480">
                  <c:v>-7367756</c:v>
                </c:pt>
                <c:pt idx="6481">
                  <c:v>-7294732</c:v>
                </c:pt>
                <c:pt idx="6482">
                  <c:v>-7372322</c:v>
                </c:pt>
                <c:pt idx="6483">
                  <c:v>-7336494</c:v>
                </c:pt>
                <c:pt idx="6484">
                  <c:v>-7358837</c:v>
                </c:pt>
                <c:pt idx="6485">
                  <c:v>-7376508</c:v>
                </c:pt>
                <c:pt idx="6486">
                  <c:v>-7372634</c:v>
                </c:pt>
                <c:pt idx="6487">
                  <c:v>-7302502</c:v>
                </c:pt>
                <c:pt idx="6488">
                  <c:v>-7280355</c:v>
                </c:pt>
                <c:pt idx="6489">
                  <c:v>-7374610</c:v>
                </c:pt>
                <c:pt idx="6490">
                  <c:v>-7313696</c:v>
                </c:pt>
                <c:pt idx="6491">
                  <c:v>-7399224</c:v>
                </c:pt>
                <c:pt idx="6492">
                  <c:v>-7251098</c:v>
                </c:pt>
                <c:pt idx="6493">
                  <c:v>-7217747</c:v>
                </c:pt>
                <c:pt idx="6494">
                  <c:v>-7296143</c:v>
                </c:pt>
                <c:pt idx="6495">
                  <c:v>-7381490</c:v>
                </c:pt>
                <c:pt idx="6496">
                  <c:v>-7285833</c:v>
                </c:pt>
                <c:pt idx="6497">
                  <c:v>-7323243</c:v>
                </c:pt>
                <c:pt idx="6498">
                  <c:v>-7320253</c:v>
                </c:pt>
                <c:pt idx="6499">
                  <c:v>-7324701</c:v>
                </c:pt>
                <c:pt idx="6500">
                  <c:v>-7295044</c:v>
                </c:pt>
                <c:pt idx="6501">
                  <c:v>-7289561</c:v>
                </c:pt>
                <c:pt idx="6502">
                  <c:v>-7418355</c:v>
                </c:pt>
                <c:pt idx="6503">
                  <c:v>-7302446</c:v>
                </c:pt>
                <c:pt idx="6504">
                  <c:v>-7330569</c:v>
                </c:pt>
                <c:pt idx="6505">
                  <c:v>-7341851</c:v>
                </c:pt>
                <c:pt idx="6506">
                  <c:v>-7491670</c:v>
                </c:pt>
                <c:pt idx="6507">
                  <c:v>-7217273</c:v>
                </c:pt>
                <c:pt idx="6508">
                  <c:v>-7455885</c:v>
                </c:pt>
                <c:pt idx="6509">
                  <c:v>-7311309</c:v>
                </c:pt>
                <c:pt idx="6510">
                  <c:v>-7377039</c:v>
                </c:pt>
                <c:pt idx="6511">
                  <c:v>-7326405</c:v>
                </c:pt>
                <c:pt idx="6512">
                  <c:v>-7283019</c:v>
                </c:pt>
                <c:pt idx="6513">
                  <c:v>-7343643</c:v>
                </c:pt>
                <c:pt idx="6514">
                  <c:v>-7281286</c:v>
                </c:pt>
                <c:pt idx="6515">
                  <c:v>-7335802</c:v>
                </c:pt>
                <c:pt idx="6516">
                  <c:v>-7304359</c:v>
                </c:pt>
                <c:pt idx="6517">
                  <c:v>-7307139</c:v>
                </c:pt>
                <c:pt idx="6518">
                  <c:v>-7352866</c:v>
                </c:pt>
                <c:pt idx="6519">
                  <c:v>-7338066</c:v>
                </c:pt>
                <c:pt idx="6520">
                  <c:v>-7282166</c:v>
                </c:pt>
                <c:pt idx="6521">
                  <c:v>-7372393</c:v>
                </c:pt>
                <c:pt idx="6522">
                  <c:v>-7263994</c:v>
                </c:pt>
                <c:pt idx="6523">
                  <c:v>-7313547</c:v>
                </c:pt>
                <c:pt idx="6524">
                  <c:v>-7386846</c:v>
                </c:pt>
                <c:pt idx="6525">
                  <c:v>-7358328</c:v>
                </c:pt>
                <c:pt idx="6526">
                  <c:v>-7363217</c:v>
                </c:pt>
                <c:pt idx="6527">
                  <c:v>-7313068</c:v>
                </c:pt>
                <c:pt idx="6528">
                  <c:v>-7363863</c:v>
                </c:pt>
                <c:pt idx="6529">
                  <c:v>-7299289</c:v>
                </c:pt>
                <c:pt idx="6530">
                  <c:v>-7391806</c:v>
                </c:pt>
                <c:pt idx="6531">
                  <c:v>-7401324</c:v>
                </c:pt>
                <c:pt idx="6532">
                  <c:v>-7316933</c:v>
                </c:pt>
                <c:pt idx="6533">
                  <c:v>-7374365</c:v>
                </c:pt>
                <c:pt idx="6534">
                  <c:v>-7342620</c:v>
                </c:pt>
                <c:pt idx="6535">
                  <c:v>-7254599</c:v>
                </c:pt>
                <c:pt idx="6536">
                  <c:v>-7342756</c:v>
                </c:pt>
                <c:pt idx="6537">
                  <c:v>-7296911</c:v>
                </c:pt>
                <c:pt idx="6538">
                  <c:v>-7323833</c:v>
                </c:pt>
                <c:pt idx="6539">
                  <c:v>-7410991</c:v>
                </c:pt>
                <c:pt idx="6540">
                  <c:v>-7249703</c:v>
                </c:pt>
                <c:pt idx="6541">
                  <c:v>-7361890</c:v>
                </c:pt>
                <c:pt idx="6542">
                  <c:v>-7284320</c:v>
                </c:pt>
                <c:pt idx="6543">
                  <c:v>-7390637</c:v>
                </c:pt>
                <c:pt idx="6544">
                  <c:v>-7392840</c:v>
                </c:pt>
                <c:pt idx="6545">
                  <c:v>-7461015</c:v>
                </c:pt>
                <c:pt idx="6546">
                  <c:v>-7273915</c:v>
                </c:pt>
                <c:pt idx="6547">
                  <c:v>-7308755</c:v>
                </c:pt>
                <c:pt idx="6548">
                  <c:v>-7322948</c:v>
                </c:pt>
                <c:pt idx="6549">
                  <c:v>-7284822</c:v>
                </c:pt>
                <c:pt idx="6550">
                  <c:v>-7300674</c:v>
                </c:pt>
                <c:pt idx="6551">
                  <c:v>-7392792</c:v>
                </c:pt>
                <c:pt idx="6552">
                  <c:v>-7326025</c:v>
                </c:pt>
                <c:pt idx="6553">
                  <c:v>-7362456</c:v>
                </c:pt>
                <c:pt idx="6554">
                  <c:v>-7364706</c:v>
                </c:pt>
                <c:pt idx="6555">
                  <c:v>-7224296</c:v>
                </c:pt>
                <c:pt idx="6556">
                  <c:v>-7295102</c:v>
                </c:pt>
                <c:pt idx="6557">
                  <c:v>-7374493</c:v>
                </c:pt>
                <c:pt idx="6558">
                  <c:v>-7532602</c:v>
                </c:pt>
                <c:pt idx="6559">
                  <c:v>-7379396</c:v>
                </c:pt>
                <c:pt idx="6560">
                  <c:v>-7305611</c:v>
                </c:pt>
                <c:pt idx="6561">
                  <c:v>-7277579</c:v>
                </c:pt>
                <c:pt idx="6562">
                  <c:v>-7572335</c:v>
                </c:pt>
                <c:pt idx="6563">
                  <c:v>-7317983</c:v>
                </c:pt>
                <c:pt idx="6564">
                  <c:v>-7303930</c:v>
                </c:pt>
                <c:pt idx="6565">
                  <c:v>-7529905</c:v>
                </c:pt>
                <c:pt idx="6566">
                  <c:v>-7352012</c:v>
                </c:pt>
                <c:pt idx="6567">
                  <c:v>-7333156</c:v>
                </c:pt>
                <c:pt idx="6568">
                  <c:v>-7354029</c:v>
                </c:pt>
                <c:pt idx="6569">
                  <c:v>-7374455</c:v>
                </c:pt>
                <c:pt idx="6570">
                  <c:v>-7288556</c:v>
                </c:pt>
                <c:pt idx="6571">
                  <c:v>-7597332</c:v>
                </c:pt>
                <c:pt idx="6572">
                  <c:v>-7406397</c:v>
                </c:pt>
                <c:pt idx="6573">
                  <c:v>-7302395</c:v>
                </c:pt>
                <c:pt idx="6574">
                  <c:v>-7301474</c:v>
                </c:pt>
                <c:pt idx="6575">
                  <c:v>-7341424</c:v>
                </c:pt>
                <c:pt idx="6576">
                  <c:v>-7364837</c:v>
                </c:pt>
                <c:pt idx="6577">
                  <c:v>-7320430</c:v>
                </c:pt>
                <c:pt idx="6578">
                  <c:v>-7372463</c:v>
                </c:pt>
                <c:pt idx="6579">
                  <c:v>-7433099</c:v>
                </c:pt>
                <c:pt idx="6580">
                  <c:v>-7352957</c:v>
                </c:pt>
                <c:pt idx="6581">
                  <c:v>-7319589</c:v>
                </c:pt>
                <c:pt idx="6582">
                  <c:v>-7287199</c:v>
                </c:pt>
                <c:pt idx="6583">
                  <c:v>-7331539</c:v>
                </c:pt>
                <c:pt idx="6584">
                  <c:v>-7341387</c:v>
                </c:pt>
                <c:pt idx="6585">
                  <c:v>-7292603</c:v>
                </c:pt>
                <c:pt idx="6586">
                  <c:v>-7410911</c:v>
                </c:pt>
                <c:pt idx="6587">
                  <c:v>-7364423</c:v>
                </c:pt>
                <c:pt idx="6588">
                  <c:v>-7361759</c:v>
                </c:pt>
                <c:pt idx="6589">
                  <c:v>-7378526</c:v>
                </c:pt>
                <c:pt idx="6590">
                  <c:v>-7361837</c:v>
                </c:pt>
                <c:pt idx="6591">
                  <c:v>-7297854</c:v>
                </c:pt>
                <c:pt idx="6592">
                  <c:v>-7372383</c:v>
                </c:pt>
                <c:pt idx="6593">
                  <c:v>-7375569</c:v>
                </c:pt>
                <c:pt idx="6594">
                  <c:v>-7296458</c:v>
                </c:pt>
                <c:pt idx="6595">
                  <c:v>-7296933</c:v>
                </c:pt>
                <c:pt idx="6596">
                  <c:v>-7301688</c:v>
                </c:pt>
                <c:pt idx="6597">
                  <c:v>-7353239</c:v>
                </c:pt>
                <c:pt idx="6598">
                  <c:v>-7227205</c:v>
                </c:pt>
                <c:pt idx="6599">
                  <c:v>-7444142</c:v>
                </c:pt>
                <c:pt idx="6600">
                  <c:v>-7317811</c:v>
                </c:pt>
                <c:pt idx="6601">
                  <c:v>-7358085</c:v>
                </c:pt>
                <c:pt idx="6602">
                  <c:v>-7303624</c:v>
                </c:pt>
                <c:pt idx="6603">
                  <c:v>-7314365</c:v>
                </c:pt>
                <c:pt idx="6604">
                  <c:v>-7433780</c:v>
                </c:pt>
                <c:pt idx="6605">
                  <c:v>-7306229</c:v>
                </c:pt>
                <c:pt idx="6606">
                  <c:v>-7395450</c:v>
                </c:pt>
                <c:pt idx="6607">
                  <c:v>-7324751</c:v>
                </c:pt>
                <c:pt idx="6608">
                  <c:v>-7299543</c:v>
                </c:pt>
                <c:pt idx="6609">
                  <c:v>-7376109</c:v>
                </c:pt>
                <c:pt idx="6610">
                  <c:v>-7397029</c:v>
                </c:pt>
                <c:pt idx="6611">
                  <c:v>-7335533</c:v>
                </c:pt>
                <c:pt idx="6612">
                  <c:v>-7355934</c:v>
                </c:pt>
                <c:pt idx="6613">
                  <c:v>-7362990</c:v>
                </c:pt>
                <c:pt idx="6614">
                  <c:v>-7405083</c:v>
                </c:pt>
                <c:pt idx="6615">
                  <c:v>-7411491</c:v>
                </c:pt>
                <c:pt idx="6616">
                  <c:v>-7257042</c:v>
                </c:pt>
                <c:pt idx="6617">
                  <c:v>-7342797</c:v>
                </c:pt>
                <c:pt idx="6618">
                  <c:v>-7320374</c:v>
                </c:pt>
                <c:pt idx="6619">
                  <c:v>-7391532</c:v>
                </c:pt>
                <c:pt idx="6620">
                  <c:v>-7267074</c:v>
                </c:pt>
                <c:pt idx="6621">
                  <c:v>-7257165</c:v>
                </c:pt>
                <c:pt idx="6622">
                  <c:v>-7296134</c:v>
                </c:pt>
                <c:pt idx="6623">
                  <c:v>-7298758</c:v>
                </c:pt>
                <c:pt idx="6624">
                  <c:v>-7329780</c:v>
                </c:pt>
                <c:pt idx="6625">
                  <c:v>-7357407</c:v>
                </c:pt>
                <c:pt idx="6626">
                  <c:v>-7327338</c:v>
                </c:pt>
                <c:pt idx="6627">
                  <c:v>-7377941</c:v>
                </c:pt>
                <c:pt idx="6628">
                  <c:v>-7304138</c:v>
                </c:pt>
                <c:pt idx="6629">
                  <c:v>-7605463</c:v>
                </c:pt>
                <c:pt idx="6630">
                  <c:v>-7352678</c:v>
                </c:pt>
                <c:pt idx="6631">
                  <c:v>-7363408</c:v>
                </c:pt>
                <c:pt idx="6632">
                  <c:v>-7403505</c:v>
                </c:pt>
                <c:pt idx="6633">
                  <c:v>-7374663</c:v>
                </c:pt>
                <c:pt idx="6634">
                  <c:v>-7299381</c:v>
                </c:pt>
                <c:pt idx="6635">
                  <c:v>-7342184</c:v>
                </c:pt>
                <c:pt idx="6636">
                  <c:v>-7293774</c:v>
                </c:pt>
                <c:pt idx="6637">
                  <c:v>-7295882</c:v>
                </c:pt>
                <c:pt idx="6638">
                  <c:v>-7324403</c:v>
                </c:pt>
                <c:pt idx="6639">
                  <c:v>-7305673</c:v>
                </c:pt>
                <c:pt idx="6640">
                  <c:v>-7271064</c:v>
                </c:pt>
                <c:pt idx="6641">
                  <c:v>-7326146</c:v>
                </c:pt>
                <c:pt idx="6642">
                  <c:v>-7334224</c:v>
                </c:pt>
                <c:pt idx="6643">
                  <c:v>-7287769</c:v>
                </c:pt>
                <c:pt idx="6644">
                  <c:v>-7326077</c:v>
                </c:pt>
                <c:pt idx="6645">
                  <c:v>-7389246</c:v>
                </c:pt>
                <c:pt idx="6646">
                  <c:v>-7324819</c:v>
                </c:pt>
                <c:pt idx="6647">
                  <c:v>-7272133</c:v>
                </c:pt>
                <c:pt idx="6648">
                  <c:v>-7356573</c:v>
                </c:pt>
                <c:pt idx="6649">
                  <c:v>-7401463</c:v>
                </c:pt>
                <c:pt idx="6650">
                  <c:v>-7326718</c:v>
                </c:pt>
                <c:pt idx="6651">
                  <c:v>-7338966</c:v>
                </c:pt>
                <c:pt idx="6652">
                  <c:v>-7347345</c:v>
                </c:pt>
                <c:pt idx="6653">
                  <c:v>-7317327</c:v>
                </c:pt>
                <c:pt idx="6654">
                  <c:v>-7317240</c:v>
                </c:pt>
                <c:pt idx="6655">
                  <c:v>-7306216</c:v>
                </c:pt>
                <c:pt idx="6656">
                  <c:v>-7287426</c:v>
                </c:pt>
                <c:pt idx="6657">
                  <c:v>-7492575</c:v>
                </c:pt>
                <c:pt idx="6658">
                  <c:v>-7344314</c:v>
                </c:pt>
                <c:pt idx="6659">
                  <c:v>-7360992</c:v>
                </c:pt>
                <c:pt idx="6660">
                  <c:v>-7285754</c:v>
                </c:pt>
                <c:pt idx="6661">
                  <c:v>-7498204</c:v>
                </c:pt>
                <c:pt idx="6662">
                  <c:v>-7385499</c:v>
                </c:pt>
                <c:pt idx="6663">
                  <c:v>-7294203</c:v>
                </c:pt>
                <c:pt idx="6664">
                  <c:v>-7345793</c:v>
                </c:pt>
                <c:pt idx="6665">
                  <c:v>-7362819</c:v>
                </c:pt>
                <c:pt idx="6666">
                  <c:v>-7374599</c:v>
                </c:pt>
                <c:pt idx="6667">
                  <c:v>-7300440</c:v>
                </c:pt>
                <c:pt idx="6668">
                  <c:v>-7534190</c:v>
                </c:pt>
                <c:pt idx="6669">
                  <c:v>-7323957</c:v>
                </c:pt>
                <c:pt idx="6670">
                  <c:v>-7507319</c:v>
                </c:pt>
                <c:pt idx="6671">
                  <c:v>-7372621</c:v>
                </c:pt>
                <c:pt idx="6672">
                  <c:v>-7306914</c:v>
                </c:pt>
                <c:pt idx="6673">
                  <c:v>-7368076</c:v>
                </c:pt>
                <c:pt idx="6674">
                  <c:v>-7361461</c:v>
                </c:pt>
                <c:pt idx="6675">
                  <c:v>-7324966</c:v>
                </c:pt>
                <c:pt idx="6676">
                  <c:v>-7309270</c:v>
                </c:pt>
                <c:pt idx="6677">
                  <c:v>-7222790</c:v>
                </c:pt>
                <c:pt idx="6678">
                  <c:v>-7314387</c:v>
                </c:pt>
                <c:pt idx="6679">
                  <c:v>-7384924</c:v>
                </c:pt>
                <c:pt idx="6680">
                  <c:v>-7392403</c:v>
                </c:pt>
                <c:pt idx="6681">
                  <c:v>-7407884</c:v>
                </c:pt>
                <c:pt idx="6682">
                  <c:v>-7245255</c:v>
                </c:pt>
                <c:pt idx="6683">
                  <c:v>-7377317</c:v>
                </c:pt>
                <c:pt idx="6684">
                  <c:v>-7309106</c:v>
                </c:pt>
                <c:pt idx="6685">
                  <c:v>-7282438</c:v>
                </c:pt>
                <c:pt idx="6686">
                  <c:v>-7311302</c:v>
                </c:pt>
                <c:pt idx="6687">
                  <c:v>-7317121</c:v>
                </c:pt>
                <c:pt idx="6688">
                  <c:v>-7404452</c:v>
                </c:pt>
                <c:pt idx="6689">
                  <c:v>-7294034</c:v>
                </c:pt>
                <c:pt idx="6690">
                  <c:v>-7329507</c:v>
                </c:pt>
                <c:pt idx="6691">
                  <c:v>-7362364</c:v>
                </c:pt>
                <c:pt idx="6692">
                  <c:v>-7310784</c:v>
                </c:pt>
                <c:pt idx="6693">
                  <c:v>-7327397</c:v>
                </c:pt>
                <c:pt idx="6694">
                  <c:v>-7470226</c:v>
                </c:pt>
                <c:pt idx="6695">
                  <c:v>-7424633</c:v>
                </c:pt>
                <c:pt idx="6696">
                  <c:v>-7286762</c:v>
                </c:pt>
                <c:pt idx="6697">
                  <c:v>-7302722</c:v>
                </c:pt>
                <c:pt idx="6698">
                  <c:v>-7261722</c:v>
                </c:pt>
                <c:pt idx="6699">
                  <c:v>-7373038</c:v>
                </c:pt>
                <c:pt idx="6700">
                  <c:v>-7309850</c:v>
                </c:pt>
                <c:pt idx="6701">
                  <c:v>-7321579</c:v>
                </c:pt>
                <c:pt idx="6702">
                  <c:v>-7389805</c:v>
                </c:pt>
                <c:pt idx="6703">
                  <c:v>-7250766</c:v>
                </c:pt>
                <c:pt idx="6704">
                  <c:v>-7317797</c:v>
                </c:pt>
                <c:pt idx="6705">
                  <c:v>-7540934</c:v>
                </c:pt>
                <c:pt idx="6706">
                  <c:v>-7336318</c:v>
                </c:pt>
                <c:pt idx="6707">
                  <c:v>-7319383</c:v>
                </c:pt>
                <c:pt idx="6708">
                  <c:v>-7409286</c:v>
                </c:pt>
                <c:pt idx="6709">
                  <c:v>-7320892</c:v>
                </c:pt>
                <c:pt idx="6710">
                  <c:v>-7347360</c:v>
                </c:pt>
                <c:pt idx="6711">
                  <c:v>-7408199</c:v>
                </c:pt>
                <c:pt idx="6712">
                  <c:v>-7406962</c:v>
                </c:pt>
                <c:pt idx="6713">
                  <c:v>-7322771</c:v>
                </c:pt>
                <c:pt idx="6714">
                  <c:v>-7304508</c:v>
                </c:pt>
                <c:pt idx="6715">
                  <c:v>-7406195</c:v>
                </c:pt>
                <c:pt idx="6716">
                  <c:v>-7374679</c:v>
                </c:pt>
                <c:pt idx="6717">
                  <c:v>-7272824</c:v>
                </c:pt>
                <c:pt idx="6718">
                  <c:v>-7334573</c:v>
                </c:pt>
                <c:pt idx="6719">
                  <c:v>-7276211</c:v>
                </c:pt>
                <c:pt idx="6720">
                  <c:v>-7297300</c:v>
                </c:pt>
                <c:pt idx="6721">
                  <c:v>-7356318</c:v>
                </c:pt>
                <c:pt idx="6722">
                  <c:v>-7302007</c:v>
                </c:pt>
                <c:pt idx="6723">
                  <c:v>-7278806</c:v>
                </c:pt>
                <c:pt idx="6724">
                  <c:v>-7290631</c:v>
                </c:pt>
                <c:pt idx="6725">
                  <c:v>-7315963</c:v>
                </c:pt>
                <c:pt idx="6726">
                  <c:v>-7400465</c:v>
                </c:pt>
                <c:pt idx="6727">
                  <c:v>-7407366</c:v>
                </c:pt>
                <c:pt idx="6728">
                  <c:v>-7298038</c:v>
                </c:pt>
                <c:pt idx="6729">
                  <c:v>-7302582</c:v>
                </c:pt>
                <c:pt idx="6730">
                  <c:v>-7349680</c:v>
                </c:pt>
                <c:pt idx="6731">
                  <c:v>-7371587</c:v>
                </c:pt>
                <c:pt idx="6732">
                  <c:v>-7302322</c:v>
                </c:pt>
                <c:pt idx="6733">
                  <c:v>-7320518</c:v>
                </c:pt>
                <c:pt idx="6734">
                  <c:v>-7289369</c:v>
                </c:pt>
                <c:pt idx="6735">
                  <c:v>-7328489</c:v>
                </c:pt>
                <c:pt idx="6736">
                  <c:v>-7354983</c:v>
                </c:pt>
                <c:pt idx="6737">
                  <c:v>-7266907</c:v>
                </c:pt>
                <c:pt idx="6738">
                  <c:v>-7410621</c:v>
                </c:pt>
                <c:pt idx="6739">
                  <c:v>-7274210</c:v>
                </c:pt>
                <c:pt idx="6740">
                  <c:v>-7327695</c:v>
                </c:pt>
                <c:pt idx="6741">
                  <c:v>-7309489</c:v>
                </c:pt>
                <c:pt idx="6742">
                  <c:v>-7394387</c:v>
                </c:pt>
                <c:pt idx="6743">
                  <c:v>-7372273</c:v>
                </c:pt>
                <c:pt idx="6744">
                  <c:v>-7329695</c:v>
                </c:pt>
                <c:pt idx="6745">
                  <c:v>-7275243</c:v>
                </c:pt>
                <c:pt idx="6746">
                  <c:v>-7305830</c:v>
                </c:pt>
                <c:pt idx="6747">
                  <c:v>-7373960</c:v>
                </c:pt>
                <c:pt idx="6748">
                  <c:v>-7359452</c:v>
                </c:pt>
                <c:pt idx="6749">
                  <c:v>-7306208</c:v>
                </c:pt>
                <c:pt idx="6750">
                  <c:v>-7249970</c:v>
                </c:pt>
                <c:pt idx="6751">
                  <c:v>-7277991</c:v>
                </c:pt>
                <c:pt idx="6752">
                  <c:v>-7397705</c:v>
                </c:pt>
                <c:pt idx="6753">
                  <c:v>-7283685</c:v>
                </c:pt>
                <c:pt idx="6754">
                  <c:v>-7328159</c:v>
                </c:pt>
                <c:pt idx="6755">
                  <c:v>-7415985</c:v>
                </c:pt>
                <c:pt idx="6756">
                  <c:v>-7296347</c:v>
                </c:pt>
                <c:pt idx="6757">
                  <c:v>-7365981</c:v>
                </c:pt>
                <c:pt idx="6758">
                  <c:v>-7313715</c:v>
                </c:pt>
                <c:pt idx="6759">
                  <c:v>-7318101</c:v>
                </c:pt>
                <c:pt idx="6760">
                  <c:v>-7317234</c:v>
                </c:pt>
                <c:pt idx="6761">
                  <c:v>-7298857</c:v>
                </c:pt>
                <c:pt idx="6762">
                  <c:v>-7319127</c:v>
                </c:pt>
                <c:pt idx="6763">
                  <c:v>-7416761</c:v>
                </c:pt>
                <c:pt idx="6764">
                  <c:v>-7342323</c:v>
                </c:pt>
                <c:pt idx="6765">
                  <c:v>-7367227</c:v>
                </c:pt>
                <c:pt idx="6766">
                  <c:v>-7290555</c:v>
                </c:pt>
                <c:pt idx="6767">
                  <c:v>-7343998</c:v>
                </c:pt>
                <c:pt idx="6768">
                  <c:v>-7367223</c:v>
                </c:pt>
                <c:pt idx="6769">
                  <c:v>-7431899</c:v>
                </c:pt>
                <c:pt idx="6770">
                  <c:v>-7559575</c:v>
                </c:pt>
                <c:pt idx="6771">
                  <c:v>-7231287</c:v>
                </c:pt>
                <c:pt idx="6772">
                  <c:v>-7271823</c:v>
                </c:pt>
                <c:pt idx="6773">
                  <c:v>-7324604</c:v>
                </c:pt>
                <c:pt idx="6774">
                  <c:v>-7297852</c:v>
                </c:pt>
                <c:pt idx="6775">
                  <c:v>-7294633</c:v>
                </c:pt>
                <c:pt idx="6776">
                  <c:v>-7219312</c:v>
                </c:pt>
                <c:pt idx="6777">
                  <c:v>-7351915</c:v>
                </c:pt>
                <c:pt idx="6778">
                  <c:v>-7471150</c:v>
                </c:pt>
                <c:pt idx="6779">
                  <c:v>-7403477</c:v>
                </c:pt>
                <c:pt idx="6780">
                  <c:v>-7410370</c:v>
                </c:pt>
                <c:pt idx="6781">
                  <c:v>-7307522</c:v>
                </c:pt>
                <c:pt idx="6782">
                  <c:v>-7328849</c:v>
                </c:pt>
                <c:pt idx="6783">
                  <c:v>-7278257</c:v>
                </c:pt>
                <c:pt idx="6784">
                  <c:v>-7268912</c:v>
                </c:pt>
                <c:pt idx="6785">
                  <c:v>-7334971</c:v>
                </c:pt>
                <c:pt idx="6786">
                  <c:v>-7325273</c:v>
                </c:pt>
                <c:pt idx="6787">
                  <c:v>-7345415</c:v>
                </c:pt>
                <c:pt idx="6788">
                  <c:v>-7336090</c:v>
                </c:pt>
                <c:pt idx="6789">
                  <c:v>-7290889</c:v>
                </c:pt>
                <c:pt idx="6790">
                  <c:v>-7320890</c:v>
                </c:pt>
                <c:pt idx="6791">
                  <c:v>-7360093</c:v>
                </c:pt>
                <c:pt idx="6792">
                  <c:v>-7225669</c:v>
                </c:pt>
                <c:pt idx="6793">
                  <c:v>-7316845</c:v>
                </c:pt>
                <c:pt idx="6794">
                  <c:v>-7365155</c:v>
                </c:pt>
                <c:pt idx="6795">
                  <c:v>-7308363</c:v>
                </c:pt>
                <c:pt idx="6796">
                  <c:v>-7277511</c:v>
                </c:pt>
                <c:pt idx="6797">
                  <c:v>-7318571</c:v>
                </c:pt>
                <c:pt idx="6798">
                  <c:v>-7355946</c:v>
                </c:pt>
                <c:pt idx="6799">
                  <c:v>-7385156</c:v>
                </c:pt>
                <c:pt idx="6800">
                  <c:v>-7281315</c:v>
                </c:pt>
                <c:pt idx="6801">
                  <c:v>-7296427</c:v>
                </c:pt>
                <c:pt idx="6802">
                  <c:v>-7351321</c:v>
                </c:pt>
                <c:pt idx="6803">
                  <c:v>-7443190</c:v>
                </c:pt>
                <c:pt idx="6804">
                  <c:v>-7305291</c:v>
                </c:pt>
                <c:pt idx="6805">
                  <c:v>-7357653</c:v>
                </c:pt>
                <c:pt idx="6806">
                  <c:v>-7304691</c:v>
                </c:pt>
                <c:pt idx="6807">
                  <c:v>-7378181</c:v>
                </c:pt>
                <c:pt idx="6808">
                  <c:v>-7298538</c:v>
                </c:pt>
                <c:pt idx="6809">
                  <c:v>-7362894</c:v>
                </c:pt>
                <c:pt idx="6810">
                  <c:v>-7292146</c:v>
                </c:pt>
                <c:pt idx="6811">
                  <c:v>-7301445</c:v>
                </c:pt>
                <c:pt idx="6812">
                  <c:v>-7401824</c:v>
                </c:pt>
                <c:pt idx="6813">
                  <c:v>-7288477</c:v>
                </c:pt>
                <c:pt idx="6814">
                  <c:v>-7363442</c:v>
                </c:pt>
                <c:pt idx="6815">
                  <c:v>-7340407</c:v>
                </c:pt>
                <c:pt idx="6816">
                  <c:v>-7272954</c:v>
                </c:pt>
                <c:pt idx="6817">
                  <c:v>-7317249</c:v>
                </c:pt>
                <c:pt idx="6818">
                  <c:v>-7351073</c:v>
                </c:pt>
                <c:pt idx="6819">
                  <c:v>-7295488</c:v>
                </c:pt>
                <c:pt idx="6820">
                  <c:v>-7378892</c:v>
                </c:pt>
                <c:pt idx="6821">
                  <c:v>-7372379</c:v>
                </c:pt>
                <c:pt idx="6822">
                  <c:v>-7534154</c:v>
                </c:pt>
                <c:pt idx="6823">
                  <c:v>-7333326</c:v>
                </c:pt>
                <c:pt idx="6824">
                  <c:v>-7380620</c:v>
                </c:pt>
                <c:pt idx="6825">
                  <c:v>-7232855</c:v>
                </c:pt>
                <c:pt idx="6826">
                  <c:v>-7232185</c:v>
                </c:pt>
                <c:pt idx="6827">
                  <c:v>-7299967</c:v>
                </c:pt>
                <c:pt idx="6828">
                  <c:v>-7365116</c:v>
                </c:pt>
                <c:pt idx="6829">
                  <c:v>-7219197</c:v>
                </c:pt>
                <c:pt idx="6830">
                  <c:v>-7401138</c:v>
                </c:pt>
                <c:pt idx="6831">
                  <c:v>-7310427</c:v>
                </c:pt>
                <c:pt idx="6832">
                  <c:v>-7278127</c:v>
                </c:pt>
                <c:pt idx="6833">
                  <c:v>-7330456</c:v>
                </c:pt>
                <c:pt idx="6834">
                  <c:v>-7293907</c:v>
                </c:pt>
                <c:pt idx="6835">
                  <c:v>-7367423</c:v>
                </c:pt>
                <c:pt idx="6836">
                  <c:v>-7271219</c:v>
                </c:pt>
                <c:pt idx="6837">
                  <c:v>-7396245</c:v>
                </c:pt>
                <c:pt idx="6838">
                  <c:v>-7349744</c:v>
                </c:pt>
                <c:pt idx="6839">
                  <c:v>-7319077</c:v>
                </c:pt>
                <c:pt idx="6840">
                  <c:v>-7311869</c:v>
                </c:pt>
                <c:pt idx="6841">
                  <c:v>-7385762</c:v>
                </c:pt>
                <c:pt idx="6842">
                  <c:v>-7390706</c:v>
                </c:pt>
                <c:pt idx="6843">
                  <c:v>-7381758</c:v>
                </c:pt>
                <c:pt idx="6844">
                  <c:v>-7322341</c:v>
                </c:pt>
                <c:pt idx="6845">
                  <c:v>-7235129</c:v>
                </c:pt>
                <c:pt idx="6846">
                  <c:v>-7630952</c:v>
                </c:pt>
                <c:pt idx="6847">
                  <c:v>-7309606</c:v>
                </c:pt>
                <c:pt idx="6848">
                  <c:v>-7536870</c:v>
                </c:pt>
                <c:pt idx="6849">
                  <c:v>-7323967</c:v>
                </c:pt>
                <c:pt idx="6850">
                  <c:v>-7605247</c:v>
                </c:pt>
                <c:pt idx="6851">
                  <c:v>-7283940</c:v>
                </c:pt>
                <c:pt idx="6852">
                  <c:v>-7353425</c:v>
                </c:pt>
                <c:pt idx="6853">
                  <c:v>-7341467</c:v>
                </c:pt>
                <c:pt idx="6854">
                  <c:v>-7392387</c:v>
                </c:pt>
                <c:pt idx="6855">
                  <c:v>-7301063</c:v>
                </c:pt>
                <c:pt idx="6856">
                  <c:v>-7369120</c:v>
                </c:pt>
                <c:pt idx="6857">
                  <c:v>-7397379</c:v>
                </c:pt>
                <c:pt idx="6858">
                  <c:v>-7336718</c:v>
                </c:pt>
                <c:pt idx="6859">
                  <c:v>-7296478</c:v>
                </c:pt>
                <c:pt idx="6860">
                  <c:v>-7323530</c:v>
                </c:pt>
                <c:pt idx="6861">
                  <c:v>-7310583</c:v>
                </c:pt>
                <c:pt idx="6862">
                  <c:v>-7535514</c:v>
                </c:pt>
                <c:pt idx="6863">
                  <c:v>-7341477</c:v>
                </c:pt>
                <c:pt idx="6864">
                  <c:v>-7312838</c:v>
                </c:pt>
                <c:pt idx="6865">
                  <c:v>-7296159</c:v>
                </c:pt>
                <c:pt idx="6866">
                  <c:v>-7374504</c:v>
                </c:pt>
                <c:pt idx="6867">
                  <c:v>-7433358</c:v>
                </c:pt>
                <c:pt idx="6868">
                  <c:v>-7347067</c:v>
                </c:pt>
                <c:pt idx="6869">
                  <c:v>-7379432</c:v>
                </c:pt>
                <c:pt idx="6870">
                  <c:v>-7365563</c:v>
                </c:pt>
                <c:pt idx="6871">
                  <c:v>-7394936</c:v>
                </c:pt>
                <c:pt idx="6872">
                  <c:v>-7328328</c:v>
                </c:pt>
                <c:pt idx="6873">
                  <c:v>-7270064</c:v>
                </c:pt>
                <c:pt idx="6874">
                  <c:v>-7397041</c:v>
                </c:pt>
                <c:pt idx="6875">
                  <c:v>-7299814</c:v>
                </c:pt>
                <c:pt idx="6876">
                  <c:v>-7325990</c:v>
                </c:pt>
                <c:pt idx="6877">
                  <c:v>-7306583</c:v>
                </c:pt>
                <c:pt idx="6878">
                  <c:v>-7385913</c:v>
                </c:pt>
                <c:pt idx="6879">
                  <c:v>-7291045</c:v>
                </c:pt>
                <c:pt idx="6880">
                  <c:v>-7383902</c:v>
                </c:pt>
                <c:pt idx="6881">
                  <c:v>-7274348</c:v>
                </c:pt>
                <c:pt idx="6882">
                  <c:v>-7346411</c:v>
                </c:pt>
                <c:pt idx="6883">
                  <c:v>-7355425</c:v>
                </c:pt>
                <c:pt idx="6884">
                  <c:v>-7333179</c:v>
                </c:pt>
                <c:pt idx="6885">
                  <c:v>-7386728</c:v>
                </c:pt>
                <c:pt idx="6886">
                  <c:v>-7347125</c:v>
                </c:pt>
                <c:pt idx="6887">
                  <c:v>-7319704</c:v>
                </c:pt>
                <c:pt idx="6888">
                  <c:v>-7394228</c:v>
                </c:pt>
                <c:pt idx="6889">
                  <c:v>-7362677</c:v>
                </c:pt>
                <c:pt idx="6890">
                  <c:v>-7527821</c:v>
                </c:pt>
                <c:pt idx="6891">
                  <c:v>-7334575</c:v>
                </c:pt>
                <c:pt idx="6892">
                  <c:v>-7361706</c:v>
                </c:pt>
                <c:pt idx="6893">
                  <c:v>-7351082</c:v>
                </c:pt>
                <c:pt idx="6894">
                  <c:v>-7316614</c:v>
                </c:pt>
                <c:pt idx="6895">
                  <c:v>-7327674</c:v>
                </c:pt>
                <c:pt idx="6896">
                  <c:v>-7367602</c:v>
                </c:pt>
                <c:pt idx="6897">
                  <c:v>-7342825</c:v>
                </c:pt>
                <c:pt idx="6898">
                  <c:v>-7334655</c:v>
                </c:pt>
                <c:pt idx="6899">
                  <c:v>-7412549</c:v>
                </c:pt>
                <c:pt idx="6900">
                  <c:v>-7361219</c:v>
                </c:pt>
                <c:pt idx="6901">
                  <c:v>-7339979</c:v>
                </c:pt>
                <c:pt idx="6902">
                  <c:v>-7322601</c:v>
                </c:pt>
                <c:pt idx="6903">
                  <c:v>-7467898</c:v>
                </c:pt>
                <c:pt idx="6904">
                  <c:v>-7296641</c:v>
                </c:pt>
                <c:pt idx="6905">
                  <c:v>-7380877</c:v>
                </c:pt>
                <c:pt idx="6906">
                  <c:v>-7359995</c:v>
                </c:pt>
                <c:pt idx="6907">
                  <c:v>-7347592</c:v>
                </c:pt>
                <c:pt idx="6908">
                  <c:v>-7318357</c:v>
                </c:pt>
                <c:pt idx="6909">
                  <c:v>-7328871</c:v>
                </c:pt>
                <c:pt idx="6910">
                  <c:v>-7310626</c:v>
                </c:pt>
                <c:pt idx="6911">
                  <c:v>-7335012</c:v>
                </c:pt>
                <c:pt idx="6912">
                  <c:v>-7259707</c:v>
                </c:pt>
                <c:pt idx="6913">
                  <c:v>-7377397</c:v>
                </c:pt>
                <c:pt idx="6914">
                  <c:v>-7411510</c:v>
                </c:pt>
                <c:pt idx="6915">
                  <c:v>-7281110</c:v>
                </c:pt>
                <c:pt idx="6916">
                  <c:v>-7327500</c:v>
                </c:pt>
                <c:pt idx="6917">
                  <c:v>-7348366</c:v>
                </c:pt>
                <c:pt idx="6918">
                  <c:v>-7263493</c:v>
                </c:pt>
                <c:pt idx="6919">
                  <c:v>-7313261</c:v>
                </c:pt>
                <c:pt idx="6920">
                  <c:v>-7340563</c:v>
                </c:pt>
                <c:pt idx="6921">
                  <c:v>-7373813</c:v>
                </c:pt>
                <c:pt idx="6922">
                  <c:v>-7375705</c:v>
                </c:pt>
                <c:pt idx="6923">
                  <c:v>-7599035</c:v>
                </c:pt>
                <c:pt idx="6924">
                  <c:v>-7301265</c:v>
                </c:pt>
                <c:pt idx="6925">
                  <c:v>-7338466</c:v>
                </c:pt>
                <c:pt idx="6926">
                  <c:v>-7310989</c:v>
                </c:pt>
                <c:pt idx="6927">
                  <c:v>-7292160</c:v>
                </c:pt>
                <c:pt idx="6928">
                  <c:v>-7288077</c:v>
                </c:pt>
                <c:pt idx="6929">
                  <c:v>-7338604</c:v>
                </c:pt>
                <c:pt idx="6930">
                  <c:v>-7249799</c:v>
                </c:pt>
                <c:pt idx="6931">
                  <c:v>-7273300</c:v>
                </c:pt>
                <c:pt idx="6932">
                  <c:v>-7313070</c:v>
                </c:pt>
                <c:pt idx="6933">
                  <c:v>-7362944</c:v>
                </c:pt>
                <c:pt idx="6934">
                  <c:v>-7396257</c:v>
                </c:pt>
                <c:pt idx="6935">
                  <c:v>-7324334</c:v>
                </c:pt>
                <c:pt idx="6936">
                  <c:v>-7287371</c:v>
                </c:pt>
                <c:pt idx="6937">
                  <c:v>-7395436</c:v>
                </c:pt>
                <c:pt idx="6938">
                  <c:v>-7351002</c:v>
                </c:pt>
                <c:pt idx="6939">
                  <c:v>-7316181</c:v>
                </c:pt>
                <c:pt idx="6940">
                  <c:v>-7482934</c:v>
                </c:pt>
                <c:pt idx="6941">
                  <c:v>-7287806</c:v>
                </c:pt>
                <c:pt idx="6942">
                  <c:v>-7388680</c:v>
                </c:pt>
                <c:pt idx="6943">
                  <c:v>-7287246</c:v>
                </c:pt>
                <c:pt idx="6944">
                  <c:v>-7291984</c:v>
                </c:pt>
                <c:pt idx="6945">
                  <c:v>-7570569</c:v>
                </c:pt>
                <c:pt idx="6946">
                  <c:v>-7239491</c:v>
                </c:pt>
                <c:pt idx="6947">
                  <c:v>-7384103</c:v>
                </c:pt>
                <c:pt idx="6948">
                  <c:v>-7307540</c:v>
                </c:pt>
                <c:pt idx="6949">
                  <c:v>-7279935</c:v>
                </c:pt>
                <c:pt idx="6950">
                  <c:v>-7315280</c:v>
                </c:pt>
                <c:pt idx="6951">
                  <c:v>-7407213</c:v>
                </c:pt>
                <c:pt idx="6952">
                  <c:v>-7374761</c:v>
                </c:pt>
                <c:pt idx="6953">
                  <c:v>-7376375</c:v>
                </c:pt>
                <c:pt idx="6954">
                  <c:v>-7316486</c:v>
                </c:pt>
                <c:pt idx="6955">
                  <c:v>-7274338</c:v>
                </c:pt>
                <c:pt idx="6956">
                  <c:v>-7377755</c:v>
                </c:pt>
                <c:pt idx="6957">
                  <c:v>-7386439</c:v>
                </c:pt>
                <c:pt idx="6958">
                  <c:v>-7377194</c:v>
                </c:pt>
                <c:pt idx="6959">
                  <c:v>-7288767</c:v>
                </c:pt>
                <c:pt idx="6960">
                  <c:v>-7352487</c:v>
                </c:pt>
                <c:pt idx="6961">
                  <c:v>-7362249</c:v>
                </c:pt>
                <c:pt idx="6962">
                  <c:v>-7298979</c:v>
                </c:pt>
                <c:pt idx="6963">
                  <c:v>-7584128</c:v>
                </c:pt>
                <c:pt idx="6964">
                  <c:v>-7315986</c:v>
                </c:pt>
                <c:pt idx="6965">
                  <c:v>-7324062</c:v>
                </c:pt>
                <c:pt idx="6966">
                  <c:v>-7327723</c:v>
                </c:pt>
                <c:pt idx="6967">
                  <c:v>-7314822</c:v>
                </c:pt>
                <c:pt idx="6968">
                  <c:v>-7271843</c:v>
                </c:pt>
                <c:pt idx="6969">
                  <c:v>-7387925</c:v>
                </c:pt>
                <c:pt idx="6970">
                  <c:v>-7387124</c:v>
                </c:pt>
                <c:pt idx="6971">
                  <c:v>-7344428</c:v>
                </c:pt>
                <c:pt idx="6972">
                  <c:v>-7302998</c:v>
                </c:pt>
                <c:pt idx="6973">
                  <c:v>-7383943</c:v>
                </c:pt>
                <c:pt idx="6974">
                  <c:v>-7301234</c:v>
                </c:pt>
                <c:pt idx="6975">
                  <c:v>-7295592</c:v>
                </c:pt>
                <c:pt idx="6976">
                  <c:v>-7340162</c:v>
                </c:pt>
                <c:pt idx="6977">
                  <c:v>-7337375</c:v>
                </c:pt>
                <c:pt idx="6978">
                  <c:v>-7573939</c:v>
                </c:pt>
                <c:pt idx="6979">
                  <c:v>-7358267</c:v>
                </c:pt>
                <c:pt idx="6980">
                  <c:v>-7322250</c:v>
                </c:pt>
                <c:pt idx="6981">
                  <c:v>-7287404</c:v>
                </c:pt>
                <c:pt idx="6982">
                  <c:v>-7263483</c:v>
                </c:pt>
                <c:pt idx="6983">
                  <c:v>-7358151</c:v>
                </c:pt>
                <c:pt idx="6984">
                  <c:v>-7295738</c:v>
                </c:pt>
                <c:pt idx="6985">
                  <c:v>-7363850</c:v>
                </c:pt>
                <c:pt idx="6986">
                  <c:v>-7391286</c:v>
                </c:pt>
                <c:pt idx="6987">
                  <c:v>-7217237</c:v>
                </c:pt>
                <c:pt idx="6988">
                  <c:v>-7404865</c:v>
                </c:pt>
                <c:pt idx="6989">
                  <c:v>-7284144</c:v>
                </c:pt>
                <c:pt idx="6990">
                  <c:v>-7408476</c:v>
                </c:pt>
                <c:pt idx="6991">
                  <c:v>-7348059</c:v>
                </c:pt>
                <c:pt idx="6992">
                  <c:v>-7325177</c:v>
                </c:pt>
                <c:pt idx="6993">
                  <c:v>-7297851</c:v>
                </c:pt>
                <c:pt idx="6994">
                  <c:v>-7392503</c:v>
                </c:pt>
                <c:pt idx="6995">
                  <c:v>-7368201</c:v>
                </c:pt>
                <c:pt idx="6996">
                  <c:v>-7575231</c:v>
                </c:pt>
                <c:pt idx="6997">
                  <c:v>-7390238</c:v>
                </c:pt>
                <c:pt idx="6998">
                  <c:v>-7385531</c:v>
                </c:pt>
                <c:pt idx="6999">
                  <c:v>-7380835</c:v>
                </c:pt>
                <c:pt idx="7000">
                  <c:v>-7450599</c:v>
                </c:pt>
                <c:pt idx="7001">
                  <c:v>-7286112</c:v>
                </c:pt>
                <c:pt idx="7002">
                  <c:v>-7212444</c:v>
                </c:pt>
                <c:pt idx="7003">
                  <c:v>-7476796</c:v>
                </c:pt>
                <c:pt idx="7004">
                  <c:v>-7297082</c:v>
                </c:pt>
                <c:pt idx="7005">
                  <c:v>-7326014</c:v>
                </c:pt>
                <c:pt idx="7006">
                  <c:v>-7261879</c:v>
                </c:pt>
                <c:pt idx="7007">
                  <c:v>-7382760</c:v>
                </c:pt>
                <c:pt idx="7008">
                  <c:v>-7344735</c:v>
                </c:pt>
                <c:pt idx="7009">
                  <c:v>-7336567</c:v>
                </c:pt>
                <c:pt idx="7010">
                  <c:v>-7391384</c:v>
                </c:pt>
                <c:pt idx="7011">
                  <c:v>-7343755</c:v>
                </c:pt>
                <c:pt idx="7012">
                  <c:v>-7353827</c:v>
                </c:pt>
                <c:pt idx="7013">
                  <c:v>-7291224</c:v>
                </c:pt>
                <c:pt idx="7014">
                  <c:v>-7312049</c:v>
                </c:pt>
                <c:pt idx="7015">
                  <c:v>-7338443</c:v>
                </c:pt>
                <c:pt idx="7016">
                  <c:v>-7389630</c:v>
                </c:pt>
                <c:pt idx="7017">
                  <c:v>-7381364</c:v>
                </c:pt>
                <c:pt idx="7018">
                  <c:v>-7269901</c:v>
                </c:pt>
                <c:pt idx="7019">
                  <c:v>-7308269</c:v>
                </c:pt>
                <c:pt idx="7020">
                  <c:v>-7385866</c:v>
                </c:pt>
                <c:pt idx="7021">
                  <c:v>-7282672</c:v>
                </c:pt>
                <c:pt idx="7022">
                  <c:v>-7304689</c:v>
                </c:pt>
                <c:pt idx="7023">
                  <c:v>-7293363</c:v>
                </c:pt>
                <c:pt idx="7024">
                  <c:v>-7312280</c:v>
                </c:pt>
                <c:pt idx="7025">
                  <c:v>-7340332</c:v>
                </c:pt>
                <c:pt idx="7026">
                  <c:v>-7302640</c:v>
                </c:pt>
                <c:pt idx="7027">
                  <c:v>-7302887</c:v>
                </c:pt>
                <c:pt idx="7028">
                  <c:v>-7306785</c:v>
                </c:pt>
                <c:pt idx="7029">
                  <c:v>-7284483</c:v>
                </c:pt>
                <c:pt idx="7030">
                  <c:v>-7322703</c:v>
                </c:pt>
                <c:pt idx="7031">
                  <c:v>-7370744</c:v>
                </c:pt>
                <c:pt idx="7032">
                  <c:v>-7409756</c:v>
                </c:pt>
                <c:pt idx="7033">
                  <c:v>-7364426</c:v>
                </c:pt>
                <c:pt idx="7034">
                  <c:v>-7354132</c:v>
                </c:pt>
                <c:pt idx="7035">
                  <c:v>-7317054</c:v>
                </c:pt>
                <c:pt idx="7036">
                  <c:v>-7378554</c:v>
                </c:pt>
                <c:pt idx="7037">
                  <c:v>-7260476</c:v>
                </c:pt>
                <c:pt idx="7038">
                  <c:v>-7348293</c:v>
                </c:pt>
                <c:pt idx="7039">
                  <c:v>-7327907</c:v>
                </c:pt>
                <c:pt idx="7040">
                  <c:v>-7313541</c:v>
                </c:pt>
                <c:pt idx="7041">
                  <c:v>-7351753</c:v>
                </c:pt>
                <c:pt idx="7042">
                  <c:v>-7357567</c:v>
                </c:pt>
                <c:pt idx="7043">
                  <c:v>-7269395</c:v>
                </c:pt>
                <c:pt idx="7044">
                  <c:v>-7336735</c:v>
                </c:pt>
                <c:pt idx="7045">
                  <c:v>-7226652</c:v>
                </c:pt>
                <c:pt idx="7046">
                  <c:v>-7263447</c:v>
                </c:pt>
                <c:pt idx="7047">
                  <c:v>-7374740</c:v>
                </c:pt>
                <c:pt idx="7048">
                  <c:v>-7334030</c:v>
                </c:pt>
                <c:pt idx="7049">
                  <c:v>-7314713</c:v>
                </c:pt>
                <c:pt idx="7050">
                  <c:v>-7319731</c:v>
                </c:pt>
                <c:pt idx="7051">
                  <c:v>-7395992</c:v>
                </c:pt>
                <c:pt idx="7052">
                  <c:v>-7345405</c:v>
                </c:pt>
                <c:pt idx="7053">
                  <c:v>-7355400</c:v>
                </c:pt>
                <c:pt idx="7054">
                  <c:v>-7287594</c:v>
                </c:pt>
                <c:pt idx="7055">
                  <c:v>-7311044</c:v>
                </c:pt>
                <c:pt idx="7056">
                  <c:v>-7322546</c:v>
                </c:pt>
                <c:pt idx="7057">
                  <c:v>-7345079</c:v>
                </c:pt>
                <c:pt idx="7058">
                  <c:v>-7283022</c:v>
                </c:pt>
                <c:pt idx="7059">
                  <c:v>-7372400</c:v>
                </c:pt>
                <c:pt idx="7060">
                  <c:v>-7237211</c:v>
                </c:pt>
                <c:pt idx="7061">
                  <c:v>-7346874</c:v>
                </c:pt>
                <c:pt idx="7062">
                  <c:v>-7384916</c:v>
                </c:pt>
                <c:pt idx="7063">
                  <c:v>-7394551</c:v>
                </c:pt>
                <c:pt idx="7064">
                  <c:v>-7295942</c:v>
                </c:pt>
                <c:pt idx="7065">
                  <c:v>-7284928</c:v>
                </c:pt>
                <c:pt idx="7066">
                  <c:v>-7286597</c:v>
                </c:pt>
                <c:pt idx="7067">
                  <c:v>-7325530</c:v>
                </c:pt>
                <c:pt idx="7068">
                  <c:v>-7271417</c:v>
                </c:pt>
                <c:pt idx="7069">
                  <c:v>-7354380</c:v>
                </c:pt>
                <c:pt idx="7070">
                  <c:v>-7380631</c:v>
                </c:pt>
                <c:pt idx="7071">
                  <c:v>-7317906</c:v>
                </c:pt>
                <c:pt idx="7072">
                  <c:v>-7229708</c:v>
                </c:pt>
                <c:pt idx="7073">
                  <c:v>-7327051</c:v>
                </c:pt>
                <c:pt idx="7074">
                  <c:v>-7332386</c:v>
                </c:pt>
                <c:pt idx="7075">
                  <c:v>-7288219</c:v>
                </c:pt>
                <c:pt idx="7076">
                  <c:v>-7496305</c:v>
                </c:pt>
                <c:pt idx="7077">
                  <c:v>-7334132</c:v>
                </c:pt>
                <c:pt idx="7078">
                  <c:v>-7289533</c:v>
                </c:pt>
                <c:pt idx="7079">
                  <c:v>-7327902</c:v>
                </c:pt>
                <c:pt idx="7080">
                  <c:v>-7358993</c:v>
                </c:pt>
                <c:pt idx="7081">
                  <c:v>-7631578</c:v>
                </c:pt>
                <c:pt idx="7082">
                  <c:v>-7399608</c:v>
                </c:pt>
                <c:pt idx="7083">
                  <c:v>-7327378</c:v>
                </c:pt>
                <c:pt idx="7084">
                  <c:v>-7345536</c:v>
                </c:pt>
                <c:pt idx="7085">
                  <c:v>-7538789</c:v>
                </c:pt>
                <c:pt idx="7086">
                  <c:v>-7366791</c:v>
                </c:pt>
                <c:pt idx="7087">
                  <c:v>-7331143</c:v>
                </c:pt>
                <c:pt idx="7088">
                  <c:v>-7351202</c:v>
                </c:pt>
                <c:pt idx="7089">
                  <c:v>-7286836</c:v>
                </c:pt>
                <c:pt idx="7090">
                  <c:v>-7337406</c:v>
                </c:pt>
                <c:pt idx="7091">
                  <c:v>-7277070</c:v>
                </c:pt>
                <c:pt idx="7092">
                  <c:v>-7317749</c:v>
                </c:pt>
                <c:pt idx="7093">
                  <c:v>-7225728</c:v>
                </c:pt>
                <c:pt idx="7094">
                  <c:v>-7330046</c:v>
                </c:pt>
                <c:pt idx="7095">
                  <c:v>-7308817</c:v>
                </c:pt>
                <c:pt idx="7096">
                  <c:v>-7270735</c:v>
                </c:pt>
                <c:pt idx="7097">
                  <c:v>-7408175</c:v>
                </c:pt>
                <c:pt idx="7098">
                  <c:v>-7294544</c:v>
                </c:pt>
                <c:pt idx="7099">
                  <c:v>-7302699</c:v>
                </c:pt>
                <c:pt idx="7100">
                  <c:v>-7330121</c:v>
                </c:pt>
                <c:pt idx="7101">
                  <c:v>-7270376</c:v>
                </c:pt>
                <c:pt idx="7102">
                  <c:v>-7341004</c:v>
                </c:pt>
                <c:pt idx="7103">
                  <c:v>-7286946</c:v>
                </c:pt>
                <c:pt idx="7104">
                  <c:v>-7280134</c:v>
                </c:pt>
                <c:pt idx="7105">
                  <c:v>-7374461</c:v>
                </c:pt>
                <c:pt idx="7106">
                  <c:v>-7314809</c:v>
                </c:pt>
                <c:pt idx="7107">
                  <c:v>-7366383</c:v>
                </c:pt>
                <c:pt idx="7108">
                  <c:v>-7430323</c:v>
                </c:pt>
                <c:pt idx="7109">
                  <c:v>-7317879</c:v>
                </c:pt>
                <c:pt idx="7110">
                  <c:v>-7328573</c:v>
                </c:pt>
                <c:pt idx="7111">
                  <c:v>-7405516</c:v>
                </c:pt>
                <c:pt idx="7112">
                  <c:v>-7382702</c:v>
                </c:pt>
                <c:pt idx="7113">
                  <c:v>-7299430</c:v>
                </c:pt>
                <c:pt idx="7114">
                  <c:v>-7336887</c:v>
                </c:pt>
                <c:pt idx="7115">
                  <c:v>-7318328</c:v>
                </c:pt>
                <c:pt idx="7116">
                  <c:v>-7297938</c:v>
                </c:pt>
                <c:pt idx="7117">
                  <c:v>-7357270</c:v>
                </c:pt>
                <c:pt idx="7118">
                  <c:v>-7414763</c:v>
                </c:pt>
                <c:pt idx="7119">
                  <c:v>-7330837</c:v>
                </c:pt>
                <c:pt idx="7120">
                  <c:v>-7271828</c:v>
                </c:pt>
                <c:pt idx="7121">
                  <c:v>-7309377</c:v>
                </c:pt>
                <c:pt idx="7122">
                  <c:v>-7405290</c:v>
                </c:pt>
                <c:pt idx="7123">
                  <c:v>-7288061</c:v>
                </c:pt>
                <c:pt idx="7124">
                  <c:v>-7323645</c:v>
                </c:pt>
                <c:pt idx="7125">
                  <c:v>-7372104</c:v>
                </c:pt>
                <c:pt idx="7126">
                  <c:v>-7289929</c:v>
                </c:pt>
                <c:pt idx="7127">
                  <c:v>-7411552</c:v>
                </c:pt>
                <c:pt idx="7128">
                  <c:v>-7266378</c:v>
                </c:pt>
                <c:pt idx="7129">
                  <c:v>-7311300</c:v>
                </c:pt>
                <c:pt idx="7130">
                  <c:v>-7354609</c:v>
                </c:pt>
                <c:pt idx="7131">
                  <c:v>-7327039</c:v>
                </c:pt>
                <c:pt idx="7132">
                  <c:v>-7353439</c:v>
                </c:pt>
                <c:pt idx="7133">
                  <c:v>-7328781</c:v>
                </c:pt>
                <c:pt idx="7134">
                  <c:v>-7329523</c:v>
                </c:pt>
                <c:pt idx="7135">
                  <c:v>-7362702</c:v>
                </c:pt>
                <c:pt idx="7136">
                  <c:v>-7399609</c:v>
                </c:pt>
                <c:pt idx="7137">
                  <c:v>-7577799</c:v>
                </c:pt>
                <c:pt idx="7138">
                  <c:v>-7342735</c:v>
                </c:pt>
                <c:pt idx="7139">
                  <c:v>-7396679</c:v>
                </c:pt>
                <c:pt idx="7140">
                  <c:v>-7323463</c:v>
                </c:pt>
                <c:pt idx="7141">
                  <c:v>-7291737</c:v>
                </c:pt>
                <c:pt idx="7142">
                  <c:v>-7346868</c:v>
                </c:pt>
                <c:pt idx="7143">
                  <c:v>-7318573</c:v>
                </c:pt>
                <c:pt idx="7144">
                  <c:v>-7297462</c:v>
                </c:pt>
                <c:pt idx="7145">
                  <c:v>-7380921</c:v>
                </c:pt>
                <c:pt idx="7146">
                  <c:v>-7236552</c:v>
                </c:pt>
                <c:pt idx="7147">
                  <c:v>-7348410</c:v>
                </c:pt>
                <c:pt idx="7148">
                  <c:v>-7266297</c:v>
                </c:pt>
                <c:pt idx="7149">
                  <c:v>-7263457</c:v>
                </c:pt>
                <c:pt idx="7150">
                  <c:v>-7400496</c:v>
                </c:pt>
                <c:pt idx="7151">
                  <c:v>-7304940</c:v>
                </c:pt>
                <c:pt idx="7152">
                  <c:v>-7330206</c:v>
                </c:pt>
                <c:pt idx="7153">
                  <c:v>-7396498</c:v>
                </c:pt>
                <c:pt idx="7154">
                  <c:v>-7383556</c:v>
                </c:pt>
                <c:pt idx="7155">
                  <c:v>-7299988</c:v>
                </c:pt>
                <c:pt idx="7156">
                  <c:v>-7225360</c:v>
                </c:pt>
                <c:pt idx="7157">
                  <c:v>-7417834</c:v>
                </c:pt>
                <c:pt idx="7158">
                  <c:v>-7346926</c:v>
                </c:pt>
                <c:pt idx="7159">
                  <c:v>-7280855</c:v>
                </c:pt>
                <c:pt idx="7160">
                  <c:v>-7323181</c:v>
                </c:pt>
                <c:pt idx="7161">
                  <c:v>-7356390</c:v>
                </c:pt>
                <c:pt idx="7162">
                  <c:v>-7329170</c:v>
                </c:pt>
                <c:pt idx="7163">
                  <c:v>-7377198</c:v>
                </c:pt>
                <c:pt idx="7164">
                  <c:v>-7352165</c:v>
                </c:pt>
                <c:pt idx="7165">
                  <c:v>-7286344</c:v>
                </c:pt>
                <c:pt idx="7166">
                  <c:v>-7403140</c:v>
                </c:pt>
                <c:pt idx="7167">
                  <c:v>-7277595</c:v>
                </c:pt>
                <c:pt idx="7168">
                  <c:v>-7376167</c:v>
                </c:pt>
                <c:pt idx="7169">
                  <c:v>-7302963</c:v>
                </c:pt>
                <c:pt idx="7170">
                  <c:v>-7276949</c:v>
                </c:pt>
                <c:pt idx="7171">
                  <c:v>-7330906</c:v>
                </c:pt>
                <c:pt idx="7172">
                  <c:v>-7270754</c:v>
                </c:pt>
                <c:pt idx="7173">
                  <c:v>-7404685</c:v>
                </c:pt>
                <c:pt idx="7174">
                  <c:v>-7303711</c:v>
                </c:pt>
                <c:pt idx="7175">
                  <c:v>-7283411</c:v>
                </c:pt>
                <c:pt idx="7176">
                  <c:v>-7297469</c:v>
                </c:pt>
                <c:pt idx="7177">
                  <c:v>-7321740</c:v>
                </c:pt>
                <c:pt idx="7178">
                  <c:v>-7394456</c:v>
                </c:pt>
                <c:pt idx="7179">
                  <c:v>-7384970</c:v>
                </c:pt>
                <c:pt idx="7180">
                  <c:v>-7331372</c:v>
                </c:pt>
                <c:pt idx="7181">
                  <c:v>-7300863</c:v>
                </c:pt>
                <c:pt idx="7182">
                  <c:v>-7409245</c:v>
                </c:pt>
                <c:pt idx="7183">
                  <c:v>-7334115</c:v>
                </c:pt>
                <c:pt idx="7184">
                  <c:v>-7317132</c:v>
                </c:pt>
                <c:pt idx="7185">
                  <c:v>-7278420</c:v>
                </c:pt>
                <c:pt idx="7186">
                  <c:v>-7394014</c:v>
                </c:pt>
                <c:pt idx="7187">
                  <c:v>-7264189</c:v>
                </c:pt>
                <c:pt idx="7188">
                  <c:v>-7357738</c:v>
                </c:pt>
                <c:pt idx="7189">
                  <c:v>-7292679</c:v>
                </c:pt>
                <c:pt idx="7190">
                  <c:v>-7338767</c:v>
                </c:pt>
                <c:pt idx="7191">
                  <c:v>-7220823</c:v>
                </c:pt>
                <c:pt idx="7192">
                  <c:v>-7469349</c:v>
                </c:pt>
                <c:pt idx="7193">
                  <c:v>-7302874</c:v>
                </c:pt>
                <c:pt idx="7194">
                  <c:v>-7409015</c:v>
                </c:pt>
                <c:pt idx="7195">
                  <c:v>-7233169</c:v>
                </c:pt>
                <c:pt idx="7196">
                  <c:v>-7374579</c:v>
                </c:pt>
                <c:pt idx="7197">
                  <c:v>-7345223</c:v>
                </c:pt>
                <c:pt idx="7198">
                  <c:v>-7316012</c:v>
                </c:pt>
                <c:pt idx="7199">
                  <c:v>-7326359</c:v>
                </c:pt>
                <c:pt idx="7200">
                  <c:v>-7371084</c:v>
                </c:pt>
                <c:pt idx="7201">
                  <c:v>-7318946</c:v>
                </c:pt>
                <c:pt idx="7202">
                  <c:v>-7478728</c:v>
                </c:pt>
                <c:pt idx="7203">
                  <c:v>-7362799</c:v>
                </c:pt>
                <c:pt idx="7204">
                  <c:v>-7289853</c:v>
                </c:pt>
                <c:pt idx="7205">
                  <c:v>-7307820</c:v>
                </c:pt>
                <c:pt idx="7206">
                  <c:v>-7317921</c:v>
                </c:pt>
                <c:pt idx="7207">
                  <c:v>-7383489</c:v>
                </c:pt>
                <c:pt idx="7208">
                  <c:v>-7338065</c:v>
                </c:pt>
                <c:pt idx="7209">
                  <c:v>-7283415</c:v>
                </c:pt>
                <c:pt idx="7210">
                  <c:v>-7456606</c:v>
                </c:pt>
                <c:pt idx="7211">
                  <c:v>-7374724</c:v>
                </c:pt>
                <c:pt idx="7212">
                  <c:v>-7598050</c:v>
                </c:pt>
                <c:pt idx="7213">
                  <c:v>-7406156</c:v>
                </c:pt>
                <c:pt idx="7214">
                  <c:v>-7286793</c:v>
                </c:pt>
                <c:pt idx="7215">
                  <c:v>-7284355</c:v>
                </c:pt>
                <c:pt idx="7216">
                  <c:v>-7386549</c:v>
                </c:pt>
                <c:pt idx="7217">
                  <c:v>-7345273</c:v>
                </c:pt>
                <c:pt idx="7218">
                  <c:v>-7368209</c:v>
                </c:pt>
                <c:pt idx="7219">
                  <c:v>-7542345</c:v>
                </c:pt>
                <c:pt idx="7220">
                  <c:v>-7299002</c:v>
                </c:pt>
                <c:pt idx="7221">
                  <c:v>-7302842</c:v>
                </c:pt>
                <c:pt idx="7222">
                  <c:v>-7412512</c:v>
                </c:pt>
                <c:pt idx="7223">
                  <c:v>-7322305</c:v>
                </c:pt>
                <c:pt idx="7224">
                  <c:v>-7382230</c:v>
                </c:pt>
                <c:pt idx="7225">
                  <c:v>-7301923</c:v>
                </c:pt>
                <c:pt idx="7226">
                  <c:v>-7410277</c:v>
                </c:pt>
                <c:pt idx="7227">
                  <c:v>-7413378</c:v>
                </c:pt>
                <c:pt idx="7228">
                  <c:v>-7254121</c:v>
                </c:pt>
                <c:pt idx="7229">
                  <c:v>-7322501</c:v>
                </c:pt>
                <c:pt idx="7230">
                  <c:v>-7388524</c:v>
                </c:pt>
                <c:pt idx="7231">
                  <c:v>-7299816</c:v>
                </c:pt>
                <c:pt idx="7232">
                  <c:v>-7521449</c:v>
                </c:pt>
                <c:pt idx="7233">
                  <c:v>-7306900</c:v>
                </c:pt>
                <c:pt idx="7234">
                  <c:v>-7591879</c:v>
                </c:pt>
                <c:pt idx="7235">
                  <c:v>-7341534</c:v>
                </c:pt>
                <c:pt idx="7236">
                  <c:v>-7414193</c:v>
                </c:pt>
                <c:pt idx="7237">
                  <c:v>-7406580</c:v>
                </c:pt>
                <c:pt idx="7238">
                  <c:v>-7288902</c:v>
                </c:pt>
                <c:pt idx="7239">
                  <c:v>-7222643</c:v>
                </c:pt>
                <c:pt idx="7240">
                  <c:v>-7325772</c:v>
                </c:pt>
                <c:pt idx="7241">
                  <c:v>-7388470</c:v>
                </c:pt>
                <c:pt idx="7242">
                  <c:v>-7337443</c:v>
                </c:pt>
                <c:pt idx="7243">
                  <c:v>-7353521</c:v>
                </c:pt>
                <c:pt idx="7244">
                  <c:v>-7603216</c:v>
                </c:pt>
                <c:pt idx="7245">
                  <c:v>-7420368</c:v>
                </c:pt>
                <c:pt idx="7246">
                  <c:v>-7258063</c:v>
                </c:pt>
                <c:pt idx="7247">
                  <c:v>-7389979</c:v>
                </c:pt>
                <c:pt idx="7248">
                  <c:v>-7344244</c:v>
                </c:pt>
                <c:pt idx="7249">
                  <c:v>-7316503</c:v>
                </c:pt>
                <c:pt idx="7250">
                  <c:v>-7292768</c:v>
                </c:pt>
                <c:pt idx="7251">
                  <c:v>-7313646</c:v>
                </c:pt>
                <c:pt idx="7252">
                  <c:v>-7364937</c:v>
                </c:pt>
                <c:pt idx="7253">
                  <c:v>-7287629</c:v>
                </c:pt>
                <c:pt idx="7254">
                  <c:v>-7217797</c:v>
                </c:pt>
                <c:pt idx="7255">
                  <c:v>-7358689</c:v>
                </c:pt>
                <c:pt idx="7256">
                  <c:v>-7328785</c:v>
                </c:pt>
                <c:pt idx="7257">
                  <c:v>-7422482</c:v>
                </c:pt>
                <c:pt idx="7258">
                  <c:v>-7289368</c:v>
                </c:pt>
                <c:pt idx="7259">
                  <c:v>-7291607</c:v>
                </c:pt>
                <c:pt idx="7260">
                  <c:v>-7365667</c:v>
                </c:pt>
                <c:pt idx="7261">
                  <c:v>-7307723</c:v>
                </c:pt>
                <c:pt idx="7262">
                  <c:v>-7304175</c:v>
                </c:pt>
                <c:pt idx="7263">
                  <c:v>-7331763</c:v>
                </c:pt>
                <c:pt idx="7264">
                  <c:v>-7340047</c:v>
                </c:pt>
                <c:pt idx="7265">
                  <c:v>-7232446</c:v>
                </c:pt>
                <c:pt idx="7266">
                  <c:v>-7479484</c:v>
                </c:pt>
                <c:pt idx="7267">
                  <c:v>-7392708</c:v>
                </c:pt>
                <c:pt idx="7268">
                  <c:v>-7296625</c:v>
                </c:pt>
                <c:pt idx="7269">
                  <c:v>-7233252</c:v>
                </c:pt>
                <c:pt idx="7270">
                  <c:v>-7323061</c:v>
                </c:pt>
                <c:pt idx="7271">
                  <c:v>-7397857</c:v>
                </c:pt>
                <c:pt idx="7272">
                  <c:v>-7365780</c:v>
                </c:pt>
                <c:pt idx="7273">
                  <c:v>-7340772</c:v>
                </c:pt>
                <c:pt idx="7274">
                  <c:v>-7330049</c:v>
                </c:pt>
                <c:pt idx="7275">
                  <c:v>-7285541</c:v>
                </c:pt>
                <c:pt idx="7276">
                  <c:v>-7340490</c:v>
                </c:pt>
                <c:pt idx="7277">
                  <c:v>-7393910</c:v>
                </c:pt>
                <c:pt idx="7278">
                  <c:v>-7363999</c:v>
                </c:pt>
                <c:pt idx="7279">
                  <c:v>-7374881</c:v>
                </c:pt>
                <c:pt idx="7280">
                  <c:v>-7397232</c:v>
                </c:pt>
                <c:pt idx="7281">
                  <c:v>-7306894</c:v>
                </c:pt>
                <c:pt idx="7282">
                  <c:v>-7294403</c:v>
                </c:pt>
                <c:pt idx="7283">
                  <c:v>-7310792</c:v>
                </c:pt>
                <c:pt idx="7284">
                  <c:v>-7360468</c:v>
                </c:pt>
                <c:pt idx="7285">
                  <c:v>-7316869</c:v>
                </c:pt>
                <c:pt idx="7286">
                  <c:v>-7372069</c:v>
                </c:pt>
                <c:pt idx="7287">
                  <c:v>-7340094</c:v>
                </c:pt>
                <c:pt idx="7288">
                  <c:v>-7282291</c:v>
                </c:pt>
                <c:pt idx="7289">
                  <c:v>-7384969</c:v>
                </c:pt>
                <c:pt idx="7290">
                  <c:v>-7275300</c:v>
                </c:pt>
                <c:pt idx="7291">
                  <c:v>-7282303</c:v>
                </c:pt>
                <c:pt idx="7292">
                  <c:v>-7271102</c:v>
                </c:pt>
                <c:pt idx="7293">
                  <c:v>-7401885</c:v>
                </c:pt>
                <c:pt idx="7294">
                  <c:v>-7272778</c:v>
                </c:pt>
                <c:pt idx="7295">
                  <c:v>-7593710</c:v>
                </c:pt>
                <c:pt idx="7296">
                  <c:v>-7430508</c:v>
                </c:pt>
                <c:pt idx="7297">
                  <c:v>-7294990</c:v>
                </c:pt>
                <c:pt idx="7298">
                  <c:v>-7279919</c:v>
                </c:pt>
                <c:pt idx="7299">
                  <c:v>-7309346</c:v>
                </c:pt>
                <c:pt idx="7300">
                  <c:v>-7300390</c:v>
                </c:pt>
                <c:pt idx="7301">
                  <c:v>-7316892</c:v>
                </c:pt>
                <c:pt idx="7302">
                  <c:v>-7321663</c:v>
                </c:pt>
                <c:pt idx="7303">
                  <c:v>-7338886</c:v>
                </c:pt>
                <c:pt idx="7304">
                  <c:v>-7251046</c:v>
                </c:pt>
                <c:pt idx="7305">
                  <c:v>-7316798</c:v>
                </c:pt>
                <c:pt idx="7306">
                  <c:v>-7386613</c:v>
                </c:pt>
                <c:pt idx="7307">
                  <c:v>-7300532</c:v>
                </c:pt>
                <c:pt idx="7308">
                  <c:v>-7338503</c:v>
                </c:pt>
                <c:pt idx="7309">
                  <c:v>-7333684</c:v>
                </c:pt>
                <c:pt idx="7310">
                  <c:v>-7298917</c:v>
                </c:pt>
                <c:pt idx="7311">
                  <c:v>-7282173</c:v>
                </c:pt>
                <c:pt idx="7312">
                  <c:v>-7364548</c:v>
                </c:pt>
                <c:pt idx="7313">
                  <c:v>-7345343</c:v>
                </c:pt>
                <c:pt idx="7314">
                  <c:v>-7272930</c:v>
                </c:pt>
                <c:pt idx="7315">
                  <c:v>-7294311</c:v>
                </c:pt>
                <c:pt idx="7316">
                  <c:v>-7327688</c:v>
                </c:pt>
                <c:pt idx="7317">
                  <c:v>-7317336</c:v>
                </c:pt>
                <c:pt idx="7318">
                  <c:v>-7347827</c:v>
                </c:pt>
                <c:pt idx="7319">
                  <c:v>-7285182</c:v>
                </c:pt>
                <c:pt idx="7320">
                  <c:v>-7434499</c:v>
                </c:pt>
                <c:pt idx="7321">
                  <c:v>-7319472</c:v>
                </c:pt>
                <c:pt idx="7322">
                  <c:v>-7387315</c:v>
                </c:pt>
                <c:pt idx="7323">
                  <c:v>-7307185</c:v>
                </c:pt>
                <c:pt idx="7324">
                  <c:v>-7307758</c:v>
                </c:pt>
                <c:pt idx="7325">
                  <c:v>-7353753</c:v>
                </c:pt>
                <c:pt idx="7326">
                  <c:v>-7324232</c:v>
                </c:pt>
                <c:pt idx="7327">
                  <c:v>-7301700</c:v>
                </c:pt>
                <c:pt idx="7328">
                  <c:v>-7321996</c:v>
                </c:pt>
                <c:pt idx="7329">
                  <c:v>-7310310</c:v>
                </c:pt>
                <c:pt idx="7330">
                  <c:v>-7392515</c:v>
                </c:pt>
                <c:pt idx="7331">
                  <c:v>-7306254</c:v>
                </c:pt>
                <c:pt idx="7332">
                  <c:v>-7430780</c:v>
                </c:pt>
                <c:pt idx="7333">
                  <c:v>-7340266</c:v>
                </c:pt>
                <c:pt idx="7334">
                  <c:v>-7379016</c:v>
                </c:pt>
                <c:pt idx="7335">
                  <c:v>-7315224</c:v>
                </c:pt>
                <c:pt idx="7336">
                  <c:v>-7276194</c:v>
                </c:pt>
                <c:pt idx="7337">
                  <c:v>-7272599</c:v>
                </c:pt>
                <c:pt idx="7338">
                  <c:v>-7307589</c:v>
                </c:pt>
                <c:pt idx="7339">
                  <c:v>-7357315</c:v>
                </c:pt>
                <c:pt idx="7340">
                  <c:v>-7306399</c:v>
                </c:pt>
                <c:pt idx="7341">
                  <c:v>-7314651</c:v>
                </c:pt>
                <c:pt idx="7342">
                  <c:v>-7411829</c:v>
                </c:pt>
                <c:pt idx="7343">
                  <c:v>-7237924</c:v>
                </c:pt>
                <c:pt idx="7344">
                  <c:v>-7376786</c:v>
                </c:pt>
                <c:pt idx="7345">
                  <c:v>-7355139</c:v>
                </c:pt>
                <c:pt idx="7346">
                  <c:v>-7389621</c:v>
                </c:pt>
                <c:pt idx="7347">
                  <c:v>-7297319</c:v>
                </c:pt>
                <c:pt idx="7348">
                  <c:v>-7364032</c:v>
                </c:pt>
                <c:pt idx="7349">
                  <c:v>-7296055</c:v>
                </c:pt>
                <c:pt idx="7350">
                  <c:v>-7400953</c:v>
                </c:pt>
                <c:pt idx="7351">
                  <c:v>-7383472</c:v>
                </c:pt>
                <c:pt idx="7352">
                  <c:v>-7294945</c:v>
                </c:pt>
                <c:pt idx="7353">
                  <c:v>-7374165</c:v>
                </c:pt>
                <c:pt idx="7354">
                  <c:v>-7352006</c:v>
                </c:pt>
                <c:pt idx="7355">
                  <c:v>-7400962</c:v>
                </c:pt>
                <c:pt idx="7356">
                  <c:v>-7391415</c:v>
                </c:pt>
                <c:pt idx="7357">
                  <c:v>-7325830</c:v>
                </c:pt>
                <c:pt idx="7358">
                  <c:v>-7266727</c:v>
                </c:pt>
                <c:pt idx="7359">
                  <c:v>-7299383</c:v>
                </c:pt>
                <c:pt idx="7360">
                  <c:v>-7388158</c:v>
                </c:pt>
                <c:pt idx="7361">
                  <c:v>-7383108</c:v>
                </c:pt>
                <c:pt idx="7362">
                  <c:v>-7398642</c:v>
                </c:pt>
                <c:pt idx="7363">
                  <c:v>-7351685</c:v>
                </c:pt>
                <c:pt idx="7364">
                  <c:v>-7355461</c:v>
                </c:pt>
                <c:pt idx="7365">
                  <c:v>-7300304</c:v>
                </c:pt>
                <c:pt idx="7366">
                  <c:v>-7299592</c:v>
                </c:pt>
                <c:pt idx="7367">
                  <c:v>-7310684</c:v>
                </c:pt>
                <c:pt idx="7368">
                  <c:v>-7309794</c:v>
                </c:pt>
                <c:pt idx="7369">
                  <c:v>-7285644</c:v>
                </c:pt>
                <c:pt idx="7370">
                  <c:v>-7270335</c:v>
                </c:pt>
                <c:pt idx="7371">
                  <c:v>-7312811</c:v>
                </c:pt>
                <c:pt idx="7372">
                  <c:v>-7359972</c:v>
                </c:pt>
                <c:pt idx="7373">
                  <c:v>-7318341</c:v>
                </c:pt>
                <c:pt idx="7374">
                  <c:v>-7341976</c:v>
                </c:pt>
                <c:pt idx="7375">
                  <c:v>-7299713</c:v>
                </c:pt>
                <c:pt idx="7376">
                  <c:v>-7307021</c:v>
                </c:pt>
                <c:pt idx="7377">
                  <c:v>-7333830</c:v>
                </c:pt>
                <c:pt idx="7378">
                  <c:v>-7318933</c:v>
                </c:pt>
                <c:pt idx="7379">
                  <c:v>-7299135</c:v>
                </c:pt>
                <c:pt idx="7380">
                  <c:v>-7298458</c:v>
                </c:pt>
                <c:pt idx="7381">
                  <c:v>-7381795</c:v>
                </c:pt>
                <c:pt idx="7382">
                  <c:v>-7393065</c:v>
                </c:pt>
                <c:pt idx="7383">
                  <c:v>-7404310</c:v>
                </c:pt>
                <c:pt idx="7384">
                  <c:v>-7260169</c:v>
                </c:pt>
                <c:pt idx="7385">
                  <c:v>-7397239</c:v>
                </c:pt>
                <c:pt idx="7386">
                  <c:v>-7331816</c:v>
                </c:pt>
                <c:pt idx="7387">
                  <c:v>-7336246</c:v>
                </c:pt>
                <c:pt idx="7388">
                  <c:v>-7442689</c:v>
                </c:pt>
                <c:pt idx="7389">
                  <c:v>-7283996</c:v>
                </c:pt>
                <c:pt idx="7390">
                  <c:v>-7364904</c:v>
                </c:pt>
                <c:pt idx="7391">
                  <c:v>-7376115</c:v>
                </c:pt>
                <c:pt idx="7392">
                  <c:v>-7327412</c:v>
                </c:pt>
                <c:pt idx="7393">
                  <c:v>-7361018</c:v>
                </c:pt>
                <c:pt idx="7394">
                  <c:v>-7317894</c:v>
                </c:pt>
                <c:pt idx="7395">
                  <c:v>-7320792</c:v>
                </c:pt>
                <c:pt idx="7396">
                  <c:v>-7274978</c:v>
                </c:pt>
                <c:pt idx="7397">
                  <c:v>-7345419</c:v>
                </c:pt>
                <c:pt idx="7398">
                  <c:v>-7310125</c:v>
                </c:pt>
                <c:pt idx="7399">
                  <c:v>-7328791</c:v>
                </c:pt>
                <c:pt idx="7400">
                  <c:v>-7404650</c:v>
                </c:pt>
                <c:pt idx="7401">
                  <c:v>-7299380</c:v>
                </c:pt>
                <c:pt idx="7402">
                  <c:v>-7292309</c:v>
                </c:pt>
                <c:pt idx="7403">
                  <c:v>-7327104</c:v>
                </c:pt>
                <c:pt idx="7404">
                  <c:v>-7383122</c:v>
                </c:pt>
                <c:pt idx="7405">
                  <c:v>-7370781</c:v>
                </c:pt>
                <c:pt idx="7406">
                  <c:v>-7366512</c:v>
                </c:pt>
                <c:pt idx="7407">
                  <c:v>-7407901</c:v>
                </c:pt>
                <c:pt idx="7408">
                  <c:v>-7314554</c:v>
                </c:pt>
                <c:pt idx="7409">
                  <c:v>-7310656</c:v>
                </c:pt>
                <c:pt idx="7410">
                  <c:v>-7424518</c:v>
                </c:pt>
                <c:pt idx="7411">
                  <c:v>-7380047</c:v>
                </c:pt>
                <c:pt idx="7412">
                  <c:v>-7336559</c:v>
                </c:pt>
                <c:pt idx="7413">
                  <c:v>-7336423</c:v>
                </c:pt>
                <c:pt idx="7414">
                  <c:v>-7303155</c:v>
                </c:pt>
                <c:pt idx="7415">
                  <c:v>-7389251</c:v>
                </c:pt>
                <c:pt idx="7416">
                  <c:v>-7290886</c:v>
                </c:pt>
                <c:pt idx="7417">
                  <c:v>-7325884</c:v>
                </c:pt>
                <c:pt idx="7418">
                  <c:v>-7407248</c:v>
                </c:pt>
                <c:pt idx="7419">
                  <c:v>-7228996</c:v>
                </c:pt>
                <c:pt idx="7420">
                  <c:v>-7356119</c:v>
                </c:pt>
                <c:pt idx="7421">
                  <c:v>-7402147</c:v>
                </c:pt>
                <c:pt idx="7422">
                  <c:v>-7288507</c:v>
                </c:pt>
                <c:pt idx="7423">
                  <c:v>-7275448</c:v>
                </c:pt>
                <c:pt idx="7424">
                  <c:v>-7342893</c:v>
                </c:pt>
                <c:pt idx="7425">
                  <c:v>-7337212</c:v>
                </c:pt>
                <c:pt idx="7426">
                  <c:v>-7362162</c:v>
                </c:pt>
                <c:pt idx="7427">
                  <c:v>-7301177</c:v>
                </c:pt>
                <c:pt idx="7428">
                  <c:v>-7312937</c:v>
                </c:pt>
                <c:pt idx="7429">
                  <c:v>-7338402</c:v>
                </c:pt>
                <c:pt idx="7430">
                  <c:v>-7299796</c:v>
                </c:pt>
                <c:pt idx="7431">
                  <c:v>-7320942</c:v>
                </c:pt>
                <c:pt idx="7432">
                  <c:v>-7269095</c:v>
                </c:pt>
                <c:pt idx="7433">
                  <c:v>-7326092</c:v>
                </c:pt>
                <c:pt idx="7434">
                  <c:v>-7410428</c:v>
                </c:pt>
                <c:pt idx="7435">
                  <c:v>-7356188</c:v>
                </c:pt>
                <c:pt idx="7436">
                  <c:v>-7314292</c:v>
                </c:pt>
                <c:pt idx="7437">
                  <c:v>-7349503</c:v>
                </c:pt>
                <c:pt idx="7438">
                  <c:v>-7412824</c:v>
                </c:pt>
                <c:pt idx="7439">
                  <c:v>-7340210</c:v>
                </c:pt>
                <c:pt idx="7440">
                  <c:v>-7363846</c:v>
                </c:pt>
                <c:pt idx="7441">
                  <c:v>-7272940</c:v>
                </c:pt>
                <c:pt idx="7442">
                  <c:v>-7291466</c:v>
                </c:pt>
                <c:pt idx="7443">
                  <c:v>-7280716</c:v>
                </c:pt>
                <c:pt idx="7444">
                  <c:v>-7327228</c:v>
                </c:pt>
                <c:pt idx="7445">
                  <c:v>-7333596</c:v>
                </c:pt>
                <c:pt idx="7446">
                  <c:v>-7257554</c:v>
                </c:pt>
                <c:pt idx="7447">
                  <c:v>-7292925</c:v>
                </c:pt>
                <c:pt idx="7448">
                  <c:v>-7604276</c:v>
                </c:pt>
                <c:pt idx="7449">
                  <c:v>-7361977</c:v>
                </c:pt>
                <c:pt idx="7450">
                  <c:v>-7284354</c:v>
                </c:pt>
                <c:pt idx="7451">
                  <c:v>-7267274</c:v>
                </c:pt>
                <c:pt idx="7452">
                  <c:v>-7341289</c:v>
                </c:pt>
                <c:pt idx="7453">
                  <c:v>-7299377</c:v>
                </c:pt>
                <c:pt idx="7454">
                  <c:v>-7406801</c:v>
                </c:pt>
                <c:pt idx="7455">
                  <c:v>-7383553</c:v>
                </c:pt>
                <c:pt idx="7456">
                  <c:v>-7318747</c:v>
                </c:pt>
                <c:pt idx="7457">
                  <c:v>-7305991</c:v>
                </c:pt>
                <c:pt idx="7458">
                  <c:v>-7380996</c:v>
                </c:pt>
                <c:pt idx="7459">
                  <c:v>-7338748</c:v>
                </c:pt>
                <c:pt idx="7460">
                  <c:v>-7340649</c:v>
                </c:pt>
                <c:pt idx="7461">
                  <c:v>-7429643</c:v>
                </c:pt>
                <c:pt idx="7462">
                  <c:v>-7378392</c:v>
                </c:pt>
                <c:pt idx="7463">
                  <c:v>-7355986</c:v>
                </c:pt>
                <c:pt idx="7464">
                  <c:v>-7302492</c:v>
                </c:pt>
                <c:pt idx="7465">
                  <c:v>-7378617</c:v>
                </c:pt>
                <c:pt idx="7466">
                  <c:v>-7363072</c:v>
                </c:pt>
                <c:pt idx="7467">
                  <c:v>-7325173</c:v>
                </c:pt>
                <c:pt idx="7468">
                  <c:v>-7331804</c:v>
                </c:pt>
                <c:pt idx="7469">
                  <c:v>-7509321</c:v>
                </c:pt>
                <c:pt idx="7470">
                  <c:v>-7383332</c:v>
                </c:pt>
                <c:pt idx="7471">
                  <c:v>-7351954</c:v>
                </c:pt>
                <c:pt idx="7472">
                  <c:v>-7303744</c:v>
                </c:pt>
                <c:pt idx="7473">
                  <c:v>-7287594</c:v>
                </c:pt>
                <c:pt idx="7474">
                  <c:v>-7364806</c:v>
                </c:pt>
                <c:pt idx="7475">
                  <c:v>-7343665</c:v>
                </c:pt>
                <c:pt idx="7476">
                  <c:v>-7382942</c:v>
                </c:pt>
                <c:pt idx="7477">
                  <c:v>-7417975</c:v>
                </c:pt>
                <c:pt idx="7478">
                  <c:v>-7346478</c:v>
                </c:pt>
                <c:pt idx="7479">
                  <c:v>-7294176</c:v>
                </c:pt>
                <c:pt idx="7480">
                  <c:v>-7412037</c:v>
                </c:pt>
                <c:pt idx="7481">
                  <c:v>-7374169</c:v>
                </c:pt>
                <c:pt idx="7482">
                  <c:v>-7260904</c:v>
                </c:pt>
                <c:pt idx="7483">
                  <c:v>-7314382</c:v>
                </c:pt>
                <c:pt idx="7484">
                  <c:v>-7388806</c:v>
                </c:pt>
                <c:pt idx="7485">
                  <c:v>-7365890</c:v>
                </c:pt>
                <c:pt idx="7486">
                  <c:v>-7530263</c:v>
                </c:pt>
                <c:pt idx="7487">
                  <c:v>-7381165</c:v>
                </c:pt>
                <c:pt idx="7488">
                  <c:v>-7296230</c:v>
                </c:pt>
                <c:pt idx="7489">
                  <c:v>-7383536</c:v>
                </c:pt>
                <c:pt idx="7490">
                  <c:v>-7320226</c:v>
                </c:pt>
                <c:pt idx="7491">
                  <c:v>-7365923</c:v>
                </c:pt>
                <c:pt idx="7492">
                  <c:v>-7329685</c:v>
                </c:pt>
                <c:pt idx="7493">
                  <c:v>-7457367</c:v>
                </c:pt>
                <c:pt idx="7494">
                  <c:v>-7313886</c:v>
                </c:pt>
                <c:pt idx="7495">
                  <c:v>-7306345</c:v>
                </c:pt>
                <c:pt idx="7496">
                  <c:v>-7315013</c:v>
                </c:pt>
                <c:pt idx="7497">
                  <c:v>-7408430</c:v>
                </c:pt>
                <c:pt idx="7498">
                  <c:v>-7269084</c:v>
                </c:pt>
                <c:pt idx="7499">
                  <c:v>-7236348</c:v>
                </c:pt>
                <c:pt idx="7500">
                  <c:v>-7322046</c:v>
                </c:pt>
                <c:pt idx="7501">
                  <c:v>-7344710</c:v>
                </c:pt>
                <c:pt idx="7502">
                  <c:v>-7383978</c:v>
                </c:pt>
                <c:pt idx="7503">
                  <c:v>-7241620</c:v>
                </c:pt>
                <c:pt idx="7504">
                  <c:v>-7319782</c:v>
                </c:pt>
                <c:pt idx="7505">
                  <c:v>-7305025</c:v>
                </c:pt>
                <c:pt idx="7506">
                  <c:v>-7306847</c:v>
                </c:pt>
                <c:pt idx="7507">
                  <c:v>-7263001</c:v>
                </c:pt>
                <c:pt idx="7508">
                  <c:v>-7252273</c:v>
                </c:pt>
                <c:pt idx="7509">
                  <c:v>-7381737</c:v>
                </c:pt>
                <c:pt idx="7510">
                  <c:v>-7387870</c:v>
                </c:pt>
                <c:pt idx="7511">
                  <c:v>-7357878</c:v>
                </c:pt>
                <c:pt idx="7512">
                  <c:v>-7485083</c:v>
                </c:pt>
                <c:pt idx="7513">
                  <c:v>-7297057</c:v>
                </c:pt>
                <c:pt idx="7514">
                  <c:v>-7319322</c:v>
                </c:pt>
                <c:pt idx="7515">
                  <c:v>-7376737</c:v>
                </c:pt>
                <c:pt idx="7516">
                  <c:v>-7341000</c:v>
                </c:pt>
                <c:pt idx="7517">
                  <c:v>-7387657</c:v>
                </c:pt>
                <c:pt idx="7518">
                  <c:v>-7311266</c:v>
                </c:pt>
                <c:pt idx="7519">
                  <c:v>-7359303</c:v>
                </c:pt>
                <c:pt idx="7520">
                  <c:v>-7357829</c:v>
                </c:pt>
                <c:pt idx="7521">
                  <c:v>-7334600</c:v>
                </c:pt>
                <c:pt idx="7522">
                  <c:v>-7336479</c:v>
                </c:pt>
                <c:pt idx="7523">
                  <c:v>-7277901</c:v>
                </c:pt>
                <c:pt idx="7524">
                  <c:v>-7351102</c:v>
                </c:pt>
                <c:pt idx="7525">
                  <c:v>-7284210</c:v>
                </c:pt>
                <c:pt idx="7526">
                  <c:v>-7360869</c:v>
                </c:pt>
                <c:pt idx="7527">
                  <c:v>-7299601</c:v>
                </c:pt>
                <c:pt idx="7528">
                  <c:v>-7402258</c:v>
                </c:pt>
                <c:pt idx="7529">
                  <c:v>-7315268</c:v>
                </c:pt>
                <c:pt idx="7530">
                  <c:v>-7302475</c:v>
                </c:pt>
                <c:pt idx="7531">
                  <c:v>-7288014</c:v>
                </c:pt>
                <c:pt idx="7532">
                  <c:v>-7311906</c:v>
                </c:pt>
                <c:pt idx="7533">
                  <c:v>-7271912</c:v>
                </c:pt>
                <c:pt idx="7534">
                  <c:v>-7269408</c:v>
                </c:pt>
                <c:pt idx="7535">
                  <c:v>-7371318</c:v>
                </c:pt>
                <c:pt idx="7536">
                  <c:v>-7368733</c:v>
                </c:pt>
                <c:pt idx="7537">
                  <c:v>-7392172</c:v>
                </c:pt>
                <c:pt idx="7538">
                  <c:v>-7318586</c:v>
                </c:pt>
                <c:pt idx="7539">
                  <c:v>-7332747</c:v>
                </c:pt>
                <c:pt idx="7540">
                  <c:v>-7257625</c:v>
                </c:pt>
                <c:pt idx="7541">
                  <c:v>-7350323</c:v>
                </c:pt>
                <c:pt idx="7542">
                  <c:v>-7289963</c:v>
                </c:pt>
                <c:pt idx="7543">
                  <c:v>-7257478</c:v>
                </c:pt>
                <c:pt idx="7544">
                  <c:v>-7314496</c:v>
                </c:pt>
                <c:pt idx="7545">
                  <c:v>-7336841</c:v>
                </c:pt>
                <c:pt idx="7546">
                  <c:v>-7353646</c:v>
                </c:pt>
                <c:pt idx="7547">
                  <c:v>-7307434</c:v>
                </c:pt>
                <c:pt idx="7548">
                  <c:v>-7294747</c:v>
                </c:pt>
                <c:pt idx="7549">
                  <c:v>-7369120</c:v>
                </c:pt>
                <c:pt idx="7550">
                  <c:v>-7310063</c:v>
                </c:pt>
                <c:pt idx="7551">
                  <c:v>-7391044</c:v>
                </c:pt>
                <c:pt idx="7552">
                  <c:v>-7326482</c:v>
                </c:pt>
                <c:pt idx="7553">
                  <c:v>-7309351</c:v>
                </c:pt>
                <c:pt idx="7554">
                  <c:v>-7463923</c:v>
                </c:pt>
                <c:pt idx="7555">
                  <c:v>-7346130</c:v>
                </c:pt>
                <c:pt idx="7556">
                  <c:v>-7390118</c:v>
                </c:pt>
                <c:pt idx="7557">
                  <c:v>-7353357</c:v>
                </c:pt>
                <c:pt idx="7558">
                  <c:v>-7385681</c:v>
                </c:pt>
                <c:pt idx="7559">
                  <c:v>-7335831</c:v>
                </c:pt>
                <c:pt idx="7560">
                  <c:v>-7279860</c:v>
                </c:pt>
                <c:pt idx="7561">
                  <c:v>-7511947</c:v>
                </c:pt>
                <c:pt idx="7562">
                  <c:v>-7317402</c:v>
                </c:pt>
                <c:pt idx="7563">
                  <c:v>-7330396</c:v>
                </c:pt>
                <c:pt idx="7564">
                  <c:v>-7298340</c:v>
                </c:pt>
                <c:pt idx="7565">
                  <c:v>-7341676</c:v>
                </c:pt>
                <c:pt idx="7566">
                  <c:v>-7479239</c:v>
                </c:pt>
                <c:pt idx="7567">
                  <c:v>-7328801</c:v>
                </c:pt>
                <c:pt idx="7568">
                  <c:v>-7292056</c:v>
                </c:pt>
                <c:pt idx="7569">
                  <c:v>-7535845</c:v>
                </c:pt>
                <c:pt idx="7570">
                  <c:v>-7398515</c:v>
                </c:pt>
                <c:pt idx="7571">
                  <c:v>-7297970</c:v>
                </c:pt>
                <c:pt idx="7572">
                  <c:v>-7235498</c:v>
                </c:pt>
                <c:pt idx="7573">
                  <c:v>-7318107</c:v>
                </c:pt>
                <c:pt idx="7574">
                  <c:v>-7337208</c:v>
                </c:pt>
                <c:pt idx="7575">
                  <c:v>-7366956</c:v>
                </c:pt>
                <c:pt idx="7576">
                  <c:v>-7390131</c:v>
                </c:pt>
                <c:pt idx="7577">
                  <c:v>-7354614</c:v>
                </c:pt>
                <c:pt idx="7578">
                  <c:v>-7320292</c:v>
                </c:pt>
                <c:pt idx="7579">
                  <c:v>-7384087</c:v>
                </c:pt>
                <c:pt idx="7580">
                  <c:v>-7449295</c:v>
                </c:pt>
                <c:pt idx="7581">
                  <c:v>-7472441</c:v>
                </c:pt>
                <c:pt idx="7582">
                  <c:v>-7331593</c:v>
                </c:pt>
                <c:pt idx="7583">
                  <c:v>-7318635</c:v>
                </c:pt>
                <c:pt idx="7584">
                  <c:v>-7280045</c:v>
                </c:pt>
                <c:pt idx="7585">
                  <c:v>-7407135</c:v>
                </c:pt>
                <c:pt idx="7586">
                  <c:v>-7295324</c:v>
                </c:pt>
                <c:pt idx="7587">
                  <c:v>-7308214</c:v>
                </c:pt>
                <c:pt idx="7588">
                  <c:v>-7337720</c:v>
                </c:pt>
                <c:pt idx="7589">
                  <c:v>-7325371</c:v>
                </c:pt>
                <c:pt idx="7590">
                  <c:v>-7362359</c:v>
                </c:pt>
                <c:pt idx="7591">
                  <c:v>-7415408</c:v>
                </c:pt>
                <c:pt idx="7592">
                  <c:v>-7484349</c:v>
                </c:pt>
                <c:pt idx="7593">
                  <c:v>-7236953</c:v>
                </c:pt>
                <c:pt idx="7594">
                  <c:v>-7281579</c:v>
                </c:pt>
                <c:pt idx="7595">
                  <c:v>-7389703</c:v>
                </c:pt>
                <c:pt idx="7596">
                  <c:v>-7331625</c:v>
                </c:pt>
                <c:pt idx="7597">
                  <c:v>-7315268</c:v>
                </c:pt>
                <c:pt idx="7598">
                  <c:v>-7352180</c:v>
                </c:pt>
                <c:pt idx="7599">
                  <c:v>-7274618</c:v>
                </c:pt>
                <c:pt idx="7600">
                  <c:v>-7383409</c:v>
                </c:pt>
                <c:pt idx="7601">
                  <c:v>-7371393</c:v>
                </c:pt>
                <c:pt idx="7602">
                  <c:v>-7307304</c:v>
                </c:pt>
                <c:pt idx="7603">
                  <c:v>-7372858</c:v>
                </c:pt>
                <c:pt idx="7604">
                  <c:v>-7388499</c:v>
                </c:pt>
                <c:pt idx="7605">
                  <c:v>-7407300</c:v>
                </c:pt>
                <c:pt idx="7606">
                  <c:v>-7282690</c:v>
                </c:pt>
                <c:pt idx="7607">
                  <c:v>-7335336</c:v>
                </c:pt>
                <c:pt idx="7608">
                  <c:v>-7275478</c:v>
                </c:pt>
                <c:pt idx="7609">
                  <c:v>-7311527</c:v>
                </c:pt>
                <c:pt idx="7610">
                  <c:v>-7361286</c:v>
                </c:pt>
                <c:pt idx="7611">
                  <c:v>-7541530</c:v>
                </c:pt>
                <c:pt idx="7612">
                  <c:v>-7326956</c:v>
                </c:pt>
                <c:pt idx="7613">
                  <c:v>-7313503</c:v>
                </c:pt>
                <c:pt idx="7614">
                  <c:v>-7324744</c:v>
                </c:pt>
                <c:pt idx="7615">
                  <c:v>-7395817</c:v>
                </c:pt>
                <c:pt idx="7616">
                  <c:v>-7310283</c:v>
                </c:pt>
                <c:pt idx="7617">
                  <c:v>-7280236</c:v>
                </c:pt>
                <c:pt idx="7618">
                  <c:v>-7299247</c:v>
                </c:pt>
                <c:pt idx="7619">
                  <c:v>-7308884</c:v>
                </c:pt>
                <c:pt idx="7620">
                  <c:v>-7288168</c:v>
                </c:pt>
                <c:pt idx="7621">
                  <c:v>-7266890</c:v>
                </c:pt>
                <c:pt idx="7622">
                  <c:v>-7230296</c:v>
                </c:pt>
                <c:pt idx="7623">
                  <c:v>-7303850</c:v>
                </c:pt>
                <c:pt idx="7624">
                  <c:v>-7401624</c:v>
                </c:pt>
                <c:pt idx="7625">
                  <c:v>-7372804</c:v>
                </c:pt>
                <c:pt idx="7626">
                  <c:v>-7400089</c:v>
                </c:pt>
                <c:pt idx="7627">
                  <c:v>-7356517</c:v>
                </c:pt>
                <c:pt idx="7628">
                  <c:v>-7340162</c:v>
                </c:pt>
                <c:pt idx="7629">
                  <c:v>-7400993</c:v>
                </c:pt>
                <c:pt idx="7630">
                  <c:v>-7282311</c:v>
                </c:pt>
                <c:pt idx="7631">
                  <c:v>-7437640</c:v>
                </c:pt>
                <c:pt idx="7632">
                  <c:v>-7219558</c:v>
                </c:pt>
                <c:pt idx="7633">
                  <c:v>-7316399</c:v>
                </c:pt>
                <c:pt idx="7634">
                  <c:v>-7359044</c:v>
                </c:pt>
                <c:pt idx="7635">
                  <c:v>-7273646</c:v>
                </c:pt>
                <c:pt idx="7636">
                  <c:v>-7338077</c:v>
                </c:pt>
                <c:pt idx="7637">
                  <c:v>-7375968</c:v>
                </c:pt>
                <c:pt idx="7638">
                  <c:v>-7288480</c:v>
                </c:pt>
                <c:pt idx="7639">
                  <c:v>-7382808</c:v>
                </c:pt>
                <c:pt idx="7640">
                  <c:v>-7316065</c:v>
                </c:pt>
                <c:pt idx="7641">
                  <c:v>-7333659</c:v>
                </c:pt>
                <c:pt idx="7642">
                  <c:v>-7433310</c:v>
                </c:pt>
                <c:pt idx="7643">
                  <c:v>-7345704</c:v>
                </c:pt>
                <c:pt idx="7644">
                  <c:v>-7336000</c:v>
                </c:pt>
                <c:pt idx="7645">
                  <c:v>-7381202</c:v>
                </c:pt>
                <c:pt idx="7646">
                  <c:v>-7284176</c:v>
                </c:pt>
                <c:pt idx="7647">
                  <c:v>-7394331</c:v>
                </c:pt>
                <c:pt idx="7648">
                  <c:v>-7380119</c:v>
                </c:pt>
                <c:pt idx="7649">
                  <c:v>-7531769</c:v>
                </c:pt>
                <c:pt idx="7650">
                  <c:v>-7309667</c:v>
                </c:pt>
                <c:pt idx="7651">
                  <c:v>-7370227</c:v>
                </c:pt>
                <c:pt idx="7652">
                  <c:v>-7369349</c:v>
                </c:pt>
                <c:pt idx="7653">
                  <c:v>-7337785</c:v>
                </c:pt>
                <c:pt idx="7654">
                  <c:v>-7375556</c:v>
                </c:pt>
                <c:pt idx="7655">
                  <c:v>-7268459</c:v>
                </c:pt>
                <c:pt idx="7656">
                  <c:v>-7615822</c:v>
                </c:pt>
                <c:pt idx="7657">
                  <c:v>-7344456</c:v>
                </c:pt>
                <c:pt idx="7658">
                  <c:v>-7569693</c:v>
                </c:pt>
                <c:pt idx="7659">
                  <c:v>-7298359</c:v>
                </c:pt>
                <c:pt idx="7660">
                  <c:v>-7321958</c:v>
                </c:pt>
                <c:pt idx="7661">
                  <c:v>-7319449</c:v>
                </c:pt>
                <c:pt idx="7662">
                  <c:v>-7310673</c:v>
                </c:pt>
                <c:pt idx="7663">
                  <c:v>-7379186</c:v>
                </c:pt>
                <c:pt idx="7664">
                  <c:v>-7235273</c:v>
                </c:pt>
                <c:pt idx="7665">
                  <c:v>-7408111</c:v>
                </c:pt>
                <c:pt idx="7666">
                  <c:v>-7336987</c:v>
                </c:pt>
                <c:pt idx="7667">
                  <c:v>-7338471</c:v>
                </c:pt>
                <c:pt idx="7668">
                  <c:v>-7385563</c:v>
                </c:pt>
                <c:pt idx="7669">
                  <c:v>-7335807</c:v>
                </c:pt>
                <c:pt idx="7670">
                  <c:v>-7335776</c:v>
                </c:pt>
                <c:pt idx="7671">
                  <c:v>-7274487</c:v>
                </c:pt>
                <c:pt idx="7672">
                  <c:v>-7316317</c:v>
                </c:pt>
                <c:pt idx="7673">
                  <c:v>-7265770</c:v>
                </c:pt>
                <c:pt idx="7674">
                  <c:v>-7313846</c:v>
                </c:pt>
                <c:pt idx="7675">
                  <c:v>-7385792</c:v>
                </c:pt>
                <c:pt idx="7676">
                  <c:v>-7375844</c:v>
                </c:pt>
                <c:pt idx="7677">
                  <c:v>-7360104</c:v>
                </c:pt>
                <c:pt idx="7678">
                  <c:v>-7235758</c:v>
                </c:pt>
                <c:pt idx="7679">
                  <c:v>-7353282</c:v>
                </c:pt>
                <c:pt idx="7680">
                  <c:v>-7328432</c:v>
                </c:pt>
                <c:pt idx="7681">
                  <c:v>-7338619</c:v>
                </c:pt>
                <c:pt idx="7682">
                  <c:v>-7359987</c:v>
                </c:pt>
                <c:pt idx="7683">
                  <c:v>-7383938</c:v>
                </c:pt>
                <c:pt idx="7684">
                  <c:v>-7313784</c:v>
                </c:pt>
                <c:pt idx="7685">
                  <c:v>-7328930</c:v>
                </c:pt>
                <c:pt idx="7686">
                  <c:v>-7332836</c:v>
                </c:pt>
                <c:pt idx="7687">
                  <c:v>-7406229</c:v>
                </c:pt>
                <c:pt idx="7688">
                  <c:v>-7327518</c:v>
                </c:pt>
                <c:pt idx="7689">
                  <c:v>-7386211</c:v>
                </c:pt>
                <c:pt idx="7690">
                  <c:v>-7303416</c:v>
                </c:pt>
                <c:pt idx="7691">
                  <c:v>-7354035</c:v>
                </c:pt>
                <c:pt idx="7692">
                  <c:v>-7315094</c:v>
                </c:pt>
                <c:pt idx="7693">
                  <c:v>-7237741</c:v>
                </c:pt>
                <c:pt idx="7694">
                  <c:v>-7317572</c:v>
                </c:pt>
                <c:pt idx="7695">
                  <c:v>-7341324</c:v>
                </c:pt>
                <c:pt idx="7696">
                  <c:v>-7310797</c:v>
                </c:pt>
                <c:pt idx="7697">
                  <c:v>-7306708</c:v>
                </c:pt>
                <c:pt idx="7698">
                  <c:v>-7312637</c:v>
                </c:pt>
                <c:pt idx="7699">
                  <c:v>-7216292</c:v>
                </c:pt>
                <c:pt idx="7700">
                  <c:v>-7324971</c:v>
                </c:pt>
                <c:pt idx="7701">
                  <c:v>-7344611</c:v>
                </c:pt>
                <c:pt idx="7702">
                  <c:v>-7397377</c:v>
                </c:pt>
                <c:pt idx="7703">
                  <c:v>-7304945</c:v>
                </c:pt>
                <c:pt idx="7704">
                  <c:v>-7330517</c:v>
                </c:pt>
                <c:pt idx="7705">
                  <c:v>-7298795</c:v>
                </c:pt>
                <c:pt idx="7706">
                  <c:v>-7296717</c:v>
                </c:pt>
                <c:pt idx="7707">
                  <c:v>-7289467</c:v>
                </c:pt>
                <c:pt idx="7708">
                  <c:v>-7546673</c:v>
                </c:pt>
                <c:pt idx="7709">
                  <c:v>-7307279</c:v>
                </c:pt>
                <c:pt idx="7710">
                  <c:v>-7300400</c:v>
                </c:pt>
                <c:pt idx="7711">
                  <c:v>-7419385</c:v>
                </c:pt>
                <c:pt idx="7712">
                  <c:v>-7421451</c:v>
                </c:pt>
                <c:pt idx="7713">
                  <c:v>-7271765</c:v>
                </c:pt>
                <c:pt idx="7714">
                  <c:v>-7284458</c:v>
                </c:pt>
                <c:pt idx="7715">
                  <c:v>-7323236</c:v>
                </c:pt>
                <c:pt idx="7716">
                  <c:v>-7304102</c:v>
                </c:pt>
                <c:pt idx="7717">
                  <c:v>-7370612</c:v>
                </c:pt>
                <c:pt idx="7718">
                  <c:v>-7435685</c:v>
                </c:pt>
                <c:pt idx="7719">
                  <c:v>-7411103</c:v>
                </c:pt>
                <c:pt idx="7720">
                  <c:v>-7278818</c:v>
                </c:pt>
                <c:pt idx="7721">
                  <c:v>-7381740</c:v>
                </c:pt>
                <c:pt idx="7722">
                  <c:v>-7306636</c:v>
                </c:pt>
                <c:pt idx="7723">
                  <c:v>-7402496</c:v>
                </c:pt>
                <c:pt idx="7724">
                  <c:v>-7367225</c:v>
                </c:pt>
                <c:pt idx="7725">
                  <c:v>-7337892</c:v>
                </c:pt>
                <c:pt idx="7726">
                  <c:v>-7315945</c:v>
                </c:pt>
                <c:pt idx="7727">
                  <c:v>-7361969</c:v>
                </c:pt>
                <c:pt idx="7728">
                  <c:v>-7392747</c:v>
                </c:pt>
                <c:pt idx="7729">
                  <c:v>-7337323</c:v>
                </c:pt>
                <c:pt idx="7730">
                  <c:v>-7498275</c:v>
                </c:pt>
                <c:pt idx="7731">
                  <c:v>-7368239</c:v>
                </c:pt>
                <c:pt idx="7732">
                  <c:v>-7370454</c:v>
                </c:pt>
                <c:pt idx="7733">
                  <c:v>-7289744</c:v>
                </c:pt>
                <c:pt idx="7734">
                  <c:v>-7325980</c:v>
                </c:pt>
                <c:pt idx="7735">
                  <c:v>-7359415</c:v>
                </c:pt>
                <c:pt idx="7736">
                  <c:v>-7373909</c:v>
                </c:pt>
                <c:pt idx="7737">
                  <c:v>-7356065</c:v>
                </c:pt>
                <c:pt idx="7738">
                  <c:v>-7270455</c:v>
                </c:pt>
                <c:pt idx="7739">
                  <c:v>-7274057</c:v>
                </c:pt>
                <c:pt idx="7740">
                  <c:v>-7284538</c:v>
                </c:pt>
                <c:pt idx="7741">
                  <c:v>-7264237</c:v>
                </c:pt>
                <c:pt idx="7742">
                  <c:v>-7294982</c:v>
                </c:pt>
                <c:pt idx="7743">
                  <c:v>-7278099</c:v>
                </c:pt>
                <c:pt idx="7744">
                  <c:v>-7388530</c:v>
                </c:pt>
                <c:pt idx="7745">
                  <c:v>-7307802</c:v>
                </c:pt>
                <c:pt idx="7746">
                  <c:v>-7236934</c:v>
                </c:pt>
                <c:pt idx="7747">
                  <c:v>-7290387</c:v>
                </c:pt>
                <c:pt idx="7748">
                  <c:v>-7290826</c:v>
                </c:pt>
                <c:pt idx="7749">
                  <c:v>-7313068</c:v>
                </c:pt>
                <c:pt idx="7750">
                  <c:v>-7524778</c:v>
                </c:pt>
                <c:pt idx="7751">
                  <c:v>-7310262</c:v>
                </c:pt>
                <c:pt idx="7752">
                  <c:v>-7384028</c:v>
                </c:pt>
                <c:pt idx="7753">
                  <c:v>-7344864</c:v>
                </c:pt>
                <c:pt idx="7754">
                  <c:v>-7290987</c:v>
                </c:pt>
                <c:pt idx="7755">
                  <c:v>-7411474</c:v>
                </c:pt>
                <c:pt idx="7756">
                  <c:v>-7324535</c:v>
                </c:pt>
                <c:pt idx="7757">
                  <c:v>-7377501</c:v>
                </c:pt>
                <c:pt idx="7758">
                  <c:v>-7372907</c:v>
                </c:pt>
                <c:pt idx="7759">
                  <c:v>-7449784</c:v>
                </c:pt>
                <c:pt idx="7760">
                  <c:v>-7302032</c:v>
                </c:pt>
                <c:pt idx="7761">
                  <c:v>-7360474</c:v>
                </c:pt>
                <c:pt idx="7762">
                  <c:v>-7272634</c:v>
                </c:pt>
                <c:pt idx="7763">
                  <c:v>-7414711</c:v>
                </c:pt>
                <c:pt idx="7764">
                  <c:v>-7372422</c:v>
                </c:pt>
                <c:pt idx="7765">
                  <c:v>-7217356</c:v>
                </c:pt>
                <c:pt idx="7766">
                  <c:v>-7359709</c:v>
                </c:pt>
                <c:pt idx="7767">
                  <c:v>-7317705</c:v>
                </c:pt>
                <c:pt idx="7768">
                  <c:v>-7332026</c:v>
                </c:pt>
                <c:pt idx="7769">
                  <c:v>-7446971</c:v>
                </c:pt>
                <c:pt idx="7770">
                  <c:v>-7427921</c:v>
                </c:pt>
                <c:pt idx="7771">
                  <c:v>-7312105</c:v>
                </c:pt>
                <c:pt idx="7772">
                  <c:v>-7311707</c:v>
                </c:pt>
                <c:pt idx="7773">
                  <c:v>-7297348</c:v>
                </c:pt>
                <c:pt idx="7774">
                  <c:v>-7346648</c:v>
                </c:pt>
                <c:pt idx="7775">
                  <c:v>-7371087</c:v>
                </c:pt>
                <c:pt idx="7776">
                  <c:v>-7298140</c:v>
                </c:pt>
                <c:pt idx="7777">
                  <c:v>-7303123</c:v>
                </c:pt>
                <c:pt idx="7778">
                  <c:v>-7301975</c:v>
                </c:pt>
                <c:pt idx="7779">
                  <c:v>-7307354</c:v>
                </c:pt>
                <c:pt idx="7780">
                  <c:v>-7363939</c:v>
                </c:pt>
                <c:pt idx="7781">
                  <c:v>-7293108</c:v>
                </c:pt>
                <c:pt idx="7782">
                  <c:v>-7375840</c:v>
                </c:pt>
                <c:pt idx="7783">
                  <c:v>-7291616</c:v>
                </c:pt>
                <c:pt idx="7784">
                  <c:v>-7345484</c:v>
                </c:pt>
                <c:pt idx="7785">
                  <c:v>-7340161</c:v>
                </c:pt>
                <c:pt idx="7786">
                  <c:v>-7393744</c:v>
                </c:pt>
                <c:pt idx="7787">
                  <c:v>-7285893</c:v>
                </c:pt>
                <c:pt idx="7788">
                  <c:v>-7376928</c:v>
                </c:pt>
                <c:pt idx="7789">
                  <c:v>-7359570</c:v>
                </c:pt>
                <c:pt idx="7790">
                  <c:v>-7372811</c:v>
                </c:pt>
                <c:pt idx="7791">
                  <c:v>-7507335</c:v>
                </c:pt>
                <c:pt idx="7792">
                  <c:v>-7293379</c:v>
                </c:pt>
                <c:pt idx="7793">
                  <c:v>-7319701</c:v>
                </c:pt>
                <c:pt idx="7794">
                  <c:v>-7383261</c:v>
                </c:pt>
                <c:pt idx="7795">
                  <c:v>-7407736</c:v>
                </c:pt>
                <c:pt idx="7796">
                  <c:v>-7312725</c:v>
                </c:pt>
                <c:pt idx="7797">
                  <c:v>-7404643</c:v>
                </c:pt>
                <c:pt idx="7798">
                  <c:v>-7367472</c:v>
                </c:pt>
                <c:pt idx="7799">
                  <c:v>-7312736</c:v>
                </c:pt>
                <c:pt idx="7800">
                  <c:v>-7304896</c:v>
                </c:pt>
                <c:pt idx="7801">
                  <c:v>-7282464</c:v>
                </c:pt>
                <c:pt idx="7802">
                  <c:v>-7266799</c:v>
                </c:pt>
                <c:pt idx="7803">
                  <c:v>-7350190</c:v>
                </c:pt>
                <c:pt idx="7804">
                  <c:v>-7624154</c:v>
                </c:pt>
                <c:pt idx="7805">
                  <c:v>-7282063</c:v>
                </c:pt>
                <c:pt idx="7806">
                  <c:v>-7345038</c:v>
                </c:pt>
                <c:pt idx="7807">
                  <c:v>-7268269</c:v>
                </c:pt>
                <c:pt idx="7808">
                  <c:v>-7351504</c:v>
                </c:pt>
                <c:pt idx="7809">
                  <c:v>-7420801</c:v>
                </c:pt>
                <c:pt idx="7810">
                  <c:v>-7325430</c:v>
                </c:pt>
                <c:pt idx="7811">
                  <c:v>-7293597</c:v>
                </c:pt>
                <c:pt idx="7812">
                  <c:v>-7277767</c:v>
                </c:pt>
                <c:pt idx="7813">
                  <c:v>-7309680</c:v>
                </c:pt>
                <c:pt idx="7814">
                  <c:v>-7298600</c:v>
                </c:pt>
                <c:pt idx="7815">
                  <c:v>-7378624</c:v>
                </c:pt>
                <c:pt idx="7816">
                  <c:v>-7425786</c:v>
                </c:pt>
                <c:pt idx="7817">
                  <c:v>-7335336</c:v>
                </c:pt>
                <c:pt idx="7818">
                  <c:v>-7235701</c:v>
                </c:pt>
                <c:pt idx="7819">
                  <c:v>-7314663</c:v>
                </c:pt>
                <c:pt idx="7820">
                  <c:v>-7327721</c:v>
                </c:pt>
                <c:pt idx="7821">
                  <c:v>-7313581</c:v>
                </c:pt>
                <c:pt idx="7822">
                  <c:v>-7304810</c:v>
                </c:pt>
                <c:pt idx="7823">
                  <c:v>-7299591</c:v>
                </c:pt>
                <c:pt idx="7824">
                  <c:v>-7366735</c:v>
                </c:pt>
                <c:pt idx="7825">
                  <c:v>-7303974</c:v>
                </c:pt>
                <c:pt idx="7826">
                  <c:v>-7382152</c:v>
                </c:pt>
                <c:pt idx="7827">
                  <c:v>-7310896</c:v>
                </c:pt>
                <c:pt idx="7828">
                  <c:v>-7384008</c:v>
                </c:pt>
                <c:pt idx="7829">
                  <c:v>-7338972</c:v>
                </c:pt>
                <c:pt idx="7830">
                  <c:v>-7280364</c:v>
                </c:pt>
                <c:pt idx="7831">
                  <c:v>-7301830</c:v>
                </c:pt>
                <c:pt idx="7832">
                  <c:v>-7341122</c:v>
                </c:pt>
                <c:pt idx="7833">
                  <c:v>-7351786</c:v>
                </c:pt>
                <c:pt idx="7834">
                  <c:v>-7615822</c:v>
                </c:pt>
                <c:pt idx="7835">
                  <c:v>-7318322</c:v>
                </c:pt>
                <c:pt idx="7836">
                  <c:v>-7338276</c:v>
                </c:pt>
                <c:pt idx="7837">
                  <c:v>-7363322</c:v>
                </c:pt>
                <c:pt idx="7838">
                  <c:v>-7216552</c:v>
                </c:pt>
                <c:pt idx="7839">
                  <c:v>-7303209</c:v>
                </c:pt>
                <c:pt idx="7840">
                  <c:v>-7365500</c:v>
                </c:pt>
                <c:pt idx="7841">
                  <c:v>-7387669</c:v>
                </c:pt>
                <c:pt idx="7842">
                  <c:v>-7368737</c:v>
                </c:pt>
                <c:pt idx="7843">
                  <c:v>-7323182</c:v>
                </c:pt>
                <c:pt idx="7844">
                  <c:v>-7450986</c:v>
                </c:pt>
                <c:pt idx="7845">
                  <c:v>-7291089</c:v>
                </c:pt>
                <c:pt idx="7846">
                  <c:v>-7299594</c:v>
                </c:pt>
                <c:pt idx="7847">
                  <c:v>-7375824</c:v>
                </c:pt>
                <c:pt idx="7848">
                  <c:v>-7314675</c:v>
                </c:pt>
                <c:pt idx="7849">
                  <c:v>-7326938</c:v>
                </c:pt>
                <c:pt idx="7850">
                  <c:v>-7346437</c:v>
                </c:pt>
                <c:pt idx="7851">
                  <c:v>-7286398</c:v>
                </c:pt>
                <c:pt idx="7852">
                  <c:v>-7290705</c:v>
                </c:pt>
                <c:pt idx="7853">
                  <c:v>-7381025</c:v>
                </c:pt>
                <c:pt idx="7854">
                  <c:v>-7404379</c:v>
                </c:pt>
                <c:pt idx="7855">
                  <c:v>-7369628</c:v>
                </c:pt>
                <c:pt idx="7856">
                  <c:v>-7368063</c:v>
                </c:pt>
                <c:pt idx="7857">
                  <c:v>-7373903</c:v>
                </c:pt>
                <c:pt idx="7858">
                  <c:v>-7284554</c:v>
                </c:pt>
                <c:pt idx="7859">
                  <c:v>-7335781</c:v>
                </c:pt>
                <c:pt idx="7860">
                  <c:v>-7362161</c:v>
                </c:pt>
                <c:pt idx="7861">
                  <c:v>-7323630</c:v>
                </c:pt>
                <c:pt idx="7862">
                  <c:v>-7303987</c:v>
                </c:pt>
                <c:pt idx="7863">
                  <c:v>-7338119</c:v>
                </c:pt>
                <c:pt idx="7864">
                  <c:v>-7284568</c:v>
                </c:pt>
                <c:pt idx="7865">
                  <c:v>-7526329</c:v>
                </c:pt>
                <c:pt idx="7866">
                  <c:v>-7217677</c:v>
                </c:pt>
                <c:pt idx="7867">
                  <c:v>-7273554</c:v>
                </c:pt>
                <c:pt idx="7868">
                  <c:v>-7309329</c:v>
                </c:pt>
                <c:pt idx="7869">
                  <c:v>-7380419</c:v>
                </c:pt>
                <c:pt idx="7870">
                  <c:v>-7453854</c:v>
                </c:pt>
                <c:pt idx="7871">
                  <c:v>-7314075</c:v>
                </c:pt>
                <c:pt idx="7872">
                  <c:v>-7347786</c:v>
                </c:pt>
                <c:pt idx="7873">
                  <c:v>-7294773</c:v>
                </c:pt>
                <c:pt idx="7874">
                  <c:v>-7312088</c:v>
                </c:pt>
                <c:pt idx="7875">
                  <c:v>-7356987</c:v>
                </c:pt>
                <c:pt idx="7876">
                  <c:v>-7239881</c:v>
                </c:pt>
                <c:pt idx="7877">
                  <c:v>-7349855</c:v>
                </c:pt>
                <c:pt idx="7878">
                  <c:v>-7349182</c:v>
                </c:pt>
                <c:pt idx="7879">
                  <c:v>-7228790</c:v>
                </c:pt>
                <c:pt idx="7880">
                  <c:v>-7260206</c:v>
                </c:pt>
                <c:pt idx="7881">
                  <c:v>-7351380</c:v>
                </c:pt>
                <c:pt idx="7882">
                  <c:v>-7356873</c:v>
                </c:pt>
                <c:pt idx="7883">
                  <c:v>-7379576</c:v>
                </c:pt>
                <c:pt idx="7884">
                  <c:v>-7334739</c:v>
                </c:pt>
                <c:pt idx="7885">
                  <c:v>-7358430</c:v>
                </c:pt>
                <c:pt idx="7886">
                  <c:v>-7474802</c:v>
                </c:pt>
                <c:pt idx="7887">
                  <c:v>-7327965</c:v>
                </c:pt>
                <c:pt idx="7888">
                  <c:v>-7256066</c:v>
                </c:pt>
                <c:pt idx="7889">
                  <c:v>-7288890</c:v>
                </c:pt>
                <c:pt idx="7890">
                  <c:v>-7369623</c:v>
                </c:pt>
                <c:pt idx="7891">
                  <c:v>-7303811</c:v>
                </c:pt>
                <c:pt idx="7892">
                  <c:v>-7388793</c:v>
                </c:pt>
                <c:pt idx="7893">
                  <c:v>-7411273</c:v>
                </c:pt>
                <c:pt idx="7894">
                  <c:v>-7286216</c:v>
                </c:pt>
                <c:pt idx="7895">
                  <c:v>-7309037</c:v>
                </c:pt>
                <c:pt idx="7896">
                  <c:v>-7414533</c:v>
                </c:pt>
                <c:pt idx="7897">
                  <c:v>-7348810</c:v>
                </c:pt>
                <c:pt idx="7898">
                  <c:v>-7328793</c:v>
                </c:pt>
                <c:pt idx="7899">
                  <c:v>-7315402</c:v>
                </c:pt>
                <c:pt idx="7900">
                  <c:v>-7346740</c:v>
                </c:pt>
                <c:pt idx="7901">
                  <c:v>-7318751</c:v>
                </c:pt>
                <c:pt idx="7902">
                  <c:v>-7299265</c:v>
                </c:pt>
                <c:pt idx="7903">
                  <c:v>-7318447</c:v>
                </c:pt>
                <c:pt idx="7904">
                  <c:v>-7373008</c:v>
                </c:pt>
                <c:pt idx="7905">
                  <c:v>-7336211</c:v>
                </c:pt>
                <c:pt idx="7906">
                  <c:v>-7415352</c:v>
                </c:pt>
                <c:pt idx="7907">
                  <c:v>-7322653</c:v>
                </c:pt>
                <c:pt idx="7908">
                  <c:v>-7409391</c:v>
                </c:pt>
                <c:pt idx="7909">
                  <c:v>-7370308</c:v>
                </c:pt>
                <c:pt idx="7910">
                  <c:v>-7319797</c:v>
                </c:pt>
                <c:pt idx="7911">
                  <c:v>-7328251</c:v>
                </c:pt>
                <c:pt idx="7912">
                  <c:v>-7334736</c:v>
                </c:pt>
                <c:pt idx="7913">
                  <c:v>-7364849</c:v>
                </c:pt>
                <c:pt idx="7914">
                  <c:v>-7380303</c:v>
                </c:pt>
                <c:pt idx="7915">
                  <c:v>-7297257</c:v>
                </c:pt>
                <c:pt idx="7916">
                  <c:v>-7297527</c:v>
                </c:pt>
                <c:pt idx="7917">
                  <c:v>-7322392</c:v>
                </c:pt>
                <c:pt idx="7918">
                  <c:v>-7366569</c:v>
                </c:pt>
                <c:pt idx="7919">
                  <c:v>-7315206</c:v>
                </c:pt>
                <c:pt idx="7920">
                  <c:v>-7327562</c:v>
                </c:pt>
                <c:pt idx="7921">
                  <c:v>-7320280</c:v>
                </c:pt>
                <c:pt idx="7922">
                  <c:v>-7314327</c:v>
                </c:pt>
                <c:pt idx="7923">
                  <c:v>-7628852</c:v>
                </c:pt>
                <c:pt idx="7924">
                  <c:v>-7464273</c:v>
                </c:pt>
                <c:pt idx="7925">
                  <c:v>-7364897</c:v>
                </c:pt>
                <c:pt idx="7926">
                  <c:v>-7263599</c:v>
                </c:pt>
                <c:pt idx="7927">
                  <c:v>-7427601</c:v>
                </c:pt>
                <c:pt idx="7928">
                  <c:v>-7309792</c:v>
                </c:pt>
                <c:pt idx="7929">
                  <c:v>-7407677</c:v>
                </c:pt>
                <c:pt idx="7930">
                  <c:v>-7424897</c:v>
                </c:pt>
                <c:pt idx="7931">
                  <c:v>-7226456</c:v>
                </c:pt>
                <c:pt idx="7932">
                  <c:v>-7538621</c:v>
                </c:pt>
                <c:pt idx="7933">
                  <c:v>-7318890</c:v>
                </c:pt>
                <c:pt idx="7934">
                  <c:v>-7298138</c:v>
                </c:pt>
                <c:pt idx="7935">
                  <c:v>-7320172</c:v>
                </c:pt>
                <c:pt idx="7936">
                  <c:v>-7372577</c:v>
                </c:pt>
                <c:pt idx="7937">
                  <c:v>-7274278</c:v>
                </c:pt>
                <c:pt idx="7938">
                  <c:v>-7352888</c:v>
                </c:pt>
                <c:pt idx="7939">
                  <c:v>-7400219</c:v>
                </c:pt>
                <c:pt idx="7940">
                  <c:v>-7308570</c:v>
                </c:pt>
                <c:pt idx="7941">
                  <c:v>-7296272</c:v>
                </c:pt>
                <c:pt idx="7942">
                  <c:v>-7247400</c:v>
                </c:pt>
                <c:pt idx="7943">
                  <c:v>-7277617</c:v>
                </c:pt>
                <c:pt idx="7944">
                  <c:v>-7289409</c:v>
                </c:pt>
                <c:pt idx="7945">
                  <c:v>-7348730</c:v>
                </c:pt>
                <c:pt idx="7946">
                  <c:v>-7388391</c:v>
                </c:pt>
                <c:pt idx="7947">
                  <c:v>-7307935</c:v>
                </c:pt>
                <c:pt idx="7948">
                  <c:v>-7326715</c:v>
                </c:pt>
                <c:pt idx="7949">
                  <c:v>-7363760</c:v>
                </c:pt>
                <c:pt idx="7950">
                  <c:v>-7359967</c:v>
                </c:pt>
                <c:pt idx="7951">
                  <c:v>-7317616</c:v>
                </c:pt>
                <c:pt idx="7952">
                  <c:v>-7359074</c:v>
                </c:pt>
                <c:pt idx="7953">
                  <c:v>-7326584</c:v>
                </c:pt>
                <c:pt idx="7954">
                  <c:v>-7411718</c:v>
                </c:pt>
                <c:pt idx="7955">
                  <c:v>-7319619</c:v>
                </c:pt>
                <c:pt idx="7956">
                  <c:v>-7320233</c:v>
                </c:pt>
                <c:pt idx="7957">
                  <c:v>-7438485</c:v>
                </c:pt>
                <c:pt idx="7958">
                  <c:v>-7319763</c:v>
                </c:pt>
                <c:pt idx="7959">
                  <c:v>-7320193</c:v>
                </c:pt>
                <c:pt idx="7960">
                  <c:v>-7319565</c:v>
                </c:pt>
                <c:pt idx="7961">
                  <c:v>-7302015</c:v>
                </c:pt>
                <c:pt idx="7962">
                  <c:v>-7319599</c:v>
                </c:pt>
                <c:pt idx="7963">
                  <c:v>-7318077</c:v>
                </c:pt>
                <c:pt idx="7964">
                  <c:v>-7322674</c:v>
                </c:pt>
                <c:pt idx="7965">
                  <c:v>-7319870</c:v>
                </c:pt>
                <c:pt idx="7966">
                  <c:v>-7318555</c:v>
                </c:pt>
                <c:pt idx="7967">
                  <c:v>-7319248</c:v>
                </c:pt>
                <c:pt idx="7968">
                  <c:v>-7439534</c:v>
                </c:pt>
                <c:pt idx="7969">
                  <c:v>-7302057</c:v>
                </c:pt>
                <c:pt idx="7970">
                  <c:v>-7321047</c:v>
                </c:pt>
                <c:pt idx="7971">
                  <c:v>-7303035</c:v>
                </c:pt>
                <c:pt idx="7972">
                  <c:v>-7318958</c:v>
                </c:pt>
                <c:pt idx="7973">
                  <c:v>-7413094</c:v>
                </c:pt>
                <c:pt idx="7974">
                  <c:v>-7319663</c:v>
                </c:pt>
                <c:pt idx="7975">
                  <c:v>-7302057</c:v>
                </c:pt>
                <c:pt idx="7976">
                  <c:v>-7320557</c:v>
                </c:pt>
                <c:pt idx="7977">
                  <c:v>-7438925</c:v>
                </c:pt>
                <c:pt idx="7978">
                  <c:v>-7319413</c:v>
                </c:pt>
                <c:pt idx="7979">
                  <c:v>-7413141</c:v>
                </c:pt>
                <c:pt idx="7980">
                  <c:v>-7315322</c:v>
                </c:pt>
                <c:pt idx="7981">
                  <c:v>-7319715</c:v>
                </c:pt>
                <c:pt idx="7982">
                  <c:v>-7319971</c:v>
                </c:pt>
                <c:pt idx="7983">
                  <c:v>-7352884</c:v>
                </c:pt>
                <c:pt idx="7984">
                  <c:v>-7321589</c:v>
                </c:pt>
                <c:pt idx="7985">
                  <c:v>-7319775</c:v>
                </c:pt>
                <c:pt idx="7986">
                  <c:v>-7320013</c:v>
                </c:pt>
                <c:pt idx="7987">
                  <c:v>-7286167</c:v>
                </c:pt>
                <c:pt idx="7988">
                  <c:v>-7438859</c:v>
                </c:pt>
                <c:pt idx="7989">
                  <c:v>-7409858</c:v>
                </c:pt>
                <c:pt idx="7990">
                  <c:v>-7319634</c:v>
                </c:pt>
                <c:pt idx="7991">
                  <c:v>-7320318</c:v>
                </c:pt>
                <c:pt idx="7992">
                  <c:v>-7438903</c:v>
                </c:pt>
                <c:pt idx="7993">
                  <c:v>-7318775</c:v>
                </c:pt>
                <c:pt idx="7994">
                  <c:v>-7319160</c:v>
                </c:pt>
                <c:pt idx="7995">
                  <c:v>-7319634</c:v>
                </c:pt>
                <c:pt idx="7996">
                  <c:v>-7583834</c:v>
                </c:pt>
                <c:pt idx="7997">
                  <c:v>-7320013</c:v>
                </c:pt>
                <c:pt idx="7998">
                  <c:v>-7319339</c:v>
                </c:pt>
                <c:pt idx="7999">
                  <c:v>-7302484</c:v>
                </c:pt>
                <c:pt idx="8000">
                  <c:v>-7320097</c:v>
                </c:pt>
                <c:pt idx="8001">
                  <c:v>-7303019</c:v>
                </c:pt>
                <c:pt idx="8002">
                  <c:v>-7315769</c:v>
                </c:pt>
                <c:pt idx="8003">
                  <c:v>-7319302</c:v>
                </c:pt>
                <c:pt idx="8004">
                  <c:v>-7319707</c:v>
                </c:pt>
                <c:pt idx="8005">
                  <c:v>-7410803</c:v>
                </c:pt>
                <c:pt idx="8006">
                  <c:v>-7321921</c:v>
                </c:pt>
                <c:pt idx="8007">
                  <c:v>-7303015</c:v>
                </c:pt>
                <c:pt idx="8008">
                  <c:v>-7319196</c:v>
                </c:pt>
                <c:pt idx="8009">
                  <c:v>-7321562</c:v>
                </c:pt>
                <c:pt idx="8010">
                  <c:v>-7316467</c:v>
                </c:pt>
                <c:pt idx="8011">
                  <c:v>-7320557</c:v>
                </c:pt>
                <c:pt idx="8012">
                  <c:v>-7320228</c:v>
                </c:pt>
                <c:pt idx="8013">
                  <c:v>-7405151</c:v>
                </c:pt>
                <c:pt idx="8014">
                  <c:v>-7320970</c:v>
                </c:pt>
                <c:pt idx="8015">
                  <c:v>-7396887</c:v>
                </c:pt>
                <c:pt idx="8016">
                  <c:v>-7319142</c:v>
                </c:pt>
                <c:pt idx="8017">
                  <c:v>-7412054</c:v>
                </c:pt>
                <c:pt idx="8018">
                  <c:v>-7412054</c:v>
                </c:pt>
                <c:pt idx="8019">
                  <c:v>-7319780</c:v>
                </c:pt>
                <c:pt idx="8020">
                  <c:v>-7318681</c:v>
                </c:pt>
                <c:pt idx="8021">
                  <c:v>-7321005</c:v>
                </c:pt>
                <c:pt idx="8022">
                  <c:v>-7078656</c:v>
                </c:pt>
                <c:pt idx="8023">
                  <c:v>-7301925</c:v>
                </c:pt>
                <c:pt idx="8024">
                  <c:v>-7303019</c:v>
                </c:pt>
                <c:pt idx="8025">
                  <c:v>-7316018</c:v>
                </c:pt>
                <c:pt idx="8026">
                  <c:v>-7318545</c:v>
                </c:pt>
                <c:pt idx="8027">
                  <c:v>-7300971</c:v>
                </c:pt>
                <c:pt idx="8028">
                  <c:v>-7409328</c:v>
                </c:pt>
                <c:pt idx="8029">
                  <c:v>-7319396</c:v>
                </c:pt>
                <c:pt idx="8030">
                  <c:v>-7316243</c:v>
                </c:pt>
                <c:pt idx="8031">
                  <c:v>-7285443</c:v>
                </c:pt>
                <c:pt idx="8032">
                  <c:v>-7438670</c:v>
                </c:pt>
                <c:pt idx="8033">
                  <c:v>-7320318</c:v>
                </c:pt>
                <c:pt idx="8034">
                  <c:v>-7321832</c:v>
                </c:pt>
                <c:pt idx="8035">
                  <c:v>-7302062</c:v>
                </c:pt>
                <c:pt idx="8036">
                  <c:v>-7371641</c:v>
                </c:pt>
                <c:pt idx="8037">
                  <c:v>-7319839</c:v>
                </c:pt>
                <c:pt idx="8038">
                  <c:v>-7319369</c:v>
                </c:pt>
                <c:pt idx="8039">
                  <c:v>-7438859</c:v>
                </c:pt>
                <c:pt idx="8040">
                  <c:v>-7315406</c:v>
                </c:pt>
                <c:pt idx="8041">
                  <c:v>-7319806</c:v>
                </c:pt>
                <c:pt idx="8042">
                  <c:v>-7409967</c:v>
                </c:pt>
                <c:pt idx="8043">
                  <c:v>-7318775</c:v>
                </c:pt>
                <c:pt idx="8044">
                  <c:v>-7316077</c:v>
                </c:pt>
                <c:pt idx="8045">
                  <c:v>-7315769</c:v>
                </c:pt>
                <c:pt idx="8046">
                  <c:v>-7320097</c:v>
                </c:pt>
                <c:pt idx="8047">
                  <c:v>-7315906</c:v>
                </c:pt>
                <c:pt idx="8048">
                  <c:v>-7320112</c:v>
                </c:pt>
                <c:pt idx="8049">
                  <c:v>-7285750</c:v>
                </c:pt>
                <c:pt idx="8050">
                  <c:v>-7319142</c:v>
                </c:pt>
                <c:pt idx="8051">
                  <c:v>-7319792</c:v>
                </c:pt>
                <c:pt idx="8052">
                  <c:v>-7316018</c:v>
                </c:pt>
                <c:pt idx="8053">
                  <c:v>-7413094</c:v>
                </c:pt>
                <c:pt idx="8054">
                  <c:v>-7319915</c:v>
                </c:pt>
                <c:pt idx="8055">
                  <c:v>-7319020</c:v>
                </c:pt>
                <c:pt idx="8056">
                  <c:v>-7412286</c:v>
                </c:pt>
                <c:pt idx="8057">
                  <c:v>-7319694</c:v>
                </c:pt>
                <c:pt idx="8058">
                  <c:v>-7319386</c:v>
                </c:pt>
                <c:pt idx="8059">
                  <c:v>-7318632</c:v>
                </c:pt>
                <c:pt idx="8060">
                  <c:v>-7302260</c:v>
                </c:pt>
                <c:pt idx="8061">
                  <c:v>-7319433</c:v>
                </c:pt>
                <c:pt idx="8062">
                  <c:v>-7320184</c:v>
                </c:pt>
                <c:pt idx="8063">
                  <c:v>-7283987</c:v>
                </c:pt>
                <c:pt idx="8064">
                  <c:v>-7321145</c:v>
                </c:pt>
                <c:pt idx="8065">
                  <c:v>-7315917</c:v>
                </c:pt>
                <c:pt idx="8066">
                  <c:v>-7438115</c:v>
                </c:pt>
                <c:pt idx="8067">
                  <c:v>-7319386</c:v>
                </c:pt>
                <c:pt idx="8068">
                  <c:v>-7317390</c:v>
                </c:pt>
                <c:pt idx="8069">
                  <c:v>-7320604</c:v>
                </c:pt>
                <c:pt idx="8070">
                  <c:v>-7319672</c:v>
                </c:pt>
                <c:pt idx="8071">
                  <c:v>-7411271</c:v>
                </c:pt>
                <c:pt idx="8072">
                  <c:v>-7318805</c:v>
                </c:pt>
                <c:pt idx="8073">
                  <c:v>-7315707</c:v>
                </c:pt>
                <c:pt idx="8074">
                  <c:v>-7167675</c:v>
                </c:pt>
                <c:pt idx="8075">
                  <c:v>-7198120</c:v>
                </c:pt>
                <c:pt idx="8076">
                  <c:v>-7230530</c:v>
                </c:pt>
                <c:pt idx="8077">
                  <c:v>-7137046</c:v>
                </c:pt>
                <c:pt idx="8078">
                  <c:v>-7172790</c:v>
                </c:pt>
                <c:pt idx="8079">
                  <c:v>-7074562</c:v>
                </c:pt>
                <c:pt idx="8080">
                  <c:v>-7137616</c:v>
                </c:pt>
                <c:pt idx="8081">
                  <c:v>-7086164</c:v>
                </c:pt>
                <c:pt idx="8082">
                  <c:v>-7185661</c:v>
                </c:pt>
                <c:pt idx="8083">
                  <c:v>-7204897</c:v>
                </c:pt>
                <c:pt idx="8084">
                  <c:v>-7135300</c:v>
                </c:pt>
                <c:pt idx="8085">
                  <c:v>-7198468</c:v>
                </c:pt>
                <c:pt idx="8086">
                  <c:v>-7093800</c:v>
                </c:pt>
                <c:pt idx="8087">
                  <c:v>-7178513</c:v>
                </c:pt>
                <c:pt idx="8088">
                  <c:v>-7245968</c:v>
                </c:pt>
                <c:pt idx="8089">
                  <c:v>-7189109</c:v>
                </c:pt>
                <c:pt idx="8090">
                  <c:v>-7147208</c:v>
                </c:pt>
                <c:pt idx="8091">
                  <c:v>-7185581</c:v>
                </c:pt>
                <c:pt idx="8092">
                  <c:v>-7235356</c:v>
                </c:pt>
                <c:pt idx="8093">
                  <c:v>-7083010</c:v>
                </c:pt>
                <c:pt idx="8094">
                  <c:v>-7253126</c:v>
                </c:pt>
                <c:pt idx="8095">
                  <c:v>-7179816</c:v>
                </c:pt>
                <c:pt idx="8096">
                  <c:v>-7099283</c:v>
                </c:pt>
                <c:pt idx="8097">
                  <c:v>-7118814</c:v>
                </c:pt>
                <c:pt idx="8098">
                  <c:v>-7155528</c:v>
                </c:pt>
                <c:pt idx="8099">
                  <c:v>-7191223</c:v>
                </c:pt>
                <c:pt idx="8100">
                  <c:v>-7068396</c:v>
                </c:pt>
                <c:pt idx="8101">
                  <c:v>-7212217</c:v>
                </c:pt>
                <c:pt idx="8102">
                  <c:v>-7245660</c:v>
                </c:pt>
                <c:pt idx="8103">
                  <c:v>-7150944</c:v>
                </c:pt>
                <c:pt idx="8104">
                  <c:v>-7218806</c:v>
                </c:pt>
                <c:pt idx="8105">
                  <c:v>-7197988</c:v>
                </c:pt>
                <c:pt idx="8106">
                  <c:v>-7204268</c:v>
                </c:pt>
                <c:pt idx="8107">
                  <c:v>-7201645</c:v>
                </c:pt>
                <c:pt idx="8108">
                  <c:v>-7163931</c:v>
                </c:pt>
                <c:pt idx="8109">
                  <c:v>-7197294</c:v>
                </c:pt>
                <c:pt idx="8110">
                  <c:v>-7209186</c:v>
                </c:pt>
                <c:pt idx="8111">
                  <c:v>-7199878</c:v>
                </c:pt>
                <c:pt idx="8112">
                  <c:v>-7057459</c:v>
                </c:pt>
                <c:pt idx="8113">
                  <c:v>-7240086</c:v>
                </c:pt>
                <c:pt idx="8114">
                  <c:v>-7231870</c:v>
                </c:pt>
                <c:pt idx="8115">
                  <c:v>-7020507</c:v>
                </c:pt>
                <c:pt idx="8116">
                  <c:v>-7195827</c:v>
                </c:pt>
                <c:pt idx="8117">
                  <c:v>-7062376</c:v>
                </c:pt>
                <c:pt idx="8118">
                  <c:v>-7219075</c:v>
                </c:pt>
                <c:pt idx="8119">
                  <c:v>-7202274</c:v>
                </c:pt>
                <c:pt idx="8120">
                  <c:v>-7080612</c:v>
                </c:pt>
                <c:pt idx="8121">
                  <c:v>-7243830</c:v>
                </c:pt>
                <c:pt idx="8122">
                  <c:v>-7068478</c:v>
                </c:pt>
                <c:pt idx="8123">
                  <c:v>-7146382</c:v>
                </c:pt>
                <c:pt idx="8124">
                  <c:v>-7170412</c:v>
                </c:pt>
                <c:pt idx="8125">
                  <c:v>-7230764</c:v>
                </c:pt>
                <c:pt idx="8126">
                  <c:v>-7136418</c:v>
                </c:pt>
                <c:pt idx="8127">
                  <c:v>-7217273</c:v>
                </c:pt>
                <c:pt idx="8128">
                  <c:v>-7213662</c:v>
                </c:pt>
                <c:pt idx="8129">
                  <c:v>-7128371</c:v>
                </c:pt>
                <c:pt idx="8130">
                  <c:v>-7151552</c:v>
                </c:pt>
                <c:pt idx="8131">
                  <c:v>-7197339</c:v>
                </c:pt>
                <c:pt idx="8132">
                  <c:v>-7207849</c:v>
                </c:pt>
                <c:pt idx="8133">
                  <c:v>-7205629</c:v>
                </c:pt>
                <c:pt idx="8134">
                  <c:v>-7168638</c:v>
                </c:pt>
                <c:pt idx="8135">
                  <c:v>-7115644</c:v>
                </c:pt>
                <c:pt idx="8136">
                  <c:v>-7252580</c:v>
                </c:pt>
                <c:pt idx="8137">
                  <c:v>-7208399</c:v>
                </c:pt>
                <c:pt idx="8138">
                  <c:v>-7123396</c:v>
                </c:pt>
                <c:pt idx="8139">
                  <c:v>-7058803</c:v>
                </c:pt>
                <c:pt idx="8140">
                  <c:v>-7198409</c:v>
                </c:pt>
                <c:pt idx="8141">
                  <c:v>-7089617</c:v>
                </c:pt>
                <c:pt idx="8142">
                  <c:v>-7075205</c:v>
                </c:pt>
                <c:pt idx="8143">
                  <c:v>-7193501</c:v>
                </c:pt>
                <c:pt idx="8144">
                  <c:v>-7086966</c:v>
                </c:pt>
                <c:pt idx="8145">
                  <c:v>-7262941</c:v>
                </c:pt>
                <c:pt idx="8146">
                  <c:v>-7250707</c:v>
                </c:pt>
                <c:pt idx="8147">
                  <c:v>-7188811</c:v>
                </c:pt>
                <c:pt idx="8148">
                  <c:v>-7143922</c:v>
                </c:pt>
                <c:pt idx="8149">
                  <c:v>-7161918</c:v>
                </c:pt>
                <c:pt idx="8150">
                  <c:v>-7067600</c:v>
                </c:pt>
                <c:pt idx="8151">
                  <c:v>-7219616</c:v>
                </c:pt>
                <c:pt idx="8152">
                  <c:v>-7251316</c:v>
                </c:pt>
                <c:pt idx="8153">
                  <c:v>-7181870</c:v>
                </c:pt>
                <c:pt idx="8154">
                  <c:v>-7083928</c:v>
                </c:pt>
                <c:pt idx="8155">
                  <c:v>-7137064</c:v>
                </c:pt>
                <c:pt idx="8156">
                  <c:v>-7274410</c:v>
                </c:pt>
                <c:pt idx="8157">
                  <c:v>-7209369</c:v>
                </c:pt>
                <c:pt idx="8158">
                  <c:v>-7207286</c:v>
                </c:pt>
                <c:pt idx="8159">
                  <c:v>-7025202</c:v>
                </c:pt>
                <c:pt idx="8160">
                  <c:v>-7107236</c:v>
                </c:pt>
                <c:pt idx="8161">
                  <c:v>-7212607</c:v>
                </c:pt>
                <c:pt idx="8162">
                  <c:v>-7147233</c:v>
                </c:pt>
                <c:pt idx="8163">
                  <c:v>-7198817</c:v>
                </c:pt>
                <c:pt idx="8164">
                  <c:v>-7134382</c:v>
                </c:pt>
                <c:pt idx="8165">
                  <c:v>-7169139</c:v>
                </c:pt>
                <c:pt idx="8166">
                  <c:v>-7114402</c:v>
                </c:pt>
                <c:pt idx="8167">
                  <c:v>-7216172</c:v>
                </c:pt>
                <c:pt idx="8168">
                  <c:v>-7078484</c:v>
                </c:pt>
                <c:pt idx="8169">
                  <c:v>-7211102</c:v>
                </c:pt>
                <c:pt idx="8170">
                  <c:v>-7215724</c:v>
                </c:pt>
                <c:pt idx="8171">
                  <c:v>-7132919</c:v>
                </c:pt>
                <c:pt idx="8172">
                  <c:v>-7209868</c:v>
                </c:pt>
                <c:pt idx="8173">
                  <c:v>-7200264</c:v>
                </c:pt>
                <c:pt idx="8174">
                  <c:v>-7117683</c:v>
                </c:pt>
                <c:pt idx="8175">
                  <c:v>-7076114</c:v>
                </c:pt>
                <c:pt idx="8176">
                  <c:v>-7171852</c:v>
                </c:pt>
                <c:pt idx="8177">
                  <c:v>-7199253</c:v>
                </c:pt>
                <c:pt idx="8178">
                  <c:v>-7200342</c:v>
                </c:pt>
                <c:pt idx="8179">
                  <c:v>-7155829</c:v>
                </c:pt>
                <c:pt idx="8180">
                  <c:v>-7242724</c:v>
                </c:pt>
                <c:pt idx="8181">
                  <c:v>-7196092</c:v>
                </c:pt>
                <c:pt idx="8182">
                  <c:v>-7062764</c:v>
                </c:pt>
                <c:pt idx="8183">
                  <c:v>-7246270</c:v>
                </c:pt>
                <c:pt idx="8184">
                  <c:v>-7193090</c:v>
                </c:pt>
                <c:pt idx="8185">
                  <c:v>-7269208</c:v>
                </c:pt>
                <c:pt idx="8186">
                  <c:v>-7120514</c:v>
                </c:pt>
                <c:pt idx="8187">
                  <c:v>-7055157</c:v>
                </c:pt>
                <c:pt idx="8188">
                  <c:v>-7202563</c:v>
                </c:pt>
                <c:pt idx="8189">
                  <c:v>-7230655</c:v>
                </c:pt>
                <c:pt idx="8190">
                  <c:v>-7078058</c:v>
                </c:pt>
                <c:pt idx="8191">
                  <c:v>-6979792</c:v>
                </c:pt>
                <c:pt idx="8192">
                  <c:v>-7167773</c:v>
                </c:pt>
                <c:pt idx="8193">
                  <c:v>-7137398</c:v>
                </c:pt>
                <c:pt idx="8194">
                  <c:v>-7156996</c:v>
                </c:pt>
                <c:pt idx="8195">
                  <c:v>-7121657</c:v>
                </c:pt>
                <c:pt idx="8196">
                  <c:v>-7252042</c:v>
                </c:pt>
                <c:pt idx="8197">
                  <c:v>-7096182</c:v>
                </c:pt>
                <c:pt idx="8198">
                  <c:v>-7260619</c:v>
                </c:pt>
                <c:pt idx="8199">
                  <c:v>-7172215</c:v>
                </c:pt>
                <c:pt idx="8200">
                  <c:v>-7168999</c:v>
                </c:pt>
                <c:pt idx="8201">
                  <c:v>-7053795</c:v>
                </c:pt>
                <c:pt idx="8202">
                  <c:v>-7136983</c:v>
                </c:pt>
                <c:pt idx="8203">
                  <c:v>-7168092</c:v>
                </c:pt>
                <c:pt idx="8204">
                  <c:v>-7260844</c:v>
                </c:pt>
                <c:pt idx="8205">
                  <c:v>-7095520</c:v>
                </c:pt>
                <c:pt idx="8206">
                  <c:v>-7204091</c:v>
                </c:pt>
                <c:pt idx="8207">
                  <c:v>-7128623</c:v>
                </c:pt>
                <c:pt idx="8208">
                  <c:v>-7174621</c:v>
                </c:pt>
                <c:pt idx="8209">
                  <c:v>-7163783</c:v>
                </c:pt>
                <c:pt idx="8210">
                  <c:v>-7170255</c:v>
                </c:pt>
                <c:pt idx="8211">
                  <c:v>-7142343</c:v>
                </c:pt>
                <c:pt idx="8212">
                  <c:v>-7103271</c:v>
                </c:pt>
                <c:pt idx="8213">
                  <c:v>-7079657</c:v>
                </c:pt>
                <c:pt idx="8214">
                  <c:v>-7205105</c:v>
                </c:pt>
                <c:pt idx="8215">
                  <c:v>-7065803</c:v>
                </c:pt>
                <c:pt idx="8216">
                  <c:v>-7218785</c:v>
                </c:pt>
                <c:pt idx="8217">
                  <c:v>-7174082</c:v>
                </c:pt>
                <c:pt idx="8218">
                  <c:v>-7088140</c:v>
                </c:pt>
                <c:pt idx="8219">
                  <c:v>-7107967</c:v>
                </c:pt>
                <c:pt idx="8220">
                  <c:v>-7206999</c:v>
                </c:pt>
                <c:pt idx="8221">
                  <c:v>-7204080</c:v>
                </c:pt>
                <c:pt idx="8222">
                  <c:v>-7122123</c:v>
                </c:pt>
                <c:pt idx="8223">
                  <c:v>-7206398</c:v>
                </c:pt>
                <c:pt idx="8224">
                  <c:v>-7160171</c:v>
                </c:pt>
                <c:pt idx="8225">
                  <c:v>-7141131</c:v>
                </c:pt>
                <c:pt idx="8226">
                  <c:v>-7215368</c:v>
                </c:pt>
                <c:pt idx="8227">
                  <c:v>-7135533</c:v>
                </c:pt>
                <c:pt idx="8228">
                  <c:v>-7194404</c:v>
                </c:pt>
                <c:pt idx="8229">
                  <c:v>-7250025</c:v>
                </c:pt>
                <c:pt idx="8230">
                  <c:v>-7072504</c:v>
                </c:pt>
                <c:pt idx="8231">
                  <c:v>-7234088</c:v>
                </c:pt>
                <c:pt idx="8232">
                  <c:v>-7170253</c:v>
                </c:pt>
                <c:pt idx="8233">
                  <c:v>-7186531</c:v>
                </c:pt>
                <c:pt idx="8234">
                  <c:v>-7064497</c:v>
                </c:pt>
                <c:pt idx="8235">
                  <c:v>-7182004</c:v>
                </c:pt>
                <c:pt idx="8236">
                  <c:v>-7089262</c:v>
                </c:pt>
                <c:pt idx="8237">
                  <c:v>-7182061</c:v>
                </c:pt>
                <c:pt idx="8238">
                  <c:v>-7221906</c:v>
                </c:pt>
                <c:pt idx="8239">
                  <c:v>-7077921</c:v>
                </c:pt>
                <c:pt idx="8240">
                  <c:v>-7203848</c:v>
                </c:pt>
                <c:pt idx="8241">
                  <c:v>-7165917</c:v>
                </c:pt>
                <c:pt idx="8242">
                  <c:v>-7220737</c:v>
                </c:pt>
                <c:pt idx="8243">
                  <c:v>-7266211</c:v>
                </c:pt>
                <c:pt idx="8244">
                  <c:v>-7221107</c:v>
                </c:pt>
                <c:pt idx="8245">
                  <c:v>-7094824</c:v>
                </c:pt>
                <c:pt idx="8246">
                  <c:v>-7140334</c:v>
                </c:pt>
                <c:pt idx="8247">
                  <c:v>-7178270</c:v>
                </c:pt>
                <c:pt idx="8248">
                  <c:v>-7084935</c:v>
                </c:pt>
                <c:pt idx="8249">
                  <c:v>-7080744</c:v>
                </c:pt>
                <c:pt idx="8250">
                  <c:v>-7150710</c:v>
                </c:pt>
                <c:pt idx="8251">
                  <c:v>-7008265</c:v>
                </c:pt>
                <c:pt idx="8252">
                  <c:v>-7233843</c:v>
                </c:pt>
                <c:pt idx="8253">
                  <c:v>-7215071</c:v>
                </c:pt>
                <c:pt idx="8254">
                  <c:v>-7056365</c:v>
                </c:pt>
                <c:pt idx="8255">
                  <c:v>-7075101</c:v>
                </c:pt>
                <c:pt idx="8256">
                  <c:v>-7157709</c:v>
                </c:pt>
                <c:pt idx="8257">
                  <c:v>-7128682</c:v>
                </c:pt>
                <c:pt idx="8258">
                  <c:v>-7149801</c:v>
                </c:pt>
                <c:pt idx="8259">
                  <c:v>-7203447</c:v>
                </c:pt>
                <c:pt idx="8260">
                  <c:v>-7245918</c:v>
                </c:pt>
                <c:pt idx="8261">
                  <c:v>-7248448</c:v>
                </c:pt>
                <c:pt idx="8262">
                  <c:v>-7259059</c:v>
                </c:pt>
                <c:pt idx="8263">
                  <c:v>-7005608</c:v>
                </c:pt>
                <c:pt idx="8264">
                  <c:v>-7124379</c:v>
                </c:pt>
                <c:pt idx="8265">
                  <c:v>-7131284</c:v>
                </c:pt>
                <c:pt idx="8266">
                  <c:v>-7058100</c:v>
                </c:pt>
                <c:pt idx="8267">
                  <c:v>-7077212</c:v>
                </c:pt>
                <c:pt idx="8268">
                  <c:v>-7145182</c:v>
                </c:pt>
                <c:pt idx="8269">
                  <c:v>-7109890</c:v>
                </c:pt>
                <c:pt idx="8270">
                  <c:v>-7211413</c:v>
                </c:pt>
                <c:pt idx="8271">
                  <c:v>-7202339</c:v>
                </c:pt>
                <c:pt idx="8272">
                  <c:v>-7143350</c:v>
                </c:pt>
                <c:pt idx="8273">
                  <c:v>-7104973</c:v>
                </c:pt>
                <c:pt idx="8274">
                  <c:v>-7159879</c:v>
                </c:pt>
                <c:pt idx="8275">
                  <c:v>-7155850</c:v>
                </c:pt>
                <c:pt idx="8276">
                  <c:v>-7239486</c:v>
                </c:pt>
                <c:pt idx="8277">
                  <c:v>-7203176</c:v>
                </c:pt>
                <c:pt idx="8278">
                  <c:v>-7068788</c:v>
                </c:pt>
                <c:pt idx="8279">
                  <c:v>-7193147</c:v>
                </c:pt>
                <c:pt idx="8280">
                  <c:v>-7093752</c:v>
                </c:pt>
                <c:pt idx="8281">
                  <c:v>-7097040</c:v>
                </c:pt>
                <c:pt idx="8282">
                  <c:v>-7205089</c:v>
                </c:pt>
                <c:pt idx="8283">
                  <c:v>-7138068</c:v>
                </c:pt>
                <c:pt idx="8284">
                  <c:v>-7150827</c:v>
                </c:pt>
                <c:pt idx="8285">
                  <c:v>-7231091</c:v>
                </c:pt>
                <c:pt idx="8286">
                  <c:v>-7193930</c:v>
                </c:pt>
                <c:pt idx="8287">
                  <c:v>-7136281</c:v>
                </c:pt>
                <c:pt idx="8288">
                  <c:v>-7207578</c:v>
                </c:pt>
                <c:pt idx="8289">
                  <c:v>-7258289</c:v>
                </c:pt>
                <c:pt idx="8290">
                  <c:v>-7094937</c:v>
                </c:pt>
                <c:pt idx="8291">
                  <c:v>-7202330</c:v>
                </c:pt>
                <c:pt idx="8292">
                  <c:v>-7199584</c:v>
                </c:pt>
                <c:pt idx="8293">
                  <c:v>-7197029</c:v>
                </c:pt>
                <c:pt idx="8294">
                  <c:v>-7231775</c:v>
                </c:pt>
                <c:pt idx="8295">
                  <c:v>-7233234</c:v>
                </c:pt>
                <c:pt idx="8296">
                  <c:v>-7053826</c:v>
                </c:pt>
                <c:pt idx="8297">
                  <c:v>-7212973</c:v>
                </c:pt>
                <c:pt idx="8298">
                  <c:v>-7267823</c:v>
                </c:pt>
                <c:pt idx="8299">
                  <c:v>-7183701</c:v>
                </c:pt>
                <c:pt idx="8300">
                  <c:v>-7060082</c:v>
                </c:pt>
                <c:pt idx="8301">
                  <c:v>-7237375</c:v>
                </c:pt>
                <c:pt idx="8302">
                  <c:v>-7112812</c:v>
                </c:pt>
                <c:pt idx="8303">
                  <c:v>-7197759</c:v>
                </c:pt>
                <c:pt idx="8304">
                  <c:v>-7222991</c:v>
                </c:pt>
                <c:pt idx="8305">
                  <c:v>-7118934</c:v>
                </c:pt>
                <c:pt idx="8306">
                  <c:v>-7196015</c:v>
                </c:pt>
                <c:pt idx="8307">
                  <c:v>-7201861</c:v>
                </c:pt>
                <c:pt idx="8308">
                  <c:v>-7073887</c:v>
                </c:pt>
                <c:pt idx="8309">
                  <c:v>-7084948</c:v>
                </c:pt>
                <c:pt idx="8310">
                  <c:v>-7081506</c:v>
                </c:pt>
                <c:pt idx="8311">
                  <c:v>-6994654</c:v>
                </c:pt>
                <c:pt idx="8312">
                  <c:v>-7110973</c:v>
                </c:pt>
                <c:pt idx="8313">
                  <c:v>-7061413</c:v>
                </c:pt>
                <c:pt idx="8314">
                  <c:v>-7196205</c:v>
                </c:pt>
                <c:pt idx="8315">
                  <c:v>-7235372</c:v>
                </c:pt>
                <c:pt idx="8316">
                  <c:v>-7078414</c:v>
                </c:pt>
                <c:pt idx="8317">
                  <c:v>-7163890</c:v>
                </c:pt>
                <c:pt idx="8318">
                  <c:v>-7243592</c:v>
                </c:pt>
                <c:pt idx="8319">
                  <c:v>-7103133</c:v>
                </c:pt>
                <c:pt idx="8320">
                  <c:v>-7218267</c:v>
                </c:pt>
                <c:pt idx="8321">
                  <c:v>-7080309</c:v>
                </c:pt>
                <c:pt idx="8322">
                  <c:v>-7262467</c:v>
                </c:pt>
                <c:pt idx="8323">
                  <c:v>-7199471</c:v>
                </c:pt>
                <c:pt idx="8324">
                  <c:v>-7205119</c:v>
                </c:pt>
                <c:pt idx="8325">
                  <c:v>-7118318</c:v>
                </c:pt>
                <c:pt idx="8326">
                  <c:v>-7212309</c:v>
                </c:pt>
                <c:pt idx="8327">
                  <c:v>-7199820</c:v>
                </c:pt>
                <c:pt idx="8328">
                  <c:v>-7212067</c:v>
                </c:pt>
                <c:pt idx="8329">
                  <c:v>-7177056</c:v>
                </c:pt>
                <c:pt idx="8330">
                  <c:v>-7096231</c:v>
                </c:pt>
                <c:pt idx="8331">
                  <c:v>-7115571</c:v>
                </c:pt>
                <c:pt idx="8332">
                  <c:v>-7145367</c:v>
                </c:pt>
                <c:pt idx="8333">
                  <c:v>-7230203</c:v>
                </c:pt>
                <c:pt idx="8334">
                  <c:v>-7125839</c:v>
                </c:pt>
                <c:pt idx="8335">
                  <c:v>-7086966</c:v>
                </c:pt>
                <c:pt idx="8336">
                  <c:v>-7067922</c:v>
                </c:pt>
                <c:pt idx="8337">
                  <c:v>-7239850</c:v>
                </c:pt>
                <c:pt idx="8338">
                  <c:v>-7123028</c:v>
                </c:pt>
                <c:pt idx="8339">
                  <c:v>-7172526</c:v>
                </c:pt>
                <c:pt idx="8340">
                  <c:v>-7261888</c:v>
                </c:pt>
                <c:pt idx="8341">
                  <c:v>-7160413</c:v>
                </c:pt>
                <c:pt idx="8342">
                  <c:v>-7219391</c:v>
                </c:pt>
                <c:pt idx="8343">
                  <c:v>-7172265</c:v>
                </c:pt>
                <c:pt idx="8344">
                  <c:v>-7097810</c:v>
                </c:pt>
                <c:pt idx="8345">
                  <c:v>-7211122</c:v>
                </c:pt>
                <c:pt idx="8346">
                  <c:v>-7107779</c:v>
                </c:pt>
                <c:pt idx="8347">
                  <c:v>-7196582</c:v>
                </c:pt>
                <c:pt idx="8348">
                  <c:v>-7081618</c:v>
                </c:pt>
                <c:pt idx="8349">
                  <c:v>-7206785</c:v>
                </c:pt>
                <c:pt idx="8350">
                  <c:v>-7202802</c:v>
                </c:pt>
                <c:pt idx="8351">
                  <c:v>-7230208</c:v>
                </c:pt>
                <c:pt idx="8352">
                  <c:v>-7048299</c:v>
                </c:pt>
                <c:pt idx="8353">
                  <c:v>-7210915</c:v>
                </c:pt>
                <c:pt idx="8354">
                  <c:v>-7245232</c:v>
                </c:pt>
                <c:pt idx="8355">
                  <c:v>-7258687</c:v>
                </c:pt>
                <c:pt idx="8356">
                  <c:v>-7122511</c:v>
                </c:pt>
                <c:pt idx="8357">
                  <c:v>-7200108</c:v>
                </c:pt>
                <c:pt idx="8358">
                  <c:v>-7137874</c:v>
                </c:pt>
                <c:pt idx="8359">
                  <c:v>-7230415</c:v>
                </c:pt>
                <c:pt idx="8360">
                  <c:v>-7173600</c:v>
                </c:pt>
                <c:pt idx="8361">
                  <c:v>-7174441</c:v>
                </c:pt>
                <c:pt idx="8362">
                  <c:v>-7098171</c:v>
                </c:pt>
                <c:pt idx="8363">
                  <c:v>-7217523</c:v>
                </c:pt>
                <c:pt idx="8364">
                  <c:v>-7005531</c:v>
                </c:pt>
                <c:pt idx="8365">
                  <c:v>-7209238</c:v>
                </c:pt>
                <c:pt idx="8366">
                  <c:v>-7179926</c:v>
                </c:pt>
                <c:pt idx="8367">
                  <c:v>-7182080</c:v>
                </c:pt>
                <c:pt idx="8368">
                  <c:v>-7214329</c:v>
                </c:pt>
                <c:pt idx="8369">
                  <c:v>-7162201</c:v>
                </c:pt>
                <c:pt idx="8370">
                  <c:v>-7264520</c:v>
                </c:pt>
                <c:pt idx="8371">
                  <c:v>-7132492</c:v>
                </c:pt>
                <c:pt idx="8372">
                  <c:v>-7092850</c:v>
                </c:pt>
                <c:pt idx="8373">
                  <c:v>-7221390</c:v>
                </c:pt>
                <c:pt idx="8374">
                  <c:v>-7058123</c:v>
                </c:pt>
                <c:pt idx="8375">
                  <c:v>-7225376</c:v>
                </c:pt>
                <c:pt idx="8376">
                  <c:v>-7190005</c:v>
                </c:pt>
                <c:pt idx="8377">
                  <c:v>-7146832</c:v>
                </c:pt>
                <c:pt idx="8378">
                  <c:v>-7058289</c:v>
                </c:pt>
                <c:pt idx="8379">
                  <c:v>-7250715</c:v>
                </c:pt>
                <c:pt idx="8380">
                  <c:v>-7212146</c:v>
                </c:pt>
                <c:pt idx="8381">
                  <c:v>-7218387</c:v>
                </c:pt>
                <c:pt idx="8382">
                  <c:v>-7150121</c:v>
                </c:pt>
                <c:pt idx="8383">
                  <c:v>-7068035</c:v>
                </c:pt>
                <c:pt idx="8384">
                  <c:v>-7012582</c:v>
                </c:pt>
                <c:pt idx="8385">
                  <c:v>-7240385</c:v>
                </c:pt>
                <c:pt idx="8386">
                  <c:v>-7210958</c:v>
                </c:pt>
                <c:pt idx="8387">
                  <c:v>-7088169</c:v>
                </c:pt>
                <c:pt idx="8388">
                  <c:v>-7165642</c:v>
                </c:pt>
                <c:pt idx="8389">
                  <c:v>-7251990</c:v>
                </c:pt>
                <c:pt idx="8390">
                  <c:v>-7193820</c:v>
                </c:pt>
                <c:pt idx="8391">
                  <c:v>-7160187</c:v>
                </c:pt>
                <c:pt idx="8392">
                  <c:v>-7215043</c:v>
                </c:pt>
                <c:pt idx="8393">
                  <c:v>-7093692</c:v>
                </c:pt>
                <c:pt idx="8394">
                  <c:v>-7102377</c:v>
                </c:pt>
                <c:pt idx="8395">
                  <c:v>-7005007</c:v>
                </c:pt>
                <c:pt idx="8396">
                  <c:v>-7144114</c:v>
                </c:pt>
                <c:pt idx="8397">
                  <c:v>-7200779</c:v>
                </c:pt>
                <c:pt idx="8398">
                  <c:v>-7206381</c:v>
                </c:pt>
                <c:pt idx="8399">
                  <c:v>-7211874</c:v>
                </c:pt>
                <c:pt idx="8400">
                  <c:v>-7206170</c:v>
                </c:pt>
                <c:pt idx="8401">
                  <c:v>-7236003</c:v>
                </c:pt>
                <c:pt idx="8402">
                  <c:v>-7241642</c:v>
                </c:pt>
                <c:pt idx="8403">
                  <c:v>-7113758</c:v>
                </c:pt>
                <c:pt idx="8404">
                  <c:v>-7194134</c:v>
                </c:pt>
                <c:pt idx="8405">
                  <c:v>-7203910</c:v>
                </c:pt>
                <c:pt idx="8406">
                  <c:v>-7214026</c:v>
                </c:pt>
                <c:pt idx="8407">
                  <c:v>-7178316</c:v>
                </c:pt>
                <c:pt idx="8408">
                  <c:v>-7193850</c:v>
                </c:pt>
                <c:pt idx="8409">
                  <c:v>-7261350</c:v>
                </c:pt>
                <c:pt idx="8410">
                  <c:v>-7071300</c:v>
                </c:pt>
                <c:pt idx="8411">
                  <c:v>-7065756</c:v>
                </c:pt>
                <c:pt idx="8412">
                  <c:v>-7271487</c:v>
                </c:pt>
                <c:pt idx="8413">
                  <c:v>-6998692</c:v>
                </c:pt>
                <c:pt idx="8414">
                  <c:v>-7195590</c:v>
                </c:pt>
                <c:pt idx="8415">
                  <c:v>-7091083</c:v>
                </c:pt>
                <c:pt idx="8416">
                  <c:v>-7230301</c:v>
                </c:pt>
                <c:pt idx="8417">
                  <c:v>-7223845</c:v>
                </c:pt>
                <c:pt idx="8418">
                  <c:v>-7222121</c:v>
                </c:pt>
                <c:pt idx="8419">
                  <c:v>-7183213</c:v>
                </c:pt>
                <c:pt idx="8420">
                  <c:v>-7004908</c:v>
                </c:pt>
                <c:pt idx="8421">
                  <c:v>-7059115</c:v>
                </c:pt>
                <c:pt idx="8422">
                  <c:v>-7188678</c:v>
                </c:pt>
                <c:pt idx="8423">
                  <c:v>-7146911</c:v>
                </c:pt>
                <c:pt idx="8424">
                  <c:v>-7193637</c:v>
                </c:pt>
                <c:pt idx="8425">
                  <c:v>-7258159</c:v>
                </c:pt>
                <c:pt idx="8426">
                  <c:v>-7135697</c:v>
                </c:pt>
                <c:pt idx="8427">
                  <c:v>-7213011</c:v>
                </c:pt>
                <c:pt idx="8428">
                  <c:v>-7099419</c:v>
                </c:pt>
                <c:pt idx="8429">
                  <c:v>-7064357</c:v>
                </c:pt>
                <c:pt idx="8430">
                  <c:v>-7141229</c:v>
                </c:pt>
                <c:pt idx="8431">
                  <c:v>-7182628</c:v>
                </c:pt>
                <c:pt idx="8432">
                  <c:v>-7263409</c:v>
                </c:pt>
                <c:pt idx="8433">
                  <c:v>-7143265</c:v>
                </c:pt>
                <c:pt idx="8434">
                  <c:v>-7096812</c:v>
                </c:pt>
                <c:pt idx="8435">
                  <c:v>-7181508</c:v>
                </c:pt>
                <c:pt idx="8436">
                  <c:v>-7147367</c:v>
                </c:pt>
                <c:pt idx="8437">
                  <c:v>-7076838</c:v>
                </c:pt>
                <c:pt idx="8438">
                  <c:v>-7182776</c:v>
                </c:pt>
                <c:pt idx="8439">
                  <c:v>-7196221</c:v>
                </c:pt>
                <c:pt idx="8440">
                  <c:v>-7222098</c:v>
                </c:pt>
                <c:pt idx="8441">
                  <c:v>-7071990</c:v>
                </c:pt>
                <c:pt idx="8442">
                  <c:v>-7208005</c:v>
                </c:pt>
                <c:pt idx="8443">
                  <c:v>-7219156</c:v>
                </c:pt>
                <c:pt idx="8444">
                  <c:v>-7192264</c:v>
                </c:pt>
                <c:pt idx="8445">
                  <c:v>-7209115</c:v>
                </c:pt>
                <c:pt idx="8446">
                  <c:v>-7255568</c:v>
                </c:pt>
                <c:pt idx="8447">
                  <c:v>-7119411</c:v>
                </c:pt>
                <c:pt idx="8448">
                  <c:v>-7226011</c:v>
                </c:pt>
                <c:pt idx="8449">
                  <c:v>-7196017</c:v>
                </c:pt>
                <c:pt idx="8450">
                  <c:v>-7215405</c:v>
                </c:pt>
                <c:pt idx="8451">
                  <c:v>-7193362</c:v>
                </c:pt>
                <c:pt idx="8452">
                  <c:v>-7111422</c:v>
                </c:pt>
                <c:pt idx="8453">
                  <c:v>-7173238</c:v>
                </c:pt>
                <c:pt idx="8454">
                  <c:v>-7214975</c:v>
                </c:pt>
                <c:pt idx="8455">
                  <c:v>-7222890</c:v>
                </c:pt>
                <c:pt idx="8456">
                  <c:v>-7115985</c:v>
                </c:pt>
                <c:pt idx="8457">
                  <c:v>-7272848</c:v>
                </c:pt>
                <c:pt idx="8458">
                  <c:v>-7205122</c:v>
                </c:pt>
                <c:pt idx="8459">
                  <c:v>-7205383</c:v>
                </c:pt>
                <c:pt idx="8460">
                  <c:v>-7213029</c:v>
                </c:pt>
                <c:pt idx="8461">
                  <c:v>-7067509</c:v>
                </c:pt>
                <c:pt idx="8462">
                  <c:v>-7209420</c:v>
                </c:pt>
                <c:pt idx="8463">
                  <c:v>-7107089</c:v>
                </c:pt>
                <c:pt idx="8464">
                  <c:v>-7213035</c:v>
                </c:pt>
                <c:pt idx="8465">
                  <c:v>-7114055</c:v>
                </c:pt>
                <c:pt idx="8466">
                  <c:v>-7176000</c:v>
                </c:pt>
                <c:pt idx="8467">
                  <c:v>-7202652</c:v>
                </c:pt>
                <c:pt idx="8468">
                  <c:v>-7230706</c:v>
                </c:pt>
                <c:pt idx="8469">
                  <c:v>-7020474</c:v>
                </c:pt>
                <c:pt idx="8470">
                  <c:v>-7275997</c:v>
                </c:pt>
                <c:pt idx="8471">
                  <c:v>-7246066</c:v>
                </c:pt>
                <c:pt idx="8472">
                  <c:v>-7171964</c:v>
                </c:pt>
                <c:pt idx="8473">
                  <c:v>-7187135</c:v>
                </c:pt>
                <c:pt idx="8474">
                  <c:v>-7134472</c:v>
                </c:pt>
                <c:pt idx="8475">
                  <c:v>-7211896</c:v>
                </c:pt>
                <c:pt idx="8476">
                  <c:v>-7090222</c:v>
                </c:pt>
                <c:pt idx="8477">
                  <c:v>-7232265</c:v>
                </c:pt>
                <c:pt idx="8478">
                  <c:v>-7122111</c:v>
                </c:pt>
                <c:pt idx="8479">
                  <c:v>-7083256</c:v>
                </c:pt>
                <c:pt idx="8480">
                  <c:v>-7077749</c:v>
                </c:pt>
                <c:pt idx="8481">
                  <c:v>-7211290</c:v>
                </c:pt>
                <c:pt idx="8482">
                  <c:v>-7203163</c:v>
                </c:pt>
                <c:pt idx="8483">
                  <c:v>-7221140</c:v>
                </c:pt>
                <c:pt idx="8484">
                  <c:v>-7148583</c:v>
                </c:pt>
                <c:pt idx="8485">
                  <c:v>-7137046</c:v>
                </c:pt>
                <c:pt idx="8486">
                  <c:v>-7176820</c:v>
                </c:pt>
                <c:pt idx="8487">
                  <c:v>-7239658</c:v>
                </c:pt>
                <c:pt idx="8488">
                  <c:v>-7076102</c:v>
                </c:pt>
                <c:pt idx="8489">
                  <c:v>-7212093</c:v>
                </c:pt>
                <c:pt idx="8490">
                  <c:v>-7184350</c:v>
                </c:pt>
                <c:pt idx="8491">
                  <c:v>-7202510</c:v>
                </c:pt>
                <c:pt idx="8492">
                  <c:v>-7002271</c:v>
                </c:pt>
                <c:pt idx="8493">
                  <c:v>-7198514</c:v>
                </c:pt>
                <c:pt idx="8494">
                  <c:v>-7073227</c:v>
                </c:pt>
                <c:pt idx="8495">
                  <c:v>-7241765</c:v>
                </c:pt>
                <c:pt idx="8496">
                  <c:v>-7248086</c:v>
                </c:pt>
                <c:pt idx="8497">
                  <c:v>-7199337</c:v>
                </c:pt>
                <c:pt idx="8498">
                  <c:v>-7094531</c:v>
                </c:pt>
                <c:pt idx="8499">
                  <c:v>-7159085</c:v>
                </c:pt>
                <c:pt idx="8500">
                  <c:v>-7063010</c:v>
                </c:pt>
                <c:pt idx="8501">
                  <c:v>-7258474</c:v>
                </c:pt>
                <c:pt idx="8502">
                  <c:v>-7194899</c:v>
                </c:pt>
                <c:pt idx="8503">
                  <c:v>-7171359</c:v>
                </c:pt>
                <c:pt idx="8504">
                  <c:v>-7197519</c:v>
                </c:pt>
                <c:pt idx="8505">
                  <c:v>-7185728</c:v>
                </c:pt>
                <c:pt idx="8506">
                  <c:v>-7182264</c:v>
                </c:pt>
                <c:pt idx="8507">
                  <c:v>-7070251</c:v>
                </c:pt>
                <c:pt idx="8508">
                  <c:v>-7240703</c:v>
                </c:pt>
                <c:pt idx="8509">
                  <c:v>-7211567</c:v>
                </c:pt>
                <c:pt idx="8510">
                  <c:v>-7201605</c:v>
                </c:pt>
                <c:pt idx="8511">
                  <c:v>-7177466</c:v>
                </c:pt>
                <c:pt idx="8512">
                  <c:v>-7200855</c:v>
                </c:pt>
                <c:pt idx="8513">
                  <c:v>-7210009</c:v>
                </c:pt>
                <c:pt idx="8514">
                  <c:v>-7200543</c:v>
                </c:pt>
                <c:pt idx="8515">
                  <c:v>-7137534</c:v>
                </c:pt>
                <c:pt idx="8516">
                  <c:v>-7230776</c:v>
                </c:pt>
                <c:pt idx="8517">
                  <c:v>-7208035</c:v>
                </c:pt>
                <c:pt idx="8518">
                  <c:v>-7203860</c:v>
                </c:pt>
                <c:pt idx="8519">
                  <c:v>-7212193</c:v>
                </c:pt>
                <c:pt idx="8520">
                  <c:v>-7209456</c:v>
                </c:pt>
                <c:pt idx="8521">
                  <c:v>-6999287</c:v>
                </c:pt>
                <c:pt idx="8522">
                  <c:v>-7262863</c:v>
                </c:pt>
                <c:pt idx="8523">
                  <c:v>-7098966</c:v>
                </c:pt>
                <c:pt idx="8524">
                  <c:v>-7074720</c:v>
                </c:pt>
                <c:pt idx="8525">
                  <c:v>-7170142</c:v>
                </c:pt>
                <c:pt idx="8526">
                  <c:v>-6974532</c:v>
                </c:pt>
                <c:pt idx="8527">
                  <c:v>-7195946</c:v>
                </c:pt>
                <c:pt idx="8528">
                  <c:v>-7230739</c:v>
                </c:pt>
                <c:pt idx="8529">
                  <c:v>-7116424</c:v>
                </c:pt>
                <c:pt idx="8530">
                  <c:v>-7206588</c:v>
                </c:pt>
                <c:pt idx="8531">
                  <c:v>-7249922</c:v>
                </c:pt>
                <c:pt idx="8532">
                  <c:v>-7048405</c:v>
                </c:pt>
                <c:pt idx="8533">
                  <c:v>-7085493</c:v>
                </c:pt>
                <c:pt idx="8534">
                  <c:v>-7121638</c:v>
                </c:pt>
                <c:pt idx="8535">
                  <c:v>-7162093</c:v>
                </c:pt>
                <c:pt idx="8536">
                  <c:v>-7169943</c:v>
                </c:pt>
                <c:pt idx="8537">
                  <c:v>-7047330</c:v>
                </c:pt>
                <c:pt idx="8538">
                  <c:v>-7230970</c:v>
                </c:pt>
                <c:pt idx="8539">
                  <c:v>-7201810</c:v>
                </c:pt>
                <c:pt idx="8540">
                  <c:v>-7213238</c:v>
                </c:pt>
                <c:pt idx="8541">
                  <c:v>-7202020</c:v>
                </c:pt>
                <c:pt idx="8542">
                  <c:v>-7160198</c:v>
                </c:pt>
                <c:pt idx="8543">
                  <c:v>-7127953</c:v>
                </c:pt>
                <c:pt idx="8544">
                  <c:v>-7055952</c:v>
                </c:pt>
                <c:pt idx="8545">
                  <c:v>-6980373</c:v>
                </c:pt>
                <c:pt idx="8546">
                  <c:v>-7171035</c:v>
                </c:pt>
                <c:pt idx="8547">
                  <c:v>-7226228</c:v>
                </c:pt>
                <c:pt idx="8548">
                  <c:v>-7152109</c:v>
                </c:pt>
                <c:pt idx="8549">
                  <c:v>-7150082</c:v>
                </c:pt>
                <c:pt idx="8550">
                  <c:v>-7111189</c:v>
                </c:pt>
                <c:pt idx="8551">
                  <c:v>-7082849</c:v>
                </c:pt>
                <c:pt idx="8552">
                  <c:v>-7150146</c:v>
                </c:pt>
                <c:pt idx="8553">
                  <c:v>-7057761</c:v>
                </c:pt>
                <c:pt idx="8554">
                  <c:v>-7178866</c:v>
                </c:pt>
                <c:pt idx="8555">
                  <c:v>-7228169</c:v>
                </c:pt>
                <c:pt idx="8556">
                  <c:v>-7205252</c:v>
                </c:pt>
                <c:pt idx="8557">
                  <c:v>-7216970</c:v>
                </c:pt>
                <c:pt idx="8558">
                  <c:v>-7118959</c:v>
                </c:pt>
                <c:pt idx="8559">
                  <c:v>-7131003</c:v>
                </c:pt>
                <c:pt idx="8560">
                  <c:v>-7260612</c:v>
                </c:pt>
                <c:pt idx="8561">
                  <c:v>-7084109</c:v>
                </c:pt>
                <c:pt idx="8562">
                  <c:v>-7068782</c:v>
                </c:pt>
                <c:pt idx="8563">
                  <c:v>-7131562</c:v>
                </c:pt>
                <c:pt idx="8564">
                  <c:v>-7156818</c:v>
                </c:pt>
                <c:pt idx="8565">
                  <c:v>-7137040</c:v>
                </c:pt>
                <c:pt idx="8566">
                  <c:v>-7197280</c:v>
                </c:pt>
                <c:pt idx="8567">
                  <c:v>-7258598</c:v>
                </c:pt>
                <c:pt idx="8568">
                  <c:v>-7187105</c:v>
                </c:pt>
                <c:pt idx="8569">
                  <c:v>-7125863</c:v>
                </c:pt>
                <c:pt idx="8570">
                  <c:v>-7199905</c:v>
                </c:pt>
                <c:pt idx="8571">
                  <c:v>-7208397</c:v>
                </c:pt>
                <c:pt idx="8572">
                  <c:v>-7128995</c:v>
                </c:pt>
                <c:pt idx="8573">
                  <c:v>-7175888</c:v>
                </c:pt>
                <c:pt idx="8574">
                  <c:v>-7201661</c:v>
                </c:pt>
                <c:pt idx="8575">
                  <c:v>-7099518</c:v>
                </c:pt>
                <c:pt idx="8576">
                  <c:v>-7156252</c:v>
                </c:pt>
                <c:pt idx="8577">
                  <c:v>-7002485</c:v>
                </c:pt>
                <c:pt idx="8578">
                  <c:v>-7232242</c:v>
                </c:pt>
                <c:pt idx="8579">
                  <c:v>-7209823</c:v>
                </c:pt>
                <c:pt idx="8580">
                  <c:v>-7204906</c:v>
                </c:pt>
                <c:pt idx="8581">
                  <c:v>-7173449</c:v>
                </c:pt>
                <c:pt idx="8582">
                  <c:v>-7231233</c:v>
                </c:pt>
                <c:pt idx="8583">
                  <c:v>-7213293</c:v>
                </c:pt>
                <c:pt idx="8584">
                  <c:v>-7211532</c:v>
                </c:pt>
                <c:pt idx="8585">
                  <c:v>-7059516</c:v>
                </c:pt>
                <c:pt idx="8586">
                  <c:v>-7239582</c:v>
                </c:pt>
                <c:pt idx="8587">
                  <c:v>-7197059</c:v>
                </c:pt>
                <c:pt idx="8588">
                  <c:v>-7064270</c:v>
                </c:pt>
                <c:pt idx="8589">
                  <c:v>-7248566</c:v>
                </c:pt>
                <c:pt idx="8590">
                  <c:v>-7072297</c:v>
                </c:pt>
                <c:pt idx="8591">
                  <c:v>-7191238</c:v>
                </c:pt>
                <c:pt idx="8592">
                  <c:v>-7063776</c:v>
                </c:pt>
                <c:pt idx="8593">
                  <c:v>-7212860</c:v>
                </c:pt>
                <c:pt idx="8594">
                  <c:v>-7268596</c:v>
                </c:pt>
                <c:pt idx="8595">
                  <c:v>-7207374</c:v>
                </c:pt>
                <c:pt idx="8596">
                  <c:v>-7176500</c:v>
                </c:pt>
                <c:pt idx="8597">
                  <c:v>-7208118</c:v>
                </c:pt>
                <c:pt idx="8598">
                  <c:v>-7173572</c:v>
                </c:pt>
                <c:pt idx="8599">
                  <c:v>-7219408</c:v>
                </c:pt>
                <c:pt idx="8600">
                  <c:v>-7198320</c:v>
                </c:pt>
                <c:pt idx="8601">
                  <c:v>-7229750</c:v>
                </c:pt>
                <c:pt idx="8602">
                  <c:v>-7186658</c:v>
                </c:pt>
                <c:pt idx="8603">
                  <c:v>-7225462</c:v>
                </c:pt>
                <c:pt idx="8604">
                  <c:v>-7209451</c:v>
                </c:pt>
                <c:pt idx="8605">
                  <c:v>-7075788</c:v>
                </c:pt>
                <c:pt idx="8606">
                  <c:v>-7119449</c:v>
                </c:pt>
                <c:pt idx="8607">
                  <c:v>-7230721</c:v>
                </c:pt>
                <c:pt idx="8608">
                  <c:v>-7166123</c:v>
                </c:pt>
                <c:pt idx="8609">
                  <c:v>-7197089</c:v>
                </c:pt>
                <c:pt idx="8610">
                  <c:v>-7194995</c:v>
                </c:pt>
                <c:pt idx="8611">
                  <c:v>-7201561</c:v>
                </c:pt>
                <c:pt idx="8612">
                  <c:v>-7199656</c:v>
                </c:pt>
                <c:pt idx="8613">
                  <c:v>-7217398</c:v>
                </c:pt>
                <c:pt idx="8614">
                  <c:v>-7196816</c:v>
                </c:pt>
                <c:pt idx="8615">
                  <c:v>-7202614</c:v>
                </c:pt>
                <c:pt idx="8616">
                  <c:v>-7088850</c:v>
                </c:pt>
                <c:pt idx="8617">
                  <c:v>-7204936</c:v>
                </c:pt>
                <c:pt idx="8618">
                  <c:v>-7206058</c:v>
                </c:pt>
                <c:pt idx="8619">
                  <c:v>-7203069</c:v>
                </c:pt>
                <c:pt idx="8620">
                  <c:v>-7162874</c:v>
                </c:pt>
                <c:pt idx="8621">
                  <c:v>-7205984</c:v>
                </c:pt>
                <c:pt idx="8622">
                  <c:v>-7089026</c:v>
                </c:pt>
                <c:pt idx="8623">
                  <c:v>-7161499</c:v>
                </c:pt>
                <c:pt idx="8624">
                  <c:v>-7161679</c:v>
                </c:pt>
                <c:pt idx="8625">
                  <c:v>-7088284</c:v>
                </c:pt>
                <c:pt idx="8626">
                  <c:v>-7205651</c:v>
                </c:pt>
                <c:pt idx="8627">
                  <c:v>-7089026</c:v>
                </c:pt>
                <c:pt idx="8628">
                  <c:v>-7205748</c:v>
                </c:pt>
                <c:pt idx="8629">
                  <c:v>-7088989</c:v>
                </c:pt>
                <c:pt idx="8630">
                  <c:v>-7209198</c:v>
                </c:pt>
                <c:pt idx="8631">
                  <c:v>-7162195</c:v>
                </c:pt>
                <c:pt idx="8632">
                  <c:v>-7209566</c:v>
                </c:pt>
                <c:pt idx="8633">
                  <c:v>-7206506</c:v>
                </c:pt>
                <c:pt idx="8634">
                  <c:v>-7088782</c:v>
                </c:pt>
                <c:pt idx="8635">
                  <c:v>-7064755</c:v>
                </c:pt>
                <c:pt idx="8636">
                  <c:v>-7209054</c:v>
                </c:pt>
                <c:pt idx="8637">
                  <c:v>-7206302</c:v>
                </c:pt>
                <c:pt idx="8638">
                  <c:v>-7066087</c:v>
                </c:pt>
                <c:pt idx="8639">
                  <c:v>-7063575</c:v>
                </c:pt>
                <c:pt idx="8640">
                  <c:v>-7204414</c:v>
                </c:pt>
                <c:pt idx="8641">
                  <c:v>-7204634</c:v>
                </c:pt>
                <c:pt idx="8642">
                  <c:v>-7208315</c:v>
                </c:pt>
                <c:pt idx="8643">
                  <c:v>-7088027</c:v>
                </c:pt>
                <c:pt idx="8644">
                  <c:v>-7207579</c:v>
                </c:pt>
                <c:pt idx="8645">
                  <c:v>-7089556</c:v>
                </c:pt>
                <c:pt idx="8646">
                  <c:v>-7207893</c:v>
                </c:pt>
                <c:pt idx="8647">
                  <c:v>-7207154</c:v>
                </c:pt>
                <c:pt idx="8648">
                  <c:v>-7202348</c:v>
                </c:pt>
                <c:pt idx="8649">
                  <c:v>-7070016</c:v>
                </c:pt>
                <c:pt idx="8650">
                  <c:v>-7088262</c:v>
                </c:pt>
                <c:pt idx="8651">
                  <c:v>-7201996</c:v>
                </c:pt>
                <c:pt idx="8652">
                  <c:v>-7205710</c:v>
                </c:pt>
                <c:pt idx="8653">
                  <c:v>-7161446</c:v>
                </c:pt>
                <c:pt idx="8654">
                  <c:v>-7203454</c:v>
                </c:pt>
                <c:pt idx="8655">
                  <c:v>-7088558</c:v>
                </c:pt>
                <c:pt idx="8656">
                  <c:v>-7207039</c:v>
                </c:pt>
                <c:pt idx="8657">
                  <c:v>-7204446</c:v>
                </c:pt>
                <c:pt idx="8658">
                  <c:v>-7201924</c:v>
                </c:pt>
                <c:pt idx="8659">
                  <c:v>-7205707</c:v>
                </c:pt>
                <c:pt idx="8660">
                  <c:v>-7206287</c:v>
                </c:pt>
                <c:pt idx="8661">
                  <c:v>-7205507</c:v>
                </c:pt>
                <c:pt idx="8662">
                  <c:v>-7206338</c:v>
                </c:pt>
                <c:pt idx="8663">
                  <c:v>-7143497</c:v>
                </c:pt>
                <c:pt idx="8664">
                  <c:v>-7088742</c:v>
                </c:pt>
                <c:pt idx="8665">
                  <c:v>-7205618</c:v>
                </c:pt>
                <c:pt idx="8666">
                  <c:v>-7064501</c:v>
                </c:pt>
                <c:pt idx="8667">
                  <c:v>-7204954</c:v>
                </c:pt>
                <c:pt idx="8668">
                  <c:v>-7206309</c:v>
                </c:pt>
                <c:pt idx="8669">
                  <c:v>-7208161</c:v>
                </c:pt>
                <c:pt idx="8670">
                  <c:v>-7143497</c:v>
                </c:pt>
                <c:pt idx="8671">
                  <c:v>-7163522</c:v>
                </c:pt>
                <c:pt idx="8672">
                  <c:v>-7204276</c:v>
                </c:pt>
                <c:pt idx="8673">
                  <c:v>-7161968</c:v>
                </c:pt>
                <c:pt idx="8674">
                  <c:v>-7206405</c:v>
                </c:pt>
                <c:pt idx="8675">
                  <c:v>-7206892</c:v>
                </c:pt>
                <c:pt idx="8676">
                  <c:v>-7088043</c:v>
                </c:pt>
                <c:pt idx="8677">
                  <c:v>-7204767</c:v>
                </c:pt>
                <c:pt idx="8678">
                  <c:v>-7088782</c:v>
                </c:pt>
                <c:pt idx="8679">
                  <c:v>-7207039</c:v>
                </c:pt>
                <c:pt idx="8680">
                  <c:v>-7162263</c:v>
                </c:pt>
                <c:pt idx="8681">
                  <c:v>-7062956</c:v>
                </c:pt>
                <c:pt idx="8682">
                  <c:v>-7143506</c:v>
                </c:pt>
                <c:pt idx="8683">
                  <c:v>-7088262</c:v>
                </c:pt>
                <c:pt idx="8684">
                  <c:v>-7210491</c:v>
                </c:pt>
                <c:pt idx="8685">
                  <c:v>-7204257</c:v>
                </c:pt>
                <c:pt idx="8686">
                  <c:v>-7209070</c:v>
                </c:pt>
                <c:pt idx="8687">
                  <c:v>-7204266</c:v>
                </c:pt>
                <c:pt idx="8688">
                  <c:v>-7088989</c:v>
                </c:pt>
                <c:pt idx="8689">
                  <c:v>-7199733</c:v>
                </c:pt>
                <c:pt idx="8690">
                  <c:v>-7088840</c:v>
                </c:pt>
                <c:pt idx="8691">
                  <c:v>-7204812</c:v>
                </c:pt>
                <c:pt idx="8692">
                  <c:v>-7202979</c:v>
                </c:pt>
                <c:pt idx="8693">
                  <c:v>-7088361</c:v>
                </c:pt>
                <c:pt idx="8694">
                  <c:v>-7089017</c:v>
                </c:pt>
                <c:pt idx="8695">
                  <c:v>-7202979</c:v>
                </c:pt>
                <c:pt idx="8696">
                  <c:v>-7087474</c:v>
                </c:pt>
                <c:pt idx="8697">
                  <c:v>-7202912</c:v>
                </c:pt>
                <c:pt idx="8698">
                  <c:v>-7204812</c:v>
                </c:pt>
                <c:pt idx="8699">
                  <c:v>-7064700</c:v>
                </c:pt>
                <c:pt idx="8700">
                  <c:v>-7162768</c:v>
                </c:pt>
                <c:pt idx="8701">
                  <c:v>-7207974</c:v>
                </c:pt>
                <c:pt idx="8702">
                  <c:v>-7205748</c:v>
                </c:pt>
                <c:pt idx="8703">
                  <c:v>-7203337</c:v>
                </c:pt>
                <c:pt idx="8704">
                  <c:v>-7205392</c:v>
                </c:pt>
                <c:pt idx="8705">
                  <c:v>-7203762</c:v>
                </c:pt>
                <c:pt idx="8706">
                  <c:v>-7111712</c:v>
                </c:pt>
                <c:pt idx="8707">
                  <c:v>-7040494</c:v>
                </c:pt>
                <c:pt idx="8708">
                  <c:v>-7001505</c:v>
                </c:pt>
                <c:pt idx="8709">
                  <c:v>-7029492</c:v>
                </c:pt>
                <c:pt idx="8710">
                  <c:v>-7037815</c:v>
                </c:pt>
                <c:pt idx="8711">
                  <c:v>-7029664</c:v>
                </c:pt>
                <c:pt idx="8712">
                  <c:v>-6778475</c:v>
                </c:pt>
                <c:pt idx="8713">
                  <c:v>-7047457</c:v>
                </c:pt>
                <c:pt idx="8714">
                  <c:v>-7000267</c:v>
                </c:pt>
                <c:pt idx="8715">
                  <c:v>-6779683</c:v>
                </c:pt>
                <c:pt idx="8716">
                  <c:v>-6904588</c:v>
                </c:pt>
                <c:pt idx="8717">
                  <c:v>-7028616</c:v>
                </c:pt>
                <c:pt idx="8718">
                  <c:v>-6992932</c:v>
                </c:pt>
                <c:pt idx="8719">
                  <c:v>-7029348</c:v>
                </c:pt>
                <c:pt idx="8720">
                  <c:v>-7015097</c:v>
                </c:pt>
                <c:pt idx="8721">
                  <c:v>-6975931</c:v>
                </c:pt>
                <c:pt idx="8722">
                  <c:v>-6960573</c:v>
                </c:pt>
                <c:pt idx="8723">
                  <c:v>-6815071</c:v>
                </c:pt>
                <c:pt idx="8724">
                  <c:v>-7038142</c:v>
                </c:pt>
                <c:pt idx="8725">
                  <c:v>-7083738</c:v>
                </c:pt>
                <c:pt idx="8726">
                  <c:v>-7106606</c:v>
                </c:pt>
                <c:pt idx="8727">
                  <c:v>-7053899</c:v>
                </c:pt>
                <c:pt idx="8728">
                  <c:v>-7120547</c:v>
                </c:pt>
                <c:pt idx="8729">
                  <c:v>-7022375</c:v>
                </c:pt>
                <c:pt idx="8730">
                  <c:v>-7122270</c:v>
                </c:pt>
                <c:pt idx="8731">
                  <c:v>-7084674</c:v>
                </c:pt>
                <c:pt idx="8732">
                  <c:v>-7051602</c:v>
                </c:pt>
                <c:pt idx="8733">
                  <c:v>-7046993</c:v>
                </c:pt>
                <c:pt idx="8734">
                  <c:v>-7193297</c:v>
                </c:pt>
                <c:pt idx="8735">
                  <c:v>-7115427</c:v>
                </c:pt>
                <c:pt idx="8736">
                  <c:v>-6706027</c:v>
                </c:pt>
                <c:pt idx="8737">
                  <c:v>-7039782</c:v>
                </c:pt>
                <c:pt idx="8738">
                  <c:v>-6547283</c:v>
                </c:pt>
                <c:pt idx="8739">
                  <c:v>-7018952</c:v>
                </c:pt>
                <c:pt idx="8740">
                  <c:v>-7086269</c:v>
                </c:pt>
                <c:pt idx="8741">
                  <c:v>-7141219</c:v>
                </c:pt>
                <c:pt idx="8742">
                  <c:v>-6956674</c:v>
                </c:pt>
                <c:pt idx="8743">
                  <c:v>-6781823</c:v>
                </c:pt>
                <c:pt idx="8744">
                  <c:v>-7067499</c:v>
                </c:pt>
                <c:pt idx="8745">
                  <c:v>-7067019</c:v>
                </c:pt>
                <c:pt idx="8746">
                  <c:v>-6740009</c:v>
                </c:pt>
                <c:pt idx="8747">
                  <c:v>-7045796</c:v>
                </c:pt>
                <c:pt idx="8748">
                  <c:v>-7044069</c:v>
                </c:pt>
                <c:pt idx="8749">
                  <c:v>-7210152</c:v>
                </c:pt>
                <c:pt idx="8750">
                  <c:v>-7029394</c:v>
                </c:pt>
                <c:pt idx="8751">
                  <c:v>-7065962</c:v>
                </c:pt>
                <c:pt idx="8752">
                  <c:v>-6873005</c:v>
                </c:pt>
                <c:pt idx="8753">
                  <c:v>-6912539</c:v>
                </c:pt>
                <c:pt idx="8754">
                  <c:v>-6915219</c:v>
                </c:pt>
                <c:pt idx="8755">
                  <c:v>-7090105</c:v>
                </c:pt>
                <c:pt idx="8756">
                  <c:v>-6863112</c:v>
                </c:pt>
                <c:pt idx="8757">
                  <c:v>-7016123</c:v>
                </c:pt>
                <c:pt idx="8758">
                  <c:v>-7037884</c:v>
                </c:pt>
                <c:pt idx="8759">
                  <c:v>-7099408</c:v>
                </c:pt>
                <c:pt idx="8760">
                  <c:v>-6861548</c:v>
                </c:pt>
                <c:pt idx="8761">
                  <c:v>-6786076</c:v>
                </c:pt>
                <c:pt idx="8762">
                  <c:v>-6944577</c:v>
                </c:pt>
                <c:pt idx="8763">
                  <c:v>-7000560</c:v>
                </c:pt>
                <c:pt idx="8764">
                  <c:v>-6992525</c:v>
                </c:pt>
                <c:pt idx="8765">
                  <c:v>-6751415</c:v>
                </c:pt>
                <c:pt idx="8766">
                  <c:v>-7062751</c:v>
                </c:pt>
                <c:pt idx="8767">
                  <c:v>-7098068</c:v>
                </c:pt>
                <c:pt idx="8768">
                  <c:v>-6755601</c:v>
                </c:pt>
                <c:pt idx="8769">
                  <c:v>-7010161</c:v>
                </c:pt>
                <c:pt idx="8770">
                  <c:v>-7028992</c:v>
                </c:pt>
                <c:pt idx="8771">
                  <c:v>-7057926</c:v>
                </c:pt>
                <c:pt idx="8772">
                  <c:v>-7014612</c:v>
                </c:pt>
                <c:pt idx="8773">
                  <c:v>-7076343</c:v>
                </c:pt>
                <c:pt idx="8774">
                  <c:v>-7051192</c:v>
                </c:pt>
                <c:pt idx="8775">
                  <c:v>-6986255</c:v>
                </c:pt>
                <c:pt idx="8776">
                  <c:v>-6689319</c:v>
                </c:pt>
                <c:pt idx="8777">
                  <c:v>-7047871</c:v>
                </c:pt>
                <c:pt idx="8778">
                  <c:v>-7062885</c:v>
                </c:pt>
                <c:pt idx="8779">
                  <c:v>-7067828</c:v>
                </c:pt>
                <c:pt idx="8780">
                  <c:v>-7130788</c:v>
                </c:pt>
                <c:pt idx="8781">
                  <c:v>-7044434</c:v>
                </c:pt>
                <c:pt idx="8782">
                  <c:v>-6961396</c:v>
                </c:pt>
                <c:pt idx="8783">
                  <c:v>-7157390</c:v>
                </c:pt>
                <c:pt idx="8784">
                  <c:v>-7002236</c:v>
                </c:pt>
                <c:pt idx="8785">
                  <c:v>-7050560</c:v>
                </c:pt>
                <c:pt idx="8786">
                  <c:v>-7041086</c:v>
                </c:pt>
                <c:pt idx="8787">
                  <c:v>-7155601</c:v>
                </c:pt>
                <c:pt idx="8788">
                  <c:v>-7013769</c:v>
                </c:pt>
                <c:pt idx="8789">
                  <c:v>-6984494</c:v>
                </c:pt>
                <c:pt idx="8790">
                  <c:v>-7055130</c:v>
                </c:pt>
                <c:pt idx="8791">
                  <c:v>-6846923</c:v>
                </c:pt>
                <c:pt idx="8792">
                  <c:v>-7061410</c:v>
                </c:pt>
                <c:pt idx="8793">
                  <c:v>-7121437</c:v>
                </c:pt>
                <c:pt idx="8794">
                  <c:v>-7041570</c:v>
                </c:pt>
                <c:pt idx="8795">
                  <c:v>-7033580</c:v>
                </c:pt>
                <c:pt idx="8796">
                  <c:v>-7104678</c:v>
                </c:pt>
                <c:pt idx="8797">
                  <c:v>-7146015</c:v>
                </c:pt>
                <c:pt idx="8798">
                  <c:v>-7025025</c:v>
                </c:pt>
                <c:pt idx="8799">
                  <c:v>-7060405</c:v>
                </c:pt>
                <c:pt idx="8800">
                  <c:v>-6479324</c:v>
                </c:pt>
                <c:pt idx="8801">
                  <c:v>-7152907</c:v>
                </c:pt>
                <c:pt idx="8802">
                  <c:v>-7019496</c:v>
                </c:pt>
                <c:pt idx="8803">
                  <c:v>-6660381</c:v>
                </c:pt>
                <c:pt idx="8804">
                  <c:v>-7092820</c:v>
                </c:pt>
                <c:pt idx="8805">
                  <c:v>-6507095</c:v>
                </c:pt>
                <c:pt idx="8806">
                  <c:v>-7040217</c:v>
                </c:pt>
                <c:pt idx="8807">
                  <c:v>-6744167</c:v>
                </c:pt>
                <c:pt idx="8808">
                  <c:v>-7036237</c:v>
                </c:pt>
                <c:pt idx="8809">
                  <c:v>-7029431</c:v>
                </c:pt>
                <c:pt idx="8810">
                  <c:v>-6787218</c:v>
                </c:pt>
                <c:pt idx="8811">
                  <c:v>-7034841</c:v>
                </c:pt>
                <c:pt idx="8812">
                  <c:v>-6914870</c:v>
                </c:pt>
                <c:pt idx="8813">
                  <c:v>-6799406</c:v>
                </c:pt>
                <c:pt idx="8814">
                  <c:v>-7057546</c:v>
                </c:pt>
                <c:pt idx="8815">
                  <c:v>-6492691</c:v>
                </c:pt>
                <c:pt idx="8816">
                  <c:v>-7092683</c:v>
                </c:pt>
                <c:pt idx="8817">
                  <c:v>-6946590</c:v>
                </c:pt>
                <c:pt idx="8818">
                  <c:v>-6972920</c:v>
                </c:pt>
                <c:pt idx="8819">
                  <c:v>-6997780</c:v>
                </c:pt>
                <c:pt idx="8820">
                  <c:v>-6790595</c:v>
                </c:pt>
                <c:pt idx="8821">
                  <c:v>-7057419</c:v>
                </c:pt>
                <c:pt idx="8822">
                  <c:v>-7090943</c:v>
                </c:pt>
                <c:pt idx="8823">
                  <c:v>-6747228</c:v>
                </c:pt>
                <c:pt idx="8824">
                  <c:v>-6788158</c:v>
                </c:pt>
                <c:pt idx="8825">
                  <c:v>-6962057</c:v>
                </c:pt>
                <c:pt idx="8826">
                  <c:v>-7120958</c:v>
                </c:pt>
                <c:pt idx="8827">
                  <c:v>-7061511</c:v>
                </c:pt>
                <c:pt idx="8828">
                  <c:v>-7050550</c:v>
                </c:pt>
                <c:pt idx="8829">
                  <c:v>-7033627</c:v>
                </c:pt>
                <c:pt idx="8830">
                  <c:v>-6846083</c:v>
                </c:pt>
                <c:pt idx="8831">
                  <c:v>-7116037</c:v>
                </c:pt>
                <c:pt idx="8832">
                  <c:v>-7089782</c:v>
                </c:pt>
                <c:pt idx="8833">
                  <c:v>-7158904</c:v>
                </c:pt>
                <c:pt idx="8834">
                  <c:v>-7071235</c:v>
                </c:pt>
                <c:pt idx="8835">
                  <c:v>-6652534</c:v>
                </c:pt>
                <c:pt idx="8836">
                  <c:v>-7041984</c:v>
                </c:pt>
                <c:pt idx="8837">
                  <c:v>-7034115</c:v>
                </c:pt>
                <c:pt idx="8838">
                  <c:v>-7045348</c:v>
                </c:pt>
                <c:pt idx="8839">
                  <c:v>-6994271</c:v>
                </c:pt>
                <c:pt idx="8840">
                  <c:v>-7066248</c:v>
                </c:pt>
                <c:pt idx="8841">
                  <c:v>-6704189</c:v>
                </c:pt>
                <c:pt idx="8842">
                  <c:v>-6802065</c:v>
                </c:pt>
                <c:pt idx="8843">
                  <c:v>-6962238</c:v>
                </c:pt>
                <c:pt idx="8844">
                  <c:v>-6886441</c:v>
                </c:pt>
                <c:pt idx="8845">
                  <c:v>-7200512</c:v>
                </c:pt>
                <c:pt idx="8846">
                  <c:v>-7058854</c:v>
                </c:pt>
                <c:pt idx="8847">
                  <c:v>-7136788</c:v>
                </c:pt>
                <c:pt idx="8848">
                  <c:v>-7074873</c:v>
                </c:pt>
                <c:pt idx="8849">
                  <c:v>-7028533</c:v>
                </c:pt>
                <c:pt idx="8850">
                  <c:v>-7088416</c:v>
                </c:pt>
                <c:pt idx="8851">
                  <c:v>-6845537</c:v>
                </c:pt>
                <c:pt idx="8852">
                  <c:v>-7056838</c:v>
                </c:pt>
                <c:pt idx="8853">
                  <c:v>-6772546</c:v>
                </c:pt>
                <c:pt idx="8854">
                  <c:v>-7043843</c:v>
                </c:pt>
                <c:pt idx="8855">
                  <c:v>-7068385</c:v>
                </c:pt>
                <c:pt idx="8856">
                  <c:v>-7076302</c:v>
                </c:pt>
                <c:pt idx="8857">
                  <c:v>-6954818</c:v>
                </c:pt>
                <c:pt idx="8858">
                  <c:v>-7072316</c:v>
                </c:pt>
                <c:pt idx="8859">
                  <c:v>-6794706</c:v>
                </c:pt>
                <c:pt idx="8860">
                  <c:v>-7033819</c:v>
                </c:pt>
                <c:pt idx="8861">
                  <c:v>-6970214</c:v>
                </c:pt>
                <c:pt idx="8862">
                  <c:v>-7104201</c:v>
                </c:pt>
                <c:pt idx="8863">
                  <c:v>-7133448</c:v>
                </c:pt>
                <c:pt idx="8864">
                  <c:v>-6786518</c:v>
                </c:pt>
                <c:pt idx="8865">
                  <c:v>-7007670</c:v>
                </c:pt>
                <c:pt idx="8866">
                  <c:v>-6901951</c:v>
                </c:pt>
                <c:pt idx="8867">
                  <c:v>-6761122</c:v>
                </c:pt>
                <c:pt idx="8868">
                  <c:v>-6978384</c:v>
                </c:pt>
                <c:pt idx="8869">
                  <c:v>-7063918</c:v>
                </c:pt>
                <c:pt idx="8870">
                  <c:v>-7106559</c:v>
                </c:pt>
                <c:pt idx="8871">
                  <c:v>-7060566</c:v>
                </c:pt>
                <c:pt idx="8872">
                  <c:v>-6864040</c:v>
                </c:pt>
                <c:pt idx="8873">
                  <c:v>-7012208</c:v>
                </c:pt>
                <c:pt idx="8874">
                  <c:v>-7015135</c:v>
                </c:pt>
                <c:pt idx="8875">
                  <c:v>-7045978</c:v>
                </c:pt>
                <c:pt idx="8876">
                  <c:v>-6786713</c:v>
                </c:pt>
                <c:pt idx="8877">
                  <c:v>-7029178</c:v>
                </c:pt>
                <c:pt idx="8878">
                  <c:v>-6612713</c:v>
                </c:pt>
                <c:pt idx="8879">
                  <c:v>-6768611</c:v>
                </c:pt>
                <c:pt idx="8880">
                  <c:v>-7076350</c:v>
                </c:pt>
                <c:pt idx="8881">
                  <c:v>-7040816</c:v>
                </c:pt>
                <c:pt idx="8882">
                  <c:v>-7008448</c:v>
                </c:pt>
                <c:pt idx="8883">
                  <c:v>-7129420</c:v>
                </c:pt>
                <c:pt idx="8884">
                  <c:v>-7019493</c:v>
                </c:pt>
                <c:pt idx="8885">
                  <c:v>-7013182</c:v>
                </c:pt>
                <c:pt idx="8886">
                  <c:v>-7146415</c:v>
                </c:pt>
                <c:pt idx="8887">
                  <c:v>-7039074</c:v>
                </c:pt>
                <c:pt idx="8888">
                  <c:v>-6982343</c:v>
                </c:pt>
                <c:pt idx="8889">
                  <c:v>-7053303</c:v>
                </c:pt>
                <c:pt idx="8890">
                  <c:v>-6898226</c:v>
                </c:pt>
                <c:pt idx="8891">
                  <c:v>-6992940</c:v>
                </c:pt>
                <c:pt idx="8892">
                  <c:v>-7121732</c:v>
                </c:pt>
                <c:pt idx="8893">
                  <c:v>-6964154</c:v>
                </c:pt>
                <c:pt idx="8894">
                  <c:v>-6745607</c:v>
                </c:pt>
                <c:pt idx="8895">
                  <c:v>-7013502</c:v>
                </c:pt>
                <c:pt idx="8896">
                  <c:v>-6634429</c:v>
                </c:pt>
                <c:pt idx="8897">
                  <c:v>-7160429</c:v>
                </c:pt>
                <c:pt idx="8898">
                  <c:v>-7024652</c:v>
                </c:pt>
                <c:pt idx="8899">
                  <c:v>-7120715</c:v>
                </c:pt>
                <c:pt idx="8900">
                  <c:v>-7142177</c:v>
                </c:pt>
                <c:pt idx="8901">
                  <c:v>-7198971</c:v>
                </c:pt>
                <c:pt idx="8902">
                  <c:v>-7060303</c:v>
                </c:pt>
                <c:pt idx="8903">
                  <c:v>-7111596</c:v>
                </c:pt>
                <c:pt idx="8904">
                  <c:v>-7049035</c:v>
                </c:pt>
                <c:pt idx="8905">
                  <c:v>-6667491</c:v>
                </c:pt>
                <c:pt idx="8906">
                  <c:v>-7136182</c:v>
                </c:pt>
                <c:pt idx="8907">
                  <c:v>-7040059</c:v>
                </c:pt>
                <c:pt idx="8908">
                  <c:v>-7051564</c:v>
                </c:pt>
                <c:pt idx="8909">
                  <c:v>-6960219</c:v>
                </c:pt>
                <c:pt idx="8910">
                  <c:v>-6845942</c:v>
                </c:pt>
                <c:pt idx="8911">
                  <c:v>-7205596</c:v>
                </c:pt>
                <c:pt idx="8912">
                  <c:v>-7037585</c:v>
                </c:pt>
                <c:pt idx="8913">
                  <c:v>-7121359</c:v>
                </c:pt>
                <c:pt idx="8914">
                  <c:v>-7119886</c:v>
                </c:pt>
                <c:pt idx="8915">
                  <c:v>-7023293</c:v>
                </c:pt>
                <c:pt idx="8916">
                  <c:v>-7154305</c:v>
                </c:pt>
                <c:pt idx="8917">
                  <c:v>-7021150</c:v>
                </c:pt>
                <c:pt idx="8918">
                  <c:v>-7047765</c:v>
                </c:pt>
                <c:pt idx="8919">
                  <c:v>-7032588</c:v>
                </c:pt>
                <c:pt idx="8920">
                  <c:v>-7160385</c:v>
                </c:pt>
                <c:pt idx="8921">
                  <c:v>-6760658</c:v>
                </c:pt>
                <c:pt idx="8922">
                  <c:v>-7018524</c:v>
                </c:pt>
                <c:pt idx="8923">
                  <c:v>-7086124</c:v>
                </c:pt>
                <c:pt idx="8924">
                  <c:v>-7121834</c:v>
                </c:pt>
                <c:pt idx="8925">
                  <c:v>-6783558</c:v>
                </c:pt>
                <c:pt idx="8926">
                  <c:v>-7122776</c:v>
                </c:pt>
                <c:pt idx="8927">
                  <c:v>-7036315</c:v>
                </c:pt>
                <c:pt idx="8928">
                  <c:v>-6685662</c:v>
                </c:pt>
                <c:pt idx="8929">
                  <c:v>-7018303</c:v>
                </c:pt>
                <c:pt idx="8930">
                  <c:v>-7160093</c:v>
                </c:pt>
                <c:pt idx="8931">
                  <c:v>-7121850</c:v>
                </c:pt>
                <c:pt idx="8932">
                  <c:v>-6966151</c:v>
                </c:pt>
                <c:pt idx="8933">
                  <c:v>-7119255</c:v>
                </c:pt>
                <c:pt idx="8934">
                  <c:v>-7009362</c:v>
                </c:pt>
                <c:pt idx="8935">
                  <c:v>-7173063</c:v>
                </c:pt>
                <c:pt idx="8936">
                  <c:v>-7072967</c:v>
                </c:pt>
                <c:pt idx="8937">
                  <c:v>-7059650</c:v>
                </c:pt>
                <c:pt idx="8938">
                  <c:v>-7119820</c:v>
                </c:pt>
                <c:pt idx="8939">
                  <c:v>-7001203</c:v>
                </c:pt>
                <c:pt idx="8940">
                  <c:v>-7015567</c:v>
                </c:pt>
                <c:pt idx="8941">
                  <c:v>-6955297</c:v>
                </c:pt>
                <c:pt idx="8942">
                  <c:v>-7025090</c:v>
                </c:pt>
                <c:pt idx="8943">
                  <c:v>-6951279</c:v>
                </c:pt>
                <c:pt idx="8944">
                  <c:v>-7079579</c:v>
                </c:pt>
                <c:pt idx="8945">
                  <c:v>-6845596</c:v>
                </c:pt>
                <c:pt idx="8946">
                  <c:v>-7027311</c:v>
                </c:pt>
                <c:pt idx="8947">
                  <c:v>-7034636</c:v>
                </c:pt>
                <c:pt idx="8948">
                  <c:v>-7086934</c:v>
                </c:pt>
                <c:pt idx="8949">
                  <c:v>-7086205</c:v>
                </c:pt>
                <c:pt idx="8950">
                  <c:v>-6847496</c:v>
                </c:pt>
                <c:pt idx="8951">
                  <c:v>-7069912</c:v>
                </c:pt>
                <c:pt idx="8952">
                  <c:v>-6567590</c:v>
                </c:pt>
                <c:pt idx="8953">
                  <c:v>-7116217</c:v>
                </c:pt>
                <c:pt idx="8954">
                  <c:v>-7176487</c:v>
                </c:pt>
                <c:pt idx="8955">
                  <c:v>-7022780</c:v>
                </c:pt>
                <c:pt idx="8956">
                  <c:v>-7050700</c:v>
                </c:pt>
                <c:pt idx="8957">
                  <c:v>-7163363</c:v>
                </c:pt>
                <c:pt idx="8958">
                  <c:v>-7072218</c:v>
                </c:pt>
                <c:pt idx="8959">
                  <c:v>-7027437</c:v>
                </c:pt>
                <c:pt idx="8960">
                  <c:v>-7021354</c:v>
                </c:pt>
                <c:pt idx="8961">
                  <c:v>-6761468</c:v>
                </c:pt>
                <c:pt idx="8962">
                  <c:v>-6989218</c:v>
                </c:pt>
                <c:pt idx="8963">
                  <c:v>-6964572</c:v>
                </c:pt>
                <c:pt idx="8964">
                  <c:v>-7118961</c:v>
                </c:pt>
                <c:pt idx="8965">
                  <c:v>-6756162</c:v>
                </c:pt>
                <c:pt idx="8966">
                  <c:v>-7048265</c:v>
                </c:pt>
                <c:pt idx="8967">
                  <c:v>-7136348</c:v>
                </c:pt>
                <c:pt idx="8968">
                  <c:v>-7070257</c:v>
                </c:pt>
                <c:pt idx="8969">
                  <c:v>-7092433</c:v>
                </c:pt>
                <c:pt idx="8970">
                  <c:v>-7055402</c:v>
                </c:pt>
                <c:pt idx="8971">
                  <c:v>-6628118</c:v>
                </c:pt>
                <c:pt idx="8972">
                  <c:v>-7170188</c:v>
                </c:pt>
                <c:pt idx="8973">
                  <c:v>-7206960</c:v>
                </c:pt>
                <c:pt idx="8974">
                  <c:v>-6851375</c:v>
                </c:pt>
                <c:pt idx="8975">
                  <c:v>-6650745</c:v>
                </c:pt>
                <c:pt idx="8976">
                  <c:v>-6787866</c:v>
                </c:pt>
                <c:pt idx="8977">
                  <c:v>-7071210</c:v>
                </c:pt>
                <c:pt idx="8978">
                  <c:v>-6730061</c:v>
                </c:pt>
                <c:pt idx="8979">
                  <c:v>-7105546</c:v>
                </c:pt>
                <c:pt idx="8980">
                  <c:v>-7059068</c:v>
                </c:pt>
                <c:pt idx="8981">
                  <c:v>-7578349</c:v>
                </c:pt>
                <c:pt idx="8982">
                  <c:v>-6913703</c:v>
                </c:pt>
                <c:pt idx="8983">
                  <c:v>-7199173</c:v>
                </c:pt>
                <c:pt idx="8984">
                  <c:v>-7007506</c:v>
                </c:pt>
                <c:pt idx="8985">
                  <c:v>-7049809</c:v>
                </c:pt>
                <c:pt idx="8986">
                  <c:v>-6663100</c:v>
                </c:pt>
                <c:pt idx="8987">
                  <c:v>-6792391</c:v>
                </c:pt>
                <c:pt idx="8988">
                  <c:v>-6937850</c:v>
                </c:pt>
                <c:pt idx="8989">
                  <c:v>-7073709</c:v>
                </c:pt>
                <c:pt idx="8990">
                  <c:v>-7158328</c:v>
                </c:pt>
                <c:pt idx="8991">
                  <c:v>-7103764</c:v>
                </c:pt>
                <c:pt idx="8992">
                  <c:v>-7100538</c:v>
                </c:pt>
                <c:pt idx="8993">
                  <c:v>-7187520</c:v>
                </c:pt>
                <c:pt idx="8994">
                  <c:v>-7138673</c:v>
                </c:pt>
                <c:pt idx="8995">
                  <c:v>-7107015</c:v>
                </c:pt>
                <c:pt idx="8996">
                  <c:v>-7075521</c:v>
                </c:pt>
                <c:pt idx="8997">
                  <c:v>-6947218</c:v>
                </c:pt>
                <c:pt idx="8998">
                  <c:v>-7093778</c:v>
                </c:pt>
                <c:pt idx="8999">
                  <c:v>-6797969</c:v>
                </c:pt>
                <c:pt idx="9000">
                  <c:v>-6962571</c:v>
                </c:pt>
                <c:pt idx="9001">
                  <c:v>-7132985</c:v>
                </c:pt>
                <c:pt idx="9002">
                  <c:v>-6786688</c:v>
                </c:pt>
                <c:pt idx="9003">
                  <c:v>-7061376</c:v>
                </c:pt>
                <c:pt idx="9004">
                  <c:v>-6778120</c:v>
                </c:pt>
                <c:pt idx="9005">
                  <c:v>-6964375</c:v>
                </c:pt>
                <c:pt idx="9006">
                  <c:v>-7001488</c:v>
                </c:pt>
                <c:pt idx="9007">
                  <c:v>-7061142</c:v>
                </c:pt>
                <c:pt idx="9008">
                  <c:v>-7124479</c:v>
                </c:pt>
                <c:pt idx="9009">
                  <c:v>-7008511</c:v>
                </c:pt>
                <c:pt idx="9010">
                  <c:v>-7008319</c:v>
                </c:pt>
                <c:pt idx="9011">
                  <c:v>-7149530</c:v>
                </c:pt>
                <c:pt idx="9012">
                  <c:v>-7197090</c:v>
                </c:pt>
                <c:pt idx="9013">
                  <c:v>-7126344</c:v>
                </c:pt>
                <c:pt idx="9014">
                  <c:v>-6880575</c:v>
                </c:pt>
                <c:pt idx="9015">
                  <c:v>-7118978</c:v>
                </c:pt>
                <c:pt idx="9016">
                  <c:v>-7100619</c:v>
                </c:pt>
                <c:pt idx="9017">
                  <c:v>-7021881</c:v>
                </c:pt>
                <c:pt idx="9018">
                  <c:v>-6925025</c:v>
                </c:pt>
                <c:pt idx="9019">
                  <c:v>-6961693</c:v>
                </c:pt>
                <c:pt idx="9020">
                  <c:v>-6957533</c:v>
                </c:pt>
                <c:pt idx="9021">
                  <c:v>-7098365</c:v>
                </c:pt>
                <c:pt idx="9022">
                  <c:v>-7020676</c:v>
                </c:pt>
                <c:pt idx="9023">
                  <c:v>-7040000</c:v>
                </c:pt>
                <c:pt idx="9024">
                  <c:v>-7027466</c:v>
                </c:pt>
                <c:pt idx="9025">
                  <c:v>-6991026</c:v>
                </c:pt>
                <c:pt idx="9026">
                  <c:v>-7126903</c:v>
                </c:pt>
                <c:pt idx="9027">
                  <c:v>-7064285</c:v>
                </c:pt>
                <c:pt idx="9028">
                  <c:v>-7104119</c:v>
                </c:pt>
                <c:pt idx="9029">
                  <c:v>-7159639</c:v>
                </c:pt>
                <c:pt idx="9030">
                  <c:v>-7063825</c:v>
                </c:pt>
                <c:pt idx="9031">
                  <c:v>-7058721</c:v>
                </c:pt>
                <c:pt idx="9032">
                  <c:v>-7034524</c:v>
                </c:pt>
                <c:pt idx="9033">
                  <c:v>-7007446</c:v>
                </c:pt>
                <c:pt idx="9034">
                  <c:v>-6981034</c:v>
                </c:pt>
                <c:pt idx="9035">
                  <c:v>-6895684</c:v>
                </c:pt>
                <c:pt idx="9036">
                  <c:v>-7127888</c:v>
                </c:pt>
                <c:pt idx="9037">
                  <c:v>-6886931</c:v>
                </c:pt>
                <c:pt idx="9038">
                  <c:v>-7100070</c:v>
                </c:pt>
                <c:pt idx="9039">
                  <c:v>-7028665</c:v>
                </c:pt>
                <c:pt idx="9040">
                  <c:v>-6920468</c:v>
                </c:pt>
                <c:pt idx="9041">
                  <c:v>-6792770</c:v>
                </c:pt>
                <c:pt idx="9042">
                  <c:v>-7093569</c:v>
                </c:pt>
                <c:pt idx="9043">
                  <c:v>-7121392</c:v>
                </c:pt>
                <c:pt idx="9044">
                  <c:v>-7585840</c:v>
                </c:pt>
                <c:pt idx="9045">
                  <c:v>-6809866</c:v>
                </c:pt>
                <c:pt idx="9046">
                  <c:v>-6952121</c:v>
                </c:pt>
                <c:pt idx="9047">
                  <c:v>-7017942</c:v>
                </c:pt>
                <c:pt idx="9048">
                  <c:v>-7028373</c:v>
                </c:pt>
                <c:pt idx="9049">
                  <c:v>-7038740</c:v>
                </c:pt>
                <c:pt idx="9050">
                  <c:v>-7147090</c:v>
                </c:pt>
                <c:pt idx="9051">
                  <c:v>-7117098</c:v>
                </c:pt>
                <c:pt idx="9052">
                  <c:v>-6839165</c:v>
                </c:pt>
                <c:pt idx="9053">
                  <c:v>-6949230</c:v>
                </c:pt>
                <c:pt idx="9054">
                  <c:v>-7065298</c:v>
                </c:pt>
                <c:pt idx="9055">
                  <c:v>-7019346</c:v>
                </c:pt>
                <c:pt idx="9056">
                  <c:v>-7074636</c:v>
                </c:pt>
                <c:pt idx="9057">
                  <c:v>-7087598</c:v>
                </c:pt>
                <c:pt idx="9058">
                  <c:v>-6512276</c:v>
                </c:pt>
                <c:pt idx="9059">
                  <c:v>-6777455</c:v>
                </c:pt>
                <c:pt idx="9060">
                  <c:v>-6845311</c:v>
                </c:pt>
                <c:pt idx="9061">
                  <c:v>-7146638</c:v>
                </c:pt>
                <c:pt idx="9062">
                  <c:v>-7145231</c:v>
                </c:pt>
                <c:pt idx="9063">
                  <c:v>-7035355</c:v>
                </c:pt>
                <c:pt idx="9064">
                  <c:v>-7071607</c:v>
                </c:pt>
                <c:pt idx="9065">
                  <c:v>-7018326</c:v>
                </c:pt>
                <c:pt idx="9066">
                  <c:v>-7098836</c:v>
                </c:pt>
                <c:pt idx="9067">
                  <c:v>-7104859</c:v>
                </c:pt>
                <c:pt idx="9068">
                  <c:v>-7107035</c:v>
                </c:pt>
                <c:pt idx="9069">
                  <c:v>-7120195</c:v>
                </c:pt>
                <c:pt idx="9070">
                  <c:v>-7027636</c:v>
                </c:pt>
                <c:pt idx="9071">
                  <c:v>-7131973</c:v>
                </c:pt>
                <c:pt idx="9072">
                  <c:v>-6863873</c:v>
                </c:pt>
                <c:pt idx="9073">
                  <c:v>-7072381</c:v>
                </c:pt>
                <c:pt idx="9074">
                  <c:v>-6761583</c:v>
                </c:pt>
                <c:pt idx="9075">
                  <c:v>-7118617</c:v>
                </c:pt>
                <c:pt idx="9076">
                  <c:v>-7117762</c:v>
                </c:pt>
                <c:pt idx="9077">
                  <c:v>-7033718</c:v>
                </c:pt>
                <c:pt idx="9078">
                  <c:v>-7047388</c:v>
                </c:pt>
                <c:pt idx="9079">
                  <c:v>-6810898</c:v>
                </c:pt>
                <c:pt idx="9080">
                  <c:v>-7166550</c:v>
                </c:pt>
                <c:pt idx="9081">
                  <c:v>-7066312</c:v>
                </c:pt>
                <c:pt idx="9082">
                  <c:v>-7125302</c:v>
                </c:pt>
                <c:pt idx="9083">
                  <c:v>-7071429</c:v>
                </c:pt>
                <c:pt idx="9084">
                  <c:v>-6612790</c:v>
                </c:pt>
                <c:pt idx="9085">
                  <c:v>-7019623</c:v>
                </c:pt>
                <c:pt idx="9086">
                  <c:v>-7015625</c:v>
                </c:pt>
                <c:pt idx="9087">
                  <c:v>-7103212</c:v>
                </c:pt>
                <c:pt idx="9088">
                  <c:v>-7063313</c:v>
                </c:pt>
                <c:pt idx="9089">
                  <c:v>-6970970</c:v>
                </c:pt>
                <c:pt idx="9090">
                  <c:v>-7037544</c:v>
                </c:pt>
                <c:pt idx="9091">
                  <c:v>-7200481</c:v>
                </c:pt>
                <c:pt idx="9092">
                  <c:v>-7076654</c:v>
                </c:pt>
                <c:pt idx="9093">
                  <c:v>-7082798</c:v>
                </c:pt>
                <c:pt idx="9094">
                  <c:v>-6901961</c:v>
                </c:pt>
                <c:pt idx="9095">
                  <c:v>-7034786</c:v>
                </c:pt>
                <c:pt idx="9096">
                  <c:v>-6876691</c:v>
                </c:pt>
                <c:pt idx="9097">
                  <c:v>-7114088</c:v>
                </c:pt>
                <c:pt idx="9098">
                  <c:v>-7085923</c:v>
                </c:pt>
                <c:pt idx="9099">
                  <c:v>-6981640</c:v>
                </c:pt>
                <c:pt idx="9100">
                  <c:v>-7139808</c:v>
                </c:pt>
                <c:pt idx="9101">
                  <c:v>-7003711</c:v>
                </c:pt>
                <c:pt idx="9102">
                  <c:v>-7589031</c:v>
                </c:pt>
                <c:pt idx="9103">
                  <c:v>-7077522</c:v>
                </c:pt>
                <c:pt idx="9104">
                  <c:v>-7034981</c:v>
                </c:pt>
                <c:pt idx="9105">
                  <c:v>-7018484</c:v>
                </c:pt>
                <c:pt idx="9106">
                  <c:v>-6503561</c:v>
                </c:pt>
                <c:pt idx="9107">
                  <c:v>-6802871</c:v>
                </c:pt>
                <c:pt idx="9108">
                  <c:v>-7026558</c:v>
                </c:pt>
                <c:pt idx="9109">
                  <c:v>-7056668</c:v>
                </c:pt>
                <c:pt idx="9110">
                  <c:v>-6481784</c:v>
                </c:pt>
                <c:pt idx="9111">
                  <c:v>-7134376</c:v>
                </c:pt>
                <c:pt idx="9112">
                  <c:v>-7046939</c:v>
                </c:pt>
                <c:pt idx="9113">
                  <c:v>-6980375</c:v>
                </c:pt>
                <c:pt idx="9114">
                  <c:v>-7024339</c:v>
                </c:pt>
                <c:pt idx="9115">
                  <c:v>-7054553</c:v>
                </c:pt>
                <c:pt idx="9116">
                  <c:v>-6795473</c:v>
                </c:pt>
                <c:pt idx="9117">
                  <c:v>-6651492</c:v>
                </c:pt>
                <c:pt idx="9118">
                  <c:v>-7109369</c:v>
                </c:pt>
                <c:pt idx="9119">
                  <c:v>-7070127</c:v>
                </c:pt>
                <c:pt idx="9120">
                  <c:v>-7078757</c:v>
                </c:pt>
                <c:pt idx="9121">
                  <c:v>-7086735</c:v>
                </c:pt>
                <c:pt idx="9122">
                  <c:v>-7047327</c:v>
                </c:pt>
                <c:pt idx="9123">
                  <c:v>-7022198</c:v>
                </c:pt>
                <c:pt idx="9124">
                  <c:v>-7110681</c:v>
                </c:pt>
                <c:pt idx="9125">
                  <c:v>-7120262</c:v>
                </c:pt>
                <c:pt idx="9126">
                  <c:v>-6978187</c:v>
                </c:pt>
                <c:pt idx="9127">
                  <c:v>-6805276</c:v>
                </c:pt>
                <c:pt idx="9128">
                  <c:v>-7148517</c:v>
                </c:pt>
                <c:pt idx="9129">
                  <c:v>-7009101</c:v>
                </c:pt>
                <c:pt idx="9130">
                  <c:v>-7026973</c:v>
                </c:pt>
                <c:pt idx="9131">
                  <c:v>-6877236</c:v>
                </c:pt>
                <c:pt idx="9132">
                  <c:v>-7077816</c:v>
                </c:pt>
                <c:pt idx="9133">
                  <c:v>-7013477</c:v>
                </c:pt>
                <c:pt idx="9134">
                  <c:v>-7130690</c:v>
                </c:pt>
                <c:pt idx="9135">
                  <c:v>-7072245</c:v>
                </c:pt>
                <c:pt idx="9136">
                  <c:v>-7079870</c:v>
                </c:pt>
                <c:pt idx="9137">
                  <c:v>-7064656</c:v>
                </c:pt>
                <c:pt idx="9138">
                  <c:v>-6897606</c:v>
                </c:pt>
                <c:pt idx="9139">
                  <c:v>-7088212</c:v>
                </c:pt>
                <c:pt idx="9140">
                  <c:v>-6883963</c:v>
                </c:pt>
                <c:pt idx="9141">
                  <c:v>-6757204</c:v>
                </c:pt>
                <c:pt idx="9142">
                  <c:v>-7071624</c:v>
                </c:pt>
                <c:pt idx="9143">
                  <c:v>-7013032</c:v>
                </c:pt>
                <c:pt idx="9144">
                  <c:v>-7087433</c:v>
                </c:pt>
                <c:pt idx="9145">
                  <c:v>-7143318</c:v>
                </c:pt>
                <c:pt idx="9146">
                  <c:v>-6848768</c:v>
                </c:pt>
                <c:pt idx="9147">
                  <c:v>-7145820</c:v>
                </c:pt>
                <c:pt idx="9148">
                  <c:v>-6841841</c:v>
                </c:pt>
                <c:pt idx="9149">
                  <c:v>-6761923</c:v>
                </c:pt>
                <c:pt idx="9150">
                  <c:v>-7070543</c:v>
                </c:pt>
                <c:pt idx="9151">
                  <c:v>-6994340</c:v>
                </c:pt>
                <c:pt idx="9152">
                  <c:v>-7097147</c:v>
                </c:pt>
                <c:pt idx="9153">
                  <c:v>-7033971</c:v>
                </c:pt>
                <c:pt idx="9154">
                  <c:v>-6450774</c:v>
                </c:pt>
                <c:pt idx="9155">
                  <c:v>-7087806</c:v>
                </c:pt>
                <c:pt idx="9156">
                  <c:v>-6896753</c:v>
                </c:pt>
                <c:pt idx="9157">
                  <c:v>-7037047</c:v>
                </c:pt>
                <c:pt idx="9158">
                  <c:v>-7049367</c:v>
                </c:pt>
                <c:pt idx="9159">
                  <c:v>-6986120</c:v>
                </c:pt>
                <c:pt idx="9160">
                  <c:v>-7010102</c:v>
                </c:pt>
                <c:pt idx="9161">
                  <c:v>-6964276</c:v>
                </c:pt>
                <c:pt idx="9162">
                  <c:v>-7004762</c:v>
                </c:pt>
                <c:pt idx="9163">
                  <c:v>-7069349</c:v>
                </c:pt>
                <c:pt idx="9164">
                  <c:v>-7066757</c:v>
                </c:pt>
                <c:pt idx="9165">
                  <c:v>-6714125</c:v>
                </c:pt>
                <c:pt idx="9166">
                  <c:v>-7153769</c:v>
                </c:pt>
                <c:pt idx="9167">
                  <c:v>-6617949</c:v>
                </c:pt>
                <c:pt idx="9168">
                  <c:v>-7071441</c:v>
                </c:pt>
                <c:pt idx="9169">
                  <c:v>-7121598</c:v>
                </c:pt>
                <c:pt idx="9170">
                  <c:v>-7061024</c:v>
                </c:pt>
                <c:pt idx="9171">
                  <c:v>-6801660</c:v>
                </c:pt>
                <c:pt idx="9172">
                  <c:v>-6909664</c:v>
                </c:pt>
                <c:pt idx="9173">
                  <c:v>-7056838</c:v>
                </c:pt>
                <c:pt idx="9174">
                  <c:v>-6781112</c:v>
                </c:pt>
                <c:pt idx="9175">
                  <c:v>-7090342</c:v>
                </c:pt>
                <c:pt idx="9176">
                  <c:v>-7081562</c:v>
                </c:pt>
                <c:pt idx="9177">
                  <c:v>-7101336</c:v>
                </c:pt>
                <c:pt idx="9178">
                  <c:v>-6989055</c:v>
                </c:pt>
                <c:pt idx="9179">
                  <c:v>-6719898</c:v>
                </c:pt>
                <c:pt idx="9180">
                  <c:v>-6780052</c:v>
                </c:pt>
                <c:pt idx="9181">
                  <c:v>-7084513</c:v>
                </c:pt>
                <c:pt idx="9182">
                  <c:v>-6956816</c:v>
                </c:pt>
                <c:pt idx="9183">
                  <c:v>-7030897</c:v>
                </c:pt>
                <c:pt idx="9184">
                  <c:v>-6909871</c:v>
                </c:pt>
                <c:pt idx="9185">
                  <c:v>-7029059</c:v>
                </c:pt>
                <c:pt idx="9186">
                  <c:v>-7024928</c:v>
                </c:pt>
                <c:pt idx="9187">
                  <c:v>-7131959</c:v>
                </c:pt>
                <c:pt idx="9188">
                  <c:v>-6894474</c:v>
                </c:pt>
                <c:pt idx="9189">
                  <c:v>-7154047</c:v>
                </c:pt>
                <c:pt idx="9190">
                  <c:v>-7024083</c:v>
                </c:pt>
                <c:pt idx="9191">
                  <c:v>-6956132</c:v>
                </c:pt>
                <c:pt idx="9192">
                  <c:v>-7018292</c:v>
                </c:pt>
                <c:pt idx="9193">
                  <c:v>-6973228</c:v>
                </c:pt>
                <c:pt idx="9194">
                  <c:v>-7126325</c:v>
                </c:pt>
                <c:pt idx="9195">
                  <c:v>-7789201</c:v>
                </c:pt>
                <c:pt idx="9196">
                  <c:v>-6874070</c:v>
                </c:pt>
                <c:pt idx="9197">
                  <c:v>-7060941</c:v>
                </c:pt>
                <c:pt idx="9198">
                  <c:v>-7086000</c:v>
                </c:pt>
                <c:pt idx="9199">
                  <c:v>-7070304</c:v>
                </c:pt>
                <c:pt idx="9200">
                  <c:v>-6483086</c:v>
                </c:pt>
                <c:pt idx="9201">
                  <c:v>-7081782</c:v>
                </c:pt>
                <c:pt idx="9202">
                  <c:v>-7074586</c:v>
                </c:pt>
                <c:pt idx="9203">
                  <c:v>-7044065</c:v>
                </c:pt>
                <c:pt idx="9204">
                  <c:v>-7001638</c:v>
                </c:pt>
                <c:pt idx="9205">
                  <c:v>-6560525</c:v>
                </c:pt>
                <c:pt idx="9206">
                  <c:v>-6770808</c:v>
                </c:pt>
                <c:pt idx="9207">
                  <c:v>-7012463</c:v>
                </c:pt>
                <c:pt idx="9208">
                  <c:v>-6969800</c:v>
                </c:pt>
                <c:pt idx="9209">
                  <c:v>-7043894</c:v>
                </c:pt>
                <c:pt idx="9210">
                  <c:v>-7095665</c:v>
                </c:pt>
                <c:pt idx="9211">
                  <c:v>-6799464</c:v>
                </c:pt>
                <c:pt idx="9212">
                  <c:v>-7013293</c:v>
                </c:pt>
                <c:pt idx="9213">
                  <c:v>-7072214</c:v>
                </c:pt>
                <c:pt idx="9214">
                  <c:v>-7083666</c:v>
                </c:pt>
                <c:pt idx="9215">
                  <c:v>-6503582</c:v>
                </c:pt>
                <c:pt idx="9216">
                  <c:v>-7199186</c:v>
                </c:pt>
                <c:pt idx="9217">
                  <c:v>-6973076</c:v>
                </c:pt>
                <c:pt idx="9218">
                  <c:v>-7119234</c:v>
                </c:pt>
                <c:pt idx="9219">
                  <c:v>-7139584</c:v>
                </c:pt>
                <c:pt idx="9220">
                  <c:v>-6880648</c:v>
                </c:pt>
                <c:pt idx="9221">
                  <c:v>-7094547</c:v>
                </c:pt>
                <c:pt idx="9222">
                  <c:v>-7152315</c:v>
                </c:pt>
                <c:pt idx="9223">
                  <c:v>-7173184</c:v>
                </c:pt>
                <c:pt idx="9224">
                  <c:v>-7020333</c:v>
                </c:pt>
                <c:pt idx="9225">
                  <c:v>-7139686</c:v>
                </c:pt>
                <c:pt idx="9226">
                  <c:v>-6676072</c:v>
                </c:pt>
                <c:pt idx="9227">
                  <c:v>-6957461</c:v>
                </c:pt>
                <c:pt idx="9228">
                  <c:v>-7047563</c:v>
                </c:pt>
                <c:pt idx="9229">
                  <c:v>-6972147</c:v>
                </c:pt>
                <c:pt idx="9230">
                  <c:v>-7109320</c:v>
                </c:pt>
                <c:pt idx="9231">
                  <c:v>-6783150</c:v>
                </c:pt>
                <c:pt idx="9232">
                  <c:v>-7149277</c:v>
                </c:pt>
                <c:pt idx="9233">
                  <c:v>-7069393</c:v>
                </c:pt>
                <c:pt idx="9234">
                  <c:v>-6609266</c:v>
                </c:pt>
                <c:pt idx="9235">
                  <c:v>-7064340</c:v>
                </c:pt>
                <c:pt idx="9236">
                  <c:v>-7134574</c:v>
                </c:pt>
                <c:pt idx="9237">
                  <c:v>-7088170</c:v>
                </c:pt>
                <c:pt idx="9238">
                  <c:v>-6761225</c:v>
                </c:pt>
                <c:pt idx="9239">
                  <c:v>-7162885</c:v>
                </c:pt>
                <c:pt idx="9240">
                  <c:v>-7142364</c:v>
                </c:pt>
                <c:pt idx="9241">
                  <c:v>-7058376</c:v>
                </c:pt>
                <c:pt idx="9242">
                  <c:v>-7120257</c:v>
                </c:pt>
                <c:pt idx="9243">
                  <c:v>-7189480</c:v>
                </c:pt>
                <c:pt idx="9244">
                  <c:v>-7152409</c:v>
                </c:pt>
                <c:pt idx="9245">
                  <c:v>-7707528</c:v>
                </c:pt>
                <c:pt idx="9246">
                  <c:v>-7034685</c:v>
                </c:pt>
                <c:pt idx="9247">
                  <c:v>-7041640</c:v>
                </c:pt>
                <c:pt idx="9248">
                  <c:v>-7064632</c:v>
                </c:pt>
                <c:pt idx="9249">
                  <c:v>-7033747</c:v>
                </c:pt>
                <c:pt idx="9250">
                  <c:v>-6837390</c:v>
                </c:pt>
                <c:pt idx="9251">
                  <c:v>-7004226</c:v>
                </c:pt>
                <c:pt idx="9252">
                  <c:v>-7024573</c:v>
                </c:pt>
                <c:pt idx="9253">
                  <c:v>-6702092</c:v>
                </c:pt>
                <c:pt idx="9254">
                  <c:v>-6526674</c:v>
                </c:pt>
                <c:pt idx="9255">
                  <c:v>-7100812</c:v>
                </c:pt>
                <c:pt idx="9256">
                  <c:v>-7029351</c:v>
                </c:pt>
                <c:pt idx="9257">
                  <c:v>-7046865</c:v>
                </c:pt>
                <c:pt idx="9258">
                  <c:v>-6807701</c:v>
                </c:pt>
                <c:pt idx="9259">
                  <c:v>-7156988</c:v>
                </c:pt>
                <c:pt idx="9260">
                  <c:v>-7135054</c:v>
                </c:pt>
                <c:pt idx="9261">
                  <c:v>-7176499</c:v>
                </c:pt>
                <c:pt idx="9262">
                  <c:v>-6887651</c:v>
                </c:pt>
                <c:pt idx="9263">
                  <c:v>-7037643</c:v>
                </c:pt>
                <c:pt idx="9264">
                  <c:v>-7144639</c:v>
                </c:pt>
                <c:pt idx="9265">
                  <c:v>-7048309</c:v>
                </c:pt>
                <c:pt idx="9266">
                  <c:v>-7031902</c:v>
                </c:pt>
                <c:pt idx="9267">
                  <c:v>-6570012</c:v>
                </c:pt>
                <c:pt idx="9268">
                  <c:v>-6651519</c:v>
                </c:pt>
                <c:pt idx="9269">
                  <c:v>-6992080</c:v>
                </c:pt>
                <c:pt idx="9270">
                  <c:v>-6477257</c:v>
                </c:pt>
                <c:pt idx="9271">
                  <c:v>-7031605</c:v>
                </c:pt>
                <c:pt idx="9272">
                  <c:v>-7138757</c:v>
                </c:pt>
                <c:pt idx="9273">
                  <c:v>-6801660</c:v>
                </c:pt>
                <c:pt idx="9274">
                  <c:v>-6980305</c:v>
                </c:pt>
                <c:pt idx="9275">
                  <c:v>-6653928</c:v>
                </c:pt>
                <c:pt idx="9276">
                  <c:v>-7015123</c:v>
                </c:pt>
                <c:pt idx="9277">
                  <c:v>-7037330</c:v>
                </c:pt>
                <c:pt idx="9278">
                  <c:v>-7057125</c:v>
                </c:pt>
                <c:pt idx="9279">
                  <c:v>-7058620</c:v>
                </c:pt>
                <c:pt idx="9280">
                  <c:v>-7047566</c:v>
                </c:pt>
                <c:pt idx="9281">
                  <c:v>-7118003</c:v>
                </c:pt>
                <c:pt idx="9282">
                  <c:v>-6845251</c:v>
                </c:pt>
                <c:pt idx="9283">
                  <c:v>-6506382</c:v>
                </c:pt>
                <c:pt idx="9284">
                  <c:v>-7027501</c:v>
                </c:pt>
                <c:pt idx="9285">
                  <c:v>-6845440</c:v>
                </c:pt>
                <c:pt idx="9286">
                  <c:v>-7041456</c:v>
                </c:pt>
                <c:pt idx="9287">
                  <c:v>-6792474</c:v>
                </c:pt>
                <c:pt idx="9288">
                  <c:v>-7211618</c:v>
                </c:pt>
                <c:pt idx="9289">
                  <c:v>-7613224</c:v>
                </c:pt>
                <c:pt idx="9290">
                  <c:v>-7034046</c:v>
                </c:pt>
                <c:pt idx="9291">
                  <c:v>-7083350</c:v>
                </c:pt>
                <c:pt idx="9292">
                  <c:v>-7131572</c:v>
                </c:pt>
                <c:pt idx="9293">
                  <c:v>-6967372</c:v>
                </c:pt>
                <c:pt idx="9294">
                  <c:v>-6898971</c:v>
                </c:pt>
                <c:pt idx="9295">
                  <c:v>-7131575</c:v>
                </c:pt>
                <c:pt idx="9296">
                  <c:v>-7156036</c:v>
                </c:pt>
                <c:pt idx="9297">
                  <c:v>-7109527</c:v>
                </c:pt>
                <c:pt idx="9298">
                  <c:v>-6785583</c:v>
                </c:pt>
                <c:pt idx="9299">
                  <c:v>-7045748</c:v>
                </c:pt>
                <c:pt idx="9300">
                  <c:v>-7060932</c:v>
                </c:pt>
                <c:pt idx="9301">
                  <c:v>-7045081</c:v>
                </c:pt>
                <c:pt idx="9302">
                  <c:v>-7014308</c:v>
                </c:pt>
                <c:pt idx="9303">
                  <c:v>-7142326</c:v>
                </c:pt>
                <c:pt idx="9304">
                  <c:v>-7021940</c:v>
                </c:pt>
                <c:pt idx="9305">
                  <c:v>-7017471</c:v>
                </c:pt>
                <c:pt idx="9306">
                  <c:v>-6878438</c:v>
                </c:pt>
                <c:pt idx="9307">
                  <c:v>-6652037</c:v>
                </c:pt>
                <c:pt idx="9308">
                  <c:v>-7163452</c:v>
                </c:pt>
                <c:pt idx="9309">
                  <c:v>-6508607</c:v>
                </c:pt>
                <c:pt idx="9310">
                  <c:v>-7034933</c:v>
                </c:pt>
                <c:pt idx="9311">
                  <c:v>-6983317</c:v>
                </c:pt>
                <c:pt idx="9312">
                  <c:v>-7013649</c:v>
                </c:pt>
                <c:pt idx="9313">
                  <c:v>-7039239</c:v>
                </c:pt>
                <c:pt idx="9314">
                  <c:v>-7033446</c:v>
                </c:pt>
                <c:pt idx="9315">
                  <c:v>-6651492</c:v>
                </c:pt>
                <c:pt idx="9316">
                  <c:v>-7192712</c:v>
                </c:pt>
                <c:pt idx="9317">
                  <c:v>-7205856</c:v>
                </c:pt>
                <c:pt idx="9318">
                  <c:v>-7058764</c:v>
                </c:pt>
                <c:pt idx="9319">
                  <c:v>-7018365</c:v>
                </c:pt>
                <c:pt idx="9320">
                  <c:v>-7037058</c:v>
                </c:pt>
                <c:pt idx="9321">
                  <c:v>-7143485</c:v>
                </c:pt>
                <c:pt idx="9322">
                  <c:v>-7121367</c:v>
                </c:pt>
                <c:pt idx="9323">
                  <c:v>-6788163</c:v>
                </c:pt>
                <c:pt idx="9324">
                  <c:v>-7068534</c:v>
                </c:pt>
                <c:pt idx="9325">
                  <c:v>-7031138</c:v>
                </c:pt>
                <c:pt idx="9326">
                  <c:v>-7060605</c:v>
                </c:pt>
                <c:pt idx="9327">
                  <c:v>-7028944</c:v>
                </c:pt>
                <c:pt idx="9328">
                  <c:v>-7070887</c:v>
                </c:pt>
                <c:pt idx="9329">
                  <c:v>-6890880</c:v>
                </c:pt>
                <c:pt idx="9330">
                  <c:v>-7160328</c:v>
                </c:pt>
                <c:pt idx="9331">
                  <c:v>-7056706</c:v>
                </c:pt>
                <c:pt idx="9332">
                  <c:v>-7054663</c:v>
                </c:pt>
                <c:pt idx="9333">
                  <c:v>-7057986</c:v>
                </c:pt>
                <c:pt idx="9334">
                  <c:v>-7055512</c:v>
                </c:pt>
                <c:pt idx="9335">
                  <c:v>-7014868</c:v>
                </c:pt>
                <c:pt idx="9336">
                  <c:v>-7069546</c:v>
                </c:pt>
                <c:pt idx="9337">
                  <c:v>-7139723</c:v>
                </c:pt>
                <c:pt idx="9338">
                  <c:v>-6499705</c:v>
                </c:pt>
                <c:pt idx="9339">
                  <c:v>-7034383</c:v>
                </c:pt>
                <c:pt idx="9340">
                  <c:v>-7028397</c:v>
                </c:pt>
                <c:pt idx="9341">
                  <c:v>-6965252</c:v>
                </c:pt>
                <c:pt idx="9342">
                  <c:v>-7028382</c:v>
                </c:pt>
                <c:pt idx="9343">
                  <c:v>-7145727</c:v>
                </c:pt>
                <c:pt idx="9344">
                  <c:v>-7024633</c:v>
                </c:pt>
                <c:pt idx="9345">
                  <c:v>-7140182</c:v>
                </c:pt>
                <c:pt idx="9346">
                  <c:v>-7023793</c:v>
                </c:pt>
                <c:pt idx="9347">
                  <c:v>-7004530</c:v>
                </c:pt>
                <c:pt idx="9348">
                  <c:v>-6785578</c:v>
                </c:pt>
                <c:pt idx="9349">
                  <c:v>-7096499</c:v>
                </c:pt>
                <c:pt idx="9350">
                  <c:v>-7095306</c:v>
                </c:pt>
                <c:pt idx="9351">
                  <c:v>-7016494</c:v>
                </c:pt>
                <c:pt idx="9352">
                  <c:v>-7106007</c:v>
                </c:pt>
                <c:pt idx="9353">
                  <c:v>-7029352</c:v>
                </c:pt>
                <c:pt idx="9354">
                  <c:v>-7034567</c:v>
                </c:pt>
                <c:pt idx="9355">
                  <c:v>-7095809</c:v>
                </c:pt>
                <c:pt idx="9356">
                  <c:v>-7004520</c:v>
                </c:pt>
                <c:pt idx="9357">
                  <c:v>-7111888</c:v>
                </c:pt>
                <c:pt idx="9358">
                  <c:v>-7089611</c:v>
                </c:pt>
                <c:pt idx="9359">
                  <c:v>-6926373</c:v>
                </c:pt>
                <c:pt idx="9360">
                  <c:v>-7085199</c:v>
                </c:pt>
                <c:pt idx="9361">
                  <c:v>-7120984</c:v>
                </c:pt>
                <c:pt idx="9362">
                  <c:v>-7009077</c:v>
                </c:pt>
                <c:pt idx="9363">
                  <c:v>-6436119</c:v>
                </c:pt>
                <c:pt idx="9364">
                  <c:v>-7111275</c:v>
                </c:pt>
                <c:pt idx="9365">
                  <c:v>-6999977</c:v>
                </c:pt>
                <c:pt idx="9366">
                  <c:v>-7206156</c:v>
                </c:pt>
                <c:pt idx="9367">
                  <c:v>-7066747</c:v>
                </c:pt>
                <c:pt idx="9368">
                  <c:v>-6963711</c:v>
                </c:pt>
                <c:pt idx="9369">
                  <c:v>-7052262</c:v>
                </c:pt>
                <c:pt idx="9370">
                  <c:v>-7066833</c:v>
                </c:pt>
                <c:pt idx="9371">
                  <c:v>-7030026</c:v>
                </c:pt>
                <c:pt idx="9372">
                  <c:v>-7032812</c:v>
                </c:pt>
                <c:pt idx="9373">
                  <c:v>-7022974</c:v>
                </c:pt>
                <c:pt idx="9374">
                  <c:v>-6846637</c:v>
                </c:pt>
                <c:pt idx="9375">
                  <c:v>-6869281</c:v>
                </c:pt>
                <c:pt idx="9376">
                  <c:v>-7034150</c:v>
                </c:pt>
                <c:pt idx="9377">
                  <c:v>-7124616</c:v>
                </c:pt>
                <c:pt idx="9378">
                  <c:v>-7068769</c:v>
                </c:pt>
                <c:pt idx="9379">
                  <c:v>-7091171</c:v>
                </c:pt>
                <c:pt idx="9380">
                  <c:v>-7063984</c:v>
                </c:pt>
                <c:pt idx="9381">
                  <c:v>-7035224</c:v>
                </c:pt>
                <c:pt idx="9382">
                  <c:v>-6862541</c:v>
                </c:pt>
                <c:pt idx="9383">
                  <c:v>-7051039</c:v>
                </c:pt>
                <c:pt idx="9384">
                  <c:v>-7193954</c:v>
                </c:pt>
                <c:pt idx="9385">
                  <c:v>-6958810</c:v>
                </c:pt>
                <c:pt idx="9386">
                  <c:v>-7142166</c:v>
                </c:pt>
                <c:pt idx="9387">
                  <c:v>-6970467</c:v>
                </c:pt>
                <c:pt idx="9388">
                  <c:v>-7044769</c:v>
                </c:pt>
                <c:pt idx="9389">
                  <c:v>-7133250</c:v>
                </c:pt>
                <c:pt idx="9390">
                  <c:v>-7009870</c:v>
                </c:pt>
                <c:pt idx="9391">
                  <c:v>-6934387</c:v>
                </c:pt>
                <c:pt idx="9392">
                  <c:v>-7004121</c:v>
                </c:pt>
                <c:pt idx="9393">
                  <c:v>-6944736</c:v>
                </c:pt>
                <c:pt idx="9394">
                  <c:v>-7037347</c:v>
                </c:pt>
                <c:pt idx="9395">
                  <c:v>-7145608</c:v>
                </c:pt>
                <c:pt idx="9396">
                  <c:v>-7076953</c:v>
                </c:pt>
                <c:pt idx="9397">
                  <c:v>-7194977</c:v>
                </c:pt>
                <c:pt idx="9398">
                  <c:v>-7003466</c:v>
                </c:pt>
                <c:pt idx="9399">
                  <c:v>-7029865</c:v>
                </c:pt>
                <c:pt idx="9400">
                  <c:v>-7110638</c:v>
                </c:pt>
                <c:pt idx="9401">
                  <c:v>-7075872</c:v>
                </c:pt>
                <c:pt idx="9402">
                  <c:v>-7033055</c:v>
                </c:pt>
                <c:pt idx="9403">
                  <c:v>-7072801</c:v>
                </c:pt>
                <c:pt idx="9404">
                  <c:v>-7122871</c:v>
                </c:pt>
                <c:pt idx="9405">
                  <c:v>-7123052</c:v>
                </c:pt>
                <c:pt idx="9406">
                  <c:v>-6963488</c:v>
                </c:pt>
                <c:pt idx="9407">
                  <c:v>-6524973</c:v>
                </c:pt>
                <c:pt idx="9408">
                  <c:v>-7029061</c:v>
                </c:pt>
                <c:pt idx="9409">
                  <c:v>-6777015</c:v>
                </c:pt>
                <c:pt idx="9410">
                  <c:v>-7583413</c:v>
                </c:pt>
                <c:pt idx="9411">
                  <c:v>-7033202</c:v>
                </c:pt>
                <c:pt idx="9412">
                  <c:v>-7093540</c:v>
                </c:pt>
                <c:pt idx="9413">
                  <c:v>-6968604</c:v>
                </c:pt>
                <c:pt idx="9414">
                  <c:v>-6761685</c:v>
                </c:pt>
                <c:pt idx="9415">
                  <c:v>-7037094</c:v>
                </c:pt>
                <c:pt idx="9416">
                  <c:v>-7024536</c:v>
                </c:pt>
                <c:pt idx="9417">
                  <c:v>-7131762</c:v>
                </c:pt>
                <c:pt idx="9418">
                  <c:v>-6970463</c:v>
                </c:pt>
                <c:pt idx="9419">
                  <c:v>-7093571</c:v>
                </c:pt>
                <c:pt idx="9420">
                  <c:v>-7003001</c:v>
                </c:pt>
                <c:pt idx="9421">
                  <c:v>-7127709</c:v>
                </c:pt>
                <c:pt idx="9422">
                  <c:v>-7006332</c:v>
                </c:pt>
                <c:pt idx="9423">
                  <c:v>-7033842</c:v>
                </c:pt>
                <c:pt idx="9424">
                  <c:v>-7037087</c:v>
                </c:pt>
                <c:pt idx="9425">
                  <c:v>-7020143</c:v>
                </c:pt>
                <c:pt idx="9426">
                  <c:v>-7066997</c:v>
                </c:pt>
                <c:pt idx="9427">
                  <c:v>-7116267</c:v>
                </c:pt>
                <c:pt idx="9428">
                  <c:v>-6869918</c:v>
                </c:pt>
                <c:pt idx="9429">
                  <c:v>-6951931</c:v>
                </c:pt>
                <c:pt idx="9430">
                  <c:v>-6885542</c:v>
                </c:pt>
                <c:pt idx="9431">
                  <c:v>-6527399</c:v>
                </c:pt>
                <c:pt idx="9432">
                  <c:v>-6999339</c:v>
                </c:pt>
                <c:pt idx="9433">
                  <c:v>-7189551</c:v>
                </c:pt>
                <c:pt idx="9434">
                  <c:v>-6801993</c:v>
                </c:pt>
                <c:pt idx="9435">
                  <c:v>-6652059</c:v>
                </c:pt>
                <c:pt idx="9436">
                  <c:v>-6494563</c:v>
                </c:pt>
                <c:pt idx="9437">
                  <c:v>-6658496</c:v>
                </c:pt>
                <c:pt idx="9438">
                  <c:v>-7163120</c:v>
                </c:pt>
                <c:pt idx="9439">
                  <c:v>-7133525</c:v>
                </c:pt>
                <c:pt idx="9440">
                  <c:v>-6781030</c:v>
                </c:pt>
                <c:pt idx="9441">
                  <c:v>-6963805</c:v>
                </c:pt>
                <c:pt idx="9442">
                  <c:v>-6991036</c:v>
                </c:pt>
                <c:pt idx="9443">
                  <c:v>-7108078</c:v>
                </c:pt>
                <c:pt idx="9444">
                  <c:v>-7027096</c:v>
                </c:pt>
                <c:pt idx="9445">
                  <c:v>-7113701</c:v>
                </c:pt>
                <c:pt idx="9446">
                  <c:v>-7116361</c:v>
                </c:pt>
                <c:pt idx="9447">
                  <c:v>-7031854</c:v>
                </c:pt>
                <c:pt idx="9448">
                  <c:v>-7111231</c:v>
                </c:pt>
                <c:pt idx="9449">
                  <c:v>-7037542</c:v>
                </c:pt>
                <c:pt idx="9450">
                  <c:v>-7068917</c:v>
                </c:pt>
                <c:pt idx="9451">
                  <c:v>-6788849</c:v>
                </c:pt>
                <c:pt idx="9452">
                  <c:v>-7113615</c:v>
                </c:pt>
                <c:pt idx="9453">
                  <c:v>-6901350</c:v>
                </c:pt>
                <c:pt idx="9454">
                  <c:v>-7020879</c:v>
                </c:pt>
                <c:pt idx="9455">
                  <c:v>-6526127</c:v>
                </c:pt>
                <c:pt idx="9456">
                  <c:v>-6776057</c:v>
                </c:pt>
                <c:pt idx="9457">
                  <c:v>-7126976</c:v>
                </c:pt>
                <c:pt idx="9458">
                  <c:v>-6953247</c:v>
                </c:pt>
                <c:pt idx="9459">
                  <c:v>-7068686</c:v>
                </c:pt>
                <c:pt idx="9460">
                  <c:v>-7033026</c:v>
                </c:pt>
                <c:pt idx="9461">
                  <c:v>-7039897</c:v>
                </c:pt>
                <c:pt idx="9462">
                  <c:v>-6700520</c:v>
                </c:pt>
                <c:pt idx="9463">
                  <c:v>-7117937</c:v>
                </c:pt>
                <c:pt idx="9464">
                  <c:v>-7064954</c:v>
                </c:pt>
                <c:pt idx="9465">
                  <c:v>-7035174</c:v>
                </c:pt>
                <c:pt idx="9466">
                  <c:v>-6441893</c:v>
                </c:pt>
                <c:pt idx="9467">
                  <c:v>-6833168</c:v>
                </c:pt>
                <c:pt idx="9468">
                  <c:v>-7134544</c:v>
                </c:pt>
                <c:pt idx="9469">
                  <c:v>-6811058</c:v>
                </c:pt>
                <c:pt idx="9470">
                  <c:v>-6617201</c:v>
                </c:pt>
                <c:pt idx="9471">
                  <c:v>-7125310</c:v>
                </c:pt>
                <c:pt idx="9472">
                  <c:v>-7585955</c:v>
                </c:pt>
                <c:pt idx="9473">
                  <c:v>-7139325</c:v>
                </c:pt>
                <c:pt idx="9474">
                  <c:v>-7132862</c:v>
                </c:pt>
                <c:pt idx="9475">
                  <c:v>-7007448</c:v>
                </c:pt>
                <c:pt idx="9476">
                  <c:v>-6981102</c:v>
                </c:pt>
                <c:pt idx="9477">
                  <c:v>-6725648</c:v>
                </c:pt>
                <c:pt idx="9478">
                  <c:v>-7086525</c:v>
                </c:pt>
                <c:pt idx="9479">
                  <c:v>-7190429</c:v>
                </c:pt>
                <c:pt idx="9480">
                  <c:v>-7084138</c:v>
                </c:pt>
                <c:pt idx="9481">
                  <c:v>-6935394</c:v>
                </c:pt>
                <c:pt idx="9482">
                  <c:v>-6620680</c:v>
                </c:pt>
                <c:pt idx="9483">
                  <c:v>-7067578</c:v>
                </c:pt>
                <c:pt idx="9484">
                  <c:v>-7098556</c:v>
                </c:pt>
                <c:pt idx="9485">
                  <c:v>-7577719</c:v>
                </c:pt>
                <c:pt idx="9486">
                  <c:v>-6897951</c:v>
                </c:pt>
                <c:pt idx="9487">
                  <c:v>-6802720</c:v>
                </c:pt>
                <c:pt idx="9488">
                  <c:v>-7044047</c:v>
                </c:pt>
                <c:pt idx="9489">
                  <c:v>-7037790</c:v>
                </c:pt>
                <c:pt idx="9490">
                  <c:v>-7015261</c:v>
                </c:pt>
                <c:pt idx="9491">
                  <c:v>-7032636</c:v>
                </c:pt>
                <c:pt idx="9492">
                  <c:v>-6732426</c:v>
                </c:pt>
                <c:pt idx="9493">
                  <c:v>-7018984</c:v>
                </c:pt>
                <c:pt idx="9494">
                  <c:v>-6498693</c:v>
                </c:pt>
                <c:pt idx="9495">
                  <c:v>-7148483</c:v>
                </c:pt>
                <c:pt idx="9496">
                  <c:v>-7120154</c:v>
                </c:pt>
                <c:pt idx="9497">
                  <c:v>-7043924</c:v>
                </c:pt>
                <c:pt idx="9498">
                  <c:v>-7143526</c:v>
                </c:pt>
                <c:pt idx="9499">
                  <c:v>-7015082</c:v>
                </c:pt>
                <c:pt idx="9500">
                  <c:v>-7085437</c:v>
                </c:pt>
                <c:pt idx="9501">
                  <c:v>-7013370</c:v>
                </c:pt>
                <c:pt idx="9502">
                  <c:v>-7060455</c:v>
                </c:pt>
                <c:pt idx="9503">
                  <c:v>-7140665</c:v>
                </c:pt>
                <c:pt idx="9504">
                  <c:v>-7003894</c:v>
                </c:pt>
                <c:pt idx="9505">
                  <c:v>-7172611</c:v>
                </c:pt>
                <c:pt idx="9506">
                  <c:v>-7120894</c:v>
                </c:pt>
                <c:pt idx="9507">
                  <c:v>-7060453</c:v>
                </c:pt>
                <c:pt idx="9508">
                  <c:v>-7026579</c:v>
                </c:pt>
                <c:pt idx="9509">
                  <c:v>-6436950</c:v>
                </c:pt>
                <c:pt idx="9510">
                  <c:v>-6975629</c:v>
                </c:pt>
                <c:pt idx="9511">
                  <c:v>-7093318</c:v>
                </c:pt>
                <c:pt idx="9512">
                  <c:v>-7045082</c:v>
                </c:pt>
                <c:pt idx="9513">
                  <c:v>-6634528</c:v>
                </c:pt>
                <c:pt idx="9514">
                  <c:v>-7020068</c:v>
                </c:pt>
                <c:pt idx="9515">
                  <c:v>-7115859</c:v>
                </c:pt>
                <c:pt idx="9516">
                  <c:v>-7046865</c:v>
                </c:pt>
                <c:pt idx="9517">
                  <c:v>-7036479</c:v>
                </c:pt>
                <c:pt idx="9518">
                  <c:v>-7057125</c:v>
                </c:pt>
                <c:pt idx="9519">
                  <c:v>-7066118</c:v>
                </c:pt>
                <c:pt idx="9520">
                  <c:v>-7050037</c:v>
                </c:pt>
                <c:pt idx="9521">
                  <c:v>-7044223</c:v>
                </c:pt>
                <c:pt idx="9522">
                  <c:v>-6795724</c:v>
                </c:pt>
                <c:pt idx="9523">
                  <c:v>-7138772</c:v>
                </c:pt>
                <c:pt idx="9524">
                  <c:v>-7062877</c:v>
                </c:pt>
                <c:pt idx="9525">
                  <c:v>-7058643</c:v>
                </c:pt>
                <c:pt idx="9526">
                  <c:v>-7113508</c:v>
                </c:pt>
                <c:pt idx="9527">
                  <c:v>-6968292</c:v>
                </c:pt>
                <c:pt idx="9528">
                  <c:v>-7027916</c:v>
                </c:pt>
                <c:pt idx="9529">
                  <c:v>-6971306</c:v>
                </c:pt>
                <c:pt idx="9530">
                  <c:v>-7044822</c:v>
                </c:pt>
                <c:pt idx="9531">
                  <c:v>-7153985</c:v>
                </c:pt>
                <c:pt idx="9532">
                  <c:v>-7171925</c:v>
                </c:pt>
                <c:pt idx="9533">
                  <c:v>-7130536</c:v>
                </c:pt>
                <c:pt idx="9534">
                  <c:v>-7023619</c:v>
                </c:pt>
                <c:pt idx="9535">
                  <c:v>-6719864</c:v>
                </c:pt>
                <c:pt idx="9536">
                  <c:v>-7036227</c:v>
                </c:pt>
                <c:pt idx="9537">
                  <c:v>-7033137</c:v>
                </c:pt>
                <c:pt idx="9538">
                  <c:v>-7014491</c:v>
                </c:pt>
                <c:pt idx="9539">
                  <c:v>-7082959</c:v>
                </c:pt>
                <c:pt idx="9540">
                  <c:v>-6586100</c:v>
                </c:pt>
                <c:pt idx="9541">
                  <c:v>-7167152</c:v>
                </c:pt>
                <c:pt idx="9542">
                  <c:v>-7032812</c:v>
                </c:pt>
                <c:pt idx="9543">
                  <c:v>-7031930</c:v>
                </c:pt>
                <c:pt idx="9544">
                  <c:v>-6887068</c:v>
                </c:pt>
                <c:pt idx="9545">
                  <c:v>-6839020</c:v>
                </c:pt>
                <c:pt idx="9546">
                  <c:v>-7062603</c:v>
                </c:pt>
                <c:pt idx="9547">
                  <c:v>-7075132</c:v>
                </c:pt>
                <c:pt idx="9548">
                  <c:v>-7027251</c:v>
                </c:pt>
                <c:pt idx="9549">
                  <c:v>-6814712</c:v>
                </c:pt>
                <c:pt idx="9550">
                  <c:v>-7088246</c:v>
                </c:pt>
                <c:pt idx="9551">
                  <c:v>-6587679</c:v>
                </c:pt>
                <c:pt idx="9552">
                  <c:v>-7172355</c:v>
                </c:pt>
                <c:pt idx="9553">
                  <c:v>-7143701</c:v>
                </c:pt>
                <c:pt idx="9554">
                  <c:v>-6919904</c:v>
                </c:pt>
                <c:pt idx="9555">
                  <c:v>-7028992</c:v>
                </c:pt>
                <c:pt idx="9556">
                  <c:v>-7584388</c:v>
                </c:pt>
                <c:pt idx="9557">
                  <c:v>-7199866</c:v>
                </c:pt>
                <c:pt idx="9558">
                  <c:v>-7024652</c:v>
                </c:pt>
                <c:pt idx="9559">
                  <c:v>-7154913</c:v>
                </c:pt>
                <c:pt idx="9560">
                  <c:v>-7027303</c:v>
                </c:pt>
                <c:pt idx="9561">
                  <c:v>-7122190</c:v>
                </c:pt>
                <c:pt idx="9562">
                  <c:v>-7056822</c:v>
                </c:pt>
                <c:pt idx="9563">
                  <c:v>-7016704</c:v>
                </c:pt>
                <c:pt idx="9564">
                  <c:v>-7030096</c:v>
                </c:pt>
                <c:pt idx="9565">
                  <c:v>-7218388</c:v>
                </c:pt>
                <c:pt idx="9566">
                  <c:v>-6424472</c:v>
                </c:pt>
                <c:pt idx="9567">
                  <c:v>-7110749</c:v>
                </c:pt>
                <c:pt idx="9568">
                  <c:v>-7013599</c:v>
                </c:pt>
                <c:pt idx="9569">
                  <c:v>-7032286</c:v>
                </c:pt>
                <c:pt idx="9570">
                  <c:v>-7005404</c:v>
                </c:pt>
                <c:pt idx="9571">
                  <c:v>-7098337</c:v>
                </c:pt>
                <c:pt idx="9572">
                  <c:v>-6969773</c:v>
                </c:pt>
                <c:pt idx="9573">
                  <c:v>-7035755</c:v>
                </c:pt>
                <c:pt idx="9574">
                  <c:v>-7051061</c:v>
                </c:pt>
                <c:pt idx="9575">
                  <c:v>-6948262</c:v>
                </c:pt>
                <c:pt idx="9576">
                  <c:v>-7034340</c:v>
                </c:pt>
                <c:pt idx="9577">
                  <c:v>-7152375</c:v>
                </c:pt>
                <c:pt idx="9578">
                  <c:v>-7026076</c:v>
                </c:pt>
                <c:pt idx="9579">
                  <c:v>-7042926</c:v>
                </c:pt>
                <c:pt idx="9580">
                  <c:v>-7041314</c:v>
                </c:pt>
                <c:pt idx="9581">
                  <c:v>-7010248</c:v>
                </c:pt>
                <c:pt idx="9582">
                  <c:v>-6967271</c:v>
                </c:pt>
                <c:pt idx="9583">
                  <c:v>-6653147</c:v>
                </c:pt>
                <c:pt idx="9584">
                  <c:v>-7061232</c:v>
                </c:pt>
                <c:pt idx="9585">
                  <c:v>-6964088</c:v>
                </c:pt>
                <c:pt idx="9586">
                  <c:v>-7020952</c:v>
                </c:pt>
                <c:pt idx="9587">
                  <c:v>-7133199</c:v>
                </c:pt>
                <c:pt idx="9588">
                  <c:v>-7121893</c:v>
                </c:pt>
                <c:pt idx="9589">
                  <c:v>-7049714</c:v>
                </c:pt>
                <c:pt idx="9590">
                  <c:v>-7577547</c:v>
                </c:pt>
                <c:pt idx="9591">
                  <c:v>-7158512</c:v>
                </c:pt>
                <c:pt idx="9592">
                  <c:v>-7115057</c:v>
                </c:pt>
                <c:pt idx="9593">
                  <c:v>-6749188</c:v>
                </c:pt>
                <c:pt idx="9594">
                  <c:v>-7163542</c:v>
                </c:pt>
                <c:pt idx="9595">
                  <c:v>-6774424</c:v>
                </c:pt>
                <c:pt idx="9596">
                  <c:v>-7029950</c:v>
                </c:pt>
                <c:pt idx="9597">
                  <c:v>-6796820</c:v>
                </c:pt>
                <c:pt idx="9598">
                  <c:v>-6810933</c:v>
                </c:pt>
                <c:pt idx="9599">
                  <c:v>-7090942</c:v>
                </c:pt>
                <c:pt idx="9600">
                  <c:v>-6847437</c:v>
                </c:pt>
                <c:pt idx="9601">
                  <c:v>-6815642</c:v>
                </c:pt>
                <c:pt idx="9602">
                  <c:v>-7007712</c:v>
                </c:pt>
                <c:pt idx="9603">
                  <c:v>-7135307</c:v>
                </c:pt>
                <c:pt idx="9604">
                  <c:v>-7143909</c:v>
                </c:pt>
                <c:pt idx="9605">
                  <c:v>-7173996</c:v>
                </c:pt>
                <c:pt idx="9606">
                  <c:v>-7040929</c:v>
                </c:pt>
                <c:pt idx="9607">
                  <c:v>-7150129</c:v>
                </c:pt>
                <c:pt idx="9608">
                  <c:v>-7059204</c:v>
                </c:pt>
                <c:pt idx="9609">
                  <c:v>-6525112</c:v>
                </c:pt>
                <c:pt idx="9610">
                  <c:v>-7139811</c:v>
                </c:pt>
                <c:pt idx="9611">
                  <c:v>-7070549</c:v>
                </c:pt>
                <c:pt idx="9612">
                  <c:v>-6945835</c:v>
                </c:pt>
                <c:pt idx="9613">
                  <c:v>-7015084</c:v>
                </c:pt>
                <c:pt idx="9614">
                  <c:v>-7082032</c:v>
                </c:pt>
                <c:pt idx="9615">
                  <c:v>-7075929</c:v>
                </c:pt>
                <c:pt idx="9616">
                  <c:v>-6907316</c:v>
                </c:pt>
                <c:pt idx="9617">
                  <c:v>-6507513</c:v>
                </c:pt>
                <c:pt idx="9618">
                  <c:v>-7044800</c:v>
                </c:pt>
                <c:pt idx="9619">
                  <c:v>-7050014</c:v>
                </c:pt>
                <c:pt idx="9620">
                  <c:v>-6793372</c:v>
                </c:pt>
                <c:pt idx="9621">
                  <c:v>-7140636</c:v>
                </c:pt>
                <c:pt idx="9622">
                  <c:v>-7066026</c:v>
                </c:pt>
                <c:pt idx="9623">
                  <c:v>-7057377</c:v>
                </c:pt>
                <c:pt idx="9624">
                  <c:v>-7132918</c:v>
                </c:pt>
                <c:pt idx="9625">
                  <c:v>-7118400</c:v>
                </c:pt>
                <c:pt idx="9626">
                  <c:v>-7152704</c:v>
                </c:pt>
                <c:pt idx="9627">
                  <c:v>-7050906</c:v>
                </c:pt>
                <c:pt idx="9628">
                  <c:v>-7120531</c:v>
                </c:pt>
                <c:pt idx="9629">
                  <c:v>-7184625</c:v>
                </c:pt>
                <c:pt idx="9630">
                  <c:v>-7021150</c:v>
                </c:pt>
                <c:pt idx="9631">
                  <c:v>-6623851</c:v>
                </c:pt>
                <c:pt idx="9632">
                  <c:v>-6794990</c:v>
                </c:pt>
                <c:pt idx="9633">
                  <c:v>-7090760</c:v>
                </c:pt>
                <c:pt idx="9634">
                  <c:v>-6830031</c:v>
                </c:pt>
                <c:pt idx="9635">
                  <c:v>-7172549</c:v>
                </c:pt>
                <c:pt idx="9636">
                  <c:v>-7010681</c:v>
                </c:pt>
                <c:pt idx="9637">
                  <c:v>-7116510</c:v>
                </c:pt>
                <c:pt idx="9638">
                  <c:v>-7069788</c:v>
                </c:pt>
                <c:pt idx="9639">
                  <c:v>-6786715</c:v>
                </c:pt>
                <c:pt idx="9640">
                  <c:v>-6918974</c:v>
                </c:pt>
                <c:pt idx="9641">
                  <c:v>-7132533</c:v>
                </c:pt>
                <c:pt idx="9642">
                  <c:v>-7147712</c:v>
                </c:pt>
                <c:pt idx="9643">
                  <c:v>-6847278</c:v>
                </c:pt>
                <c:pt idx="9644">
                  <c:v>-7070360</c:v>
                </c:pt>
                <c:pt idx="9645">
                  <c:v>-7025751</c:v>
                </c:pt>
                <c:pt idx="9646">
                  <c:v>-6590292</c:v>
                </c:pt>
                <c:pt idx="9647">
                  <c:v>-7041823</c:v>
                </c:pt>
                <c:pt idx="9648">
                  <c:v>-7141232</c:v>
                </c:pt>
                <c:pt idx="9649">
                  <c:v>-6663944</c:v>
                </c:pt>
                <c:pt idx="9650">
                  <c:v>-6714441</c:v>
                </c:pt>
                <c:pt idx="9651">
                  <c:v>-7115669</c:v>
                </c:pt>
                <c:pt idx="9652">
                  <c:v>-7057026</c:v>
                </c:pt>
                <c:pt idx="9653">
                  <c:v>-7163282</c:v>
                </c:pt>
                <c:pt idx="9654">
                  <c:v>-7055739</c:v>
                </c:pt>
                <c:pt idx="9655">
                  <c:v>-6870816</c:v>
                </c:pt>
                <c:pt idx="9656">
                  <c:v>-7024420</c:v>
                </c:pt>
                <c:pt idx="9657">
                  <c:v>-6748265</c:v>
                </c:pt>
                <c:pt idx="9658">
                  <c:v>-7037645</c:v>
                </c:pt>
                <c:pt idx="9659">
                  <c:v>-7130845</c:v>
                </c:pt>
                <c:pt idx="9660">
                  <c:v>-6712887</c:v>
                </c:pt>
                <c:pt idx="9661">
                  <c:v>-7069782</c:v>
                </c:pt>
                <c:pt idx="9662">
                  <c:v>-7052751</c:v>
                </c:pt>
                <c:pt idx="9663">
                  <c:v>-6926229</c:v>
                </c:pt>
                <c:pt idx="9664">
                  <c:v>-7114122</c:v>
                </c:pt>
                <c:pt idx="9665">
                  <c:v>-7039927</c:v>
                </c:pt>
                <c:pt idx="9666">
                  <c:v>-6451360</c:v>
                </c:pt>
                <c:pt idx="9667">
                  <c:v>-6745983</c:v>
                </c:pt>
                <c:pt idx="9668">
                  <c:v>-7026583</c:v>
                </c:pt>
                <c:pt idx="9669">
                  <c:v>-6951082</c:v>
                </c:pt>
                <c:pt idx="9670">
                  <c:v>-7006661</c:v>
                </c:pt>
                <c:pt idx="9671">
                  <c:v>-7151012</c:v>
                </c:pt>
                <c:pt idx="9672">
                  <c:v>-7052021</c:v>
                </c:pt>
                <c:pt idx="9673">
                  <c:v>-7059626</c:v>
                </c:pt>
                <c:pt idx="9674">
                  <c:v>-6985886</c:v>
                </c:pt>
                <c:pt idx="9675">
                  <c:v>-6754901</c:v>
                </c:pt>
                <c:pt idx="9676">
                  <c:v>-7147789</c:v>
                </c:pt>
                <c:pt idx="9677">
                  <c:v>-7029355</c:v>
                </c:pt>
                <c:pt idx="9678">
                  <c:v>-7063606</c:v>
                </c:pt>
                <c:pt idx="9679">
                  <c:v>-6896168</c:v>
                </c:pt>
                <c:pt idx="9680">
                  <c:v>-6761872</c:v>
                </c:pt>
                <c:pt idx="9681">
                  <c:v>-7141502</c:v>
                </c:pt>
                <c:pt idx="9682">
                  <c:v>-7011316</c:v>
                </c:pt>
                <c:pt idx="9683">
                  <c:v>-7015900</c:v>
                </c:pt>
                <c:pt idx="9684">
                  <c:v>-7043732</c:v>
                </c:pt>
                <c:pt idx="9685">
                  <c:v>-7052464</c:v>
                </c:pt>
                <c:pt idx="9686">
                  <c:v>-7105181</c:v>
                </c:pt>
                <c:pt idx="9687">
                  <c:v>-7043333</c:v>
                </c:pt>
                <c:pt idx="9688">
                  <c:v>-7127287</c:v>
                </c:pt>
                <c:pt idx="9689">
                  <c:v>-7198971</c:v>
                </c:pt>
                <c:pt idx="9690">
                  <c:v>-7021373</c:v>
                </c:pt>
                <c:pt idx="9691">
                  <c:v>-6887752</c:v>
                </c:pt>
                <c:pt idx="9692">
                  <c:v>-7026236</c:v>
                </c:pt>
                <c:pt idx="9693">
                  <c:v>-6437338</c:v>
                </c:pt>
                <c:pt idx="9694">
                  <c:v>-7053110</c:v>
                </c:pt>
                <c:pt idx="9695">
                  <c:v>-6975245</c:v>
                </c:pt>
                <c:pt idx="9696">
                  <c:v>-6849309</c:v>
                </c:pt>
                <c:pt idx="9697">
                  <c:v>-6544761</c:v>
                </c:pt>
                <c:pt idx="9698">
                  <c:v>-7122171</c:v>
                </c:pt>
                <c:pt idx="9699">
                  <c:v>-7037874</c:v>
                </c:pt>
                <c:pt idx="9700">
                  <c:v>-7100279</c:v>
                </c:pt>
                <c:pt idx="9701">
                  <c:v>-7070586</c:v>
                </c:pt>
                <c:pt idx="9702">
                  <c:v>-7111955</c:v>
                </c:pt>
                <c:pt idx="9703">
                  <c:v>-7087205</c:v>
                </c:pt>
                <c:pt idx="9704">
                  <c:v>-7049816</c:v>
                </c:pt>
                <c:pt idx="9705">
                  <c:v>-7174238</c:v>
                </c:pt>
                <c:pt idx="9706">
                  <c:v>-6844865</c:v>
                </c:pt>
                <c:pt idx="9707">
                  <c:v>-7088605</c:v>
                </c:pt>
                <c:pt idx="9708">
                  <c:v>-7082499</c:v>
                </c:pt>
                <c:pt idx="9709">
                  <c:v>-7028636</c:v>
                </c:pt>
                <c:pt idx="9710">
                  <c:v>-6999224</c:v>
                </c:pt>
                <c:pt idx="9711">
                  <c:v>-7034046</c:v>
                </c:pt>
                <c:pt idx="9712">
                  <c:v>-7109905</c:v>
                </c:pt>
                <c:pt idx="9713">
                  <c:v>-6948955</c:v>
                </c:pt>
                <c:pt idx="9714">
                  <c:v>-7192752</c:v>
                </c:pt>
                <c:pt idx="9715">
                  <c:v>-6764413</c:v>
                </c:pt>
                <c:pt idx="9716">
                  <c:v>-7038142</c:v>
                </c:pt>
                <c:pt idx="9717">
                  <c:v>-6974578</c:v>
                </c:pt>
                <c:pt idx="9718">
                  <c:v>-6778671</c:v>
                </c:pt>
                <c:pt idx="9719">
                  <c:v>-6787084</c:v>
                </c:pt>
                <c:pt idx="9720">
                  <c:v>-7194700</c:v>
                </c:pt>
                <c:pt idx="9721">
                  <c:v>-6970943</c:v>
                </c:pt>
                <c:pt idx="9722">
                  <c:v>-7012066</c:v>
                </c:pt>
                <c:pt idx="9723">
                  <c:v>-7120091</c:v>
                </c:pt>
                <c:pt idx="9724">
                  <c:v>-7016189</c:v>
                </c:pt>
                <c:pt idx="9725">
                  <c:v>-7086951</c:v>
                </c:pt>
                <c:pt idx="9726">
                  <c:v>-7088500</c:v>
                </c:pt>
                <c:pt idx="9727">
                  <c:v>-7043070</c:v>
                </c:pt>
                <c:pt idx="9728">
                  <c:v>-7030485</c:v>
                </c:pt>
                <c:pt idx="9729">
                  <c:v>-6502062</c:v>
                </c:pt>
                <c:pt idx="9730">
                  <c:v>-6800902</c:v>
                </c:pt>
                <c:pt idx="9731">
                  <c:v>-7056706</c:v>
                </c:pt>
                <c:pt idx="9732">
                  <c:v>-7075574</c:v>
                </c:pt>
                <c:pt idx="9733">
                  <c:v>-7128154</c:v>
                </c:pt>
                <c:pt idx="9734">
                  <c:v>-7143625</c:v>
                </c:pt>
                <c:pt idx="9735">
                  <c:v>-7192622</c:v>
                </c:pt>
                <c:pt idx="9736">
                  <c:v>-7200887</c:v>
                </c:pt>
                <c:pt idx="9737">
                  <c:v>-7088651</c:v>
                </c:pt>
                <c:pt idx="9738">
                  <c:v>-6968333</c:v>
                </c:pt>
                <c:pt idx="9739">
                  <c:v>-7056096</c:v>
                </c:pt>
                <c:pt idx="9740">
                  <c:v>-7157303</c:v>
                </c:pt>
                <c:pt idx="9741">
                  <c:v>-7040075</c:v>
                </c:pt>
                <c:pt idx="9742">
                  <c:v>-6985333</c:v>
                </c:pt>
                <c:pt idx="9743">
                  <c:v>-7048795</c:v>
                </c:pt>
                <c:pt idx="9744">
                  <c:v>-7053582</c:v>
                </c:pt>
                <c:pt idx="9745">
                  <c:v>-7028679</c:v>
                </c:pt>
                <c:pt idx="9746">
                  <c:v>-7052375</c:v>
                </c:pt>
                <c:pt idx="9747">
                  <c:v>-7027411</c:v>
                </c:pt>
                <c:pt idx="9748">
                  <c:v>-7070615</c:v>
                </c:pt>
                <c:pt idx="9749">
                  <c:v>-7066779</c:v>
                </c:pt>
                <c:pt idx="9750">
                  <c:v>-6983101</c:v>
                </c:pt>
                <c:pt idx="9751">
                  <c:v>-7119955</c:v>
                </c:pt>
                <c:pt idx="9752">
                  <c:v>-7093322</c:v>
                </c:pt>
                <c:pt idx="9753">
                  <c:v>-7042073</c:v>
                </c:pt>
                <c:pt idx="9754">
                  <c:v>-7132427</c:v>
                </c:pt>
                <c:pt idx="9755">
                  <c:v>-6993038</c:v>
                </c:pt>
                <c:pt idx="9756">
                  <c:v>-7116051</c:v>
                </c:pt>
                <c:pt idx="9757">
                  <c:v>-6970482</c:v>
                </c:pt>
                <c:pt idx="9758">
                  <c:v>-7019307</c:v>
                </c:pt>
                <c:pt idx="9759">
                  <c:v>-7063041</c:v>
                </c:pt>
                <c:pt idx="9760">
                  <c:v>-7070900</c:v>
                </c:pt>
                <c:pt idx="9761">
                  <c:v>-7113320</c:v>
                </c:pt>
                <c:pt idx="9762">
                  <c:v>-7116548</c:v>
                </c:pt>
                <c:pt idx="9763">
                  <c:v>-7112192</c:v>
                </c:pt>
                <c:pt idx="9764">
                  <c:v>-7032988</c:v>
                </c:pt>
                <c:pt idx="9765">
                  <c:v>-7038607</c:v>
                </c:pt>
                <c:pt idx="9766">
                  <c:v>-7033977</c:v>
                </c:pt>
                <c:pt idx="9767">
                  <c:v>-6967984</c:v>
                </c:pt>
                <c:pt idx="9768">
                  <c:v>-7117683</c:v>
                </c:pt>
                <c:pt idx="9769">
                  <c:v>-6708892</c:v>
                </c:pt>
                <c:pt idx="9770">
                  <c:v>-7040528</c:v>
                </c:pt>
                <c:pt idx="9771">
                  <c:v>-7065901</c:v>
                </c:pt>
                <c:pt idx="9772">
                  <c:v>-6550957</c:v>
                </c:pt>
                <c:pt idx="9773">
                  <c:v>-6503817</c:v>
                </c:pt>
                <c:pt idx="9774">
                  <c:v>-6890924</c:v>
                </c:pt>
                <c:pt idx="9775">
                  <c:v>-7033020</c:v>
                </c:pt>
                <c:pt idx="9776">
                  <c:v>-6970339</c:v>
                </c:pt>
                <c:pt idx="9777">
                  <c:v>-6542544</c:v>
                </c:pt>
                <c:pt idx="9778">
                  <c:v>-6755601</c:v>
                </c:pt>
                <c:pt idx="9779">
                  <c:v>-7075624</c:v>
                </c:pt>
                <c:pt idx="9780">
                  <c:v>-6652174</c:v>
                </c:pt>
                <c:pt idx="9781">
                  <c:v>-7040140</c:v>
                </c:pt>
                <c:pt idx="9782">
                  <c:v>-7016217</c:v>
                </c:pt>
                <c:pt idx="9783">
                  <c:v>-7028404</c:v>
                </c:pt>
                <c:pt idx="9784">
                  <c:v>-7039375</c:v>
                </c:pt>
                <c:pt idx="9785">
                  <c:v>-7036896</c:v>
                </c:pt>
                <c:pt idx="9786">
                  <c:v>-7111587</c:v>
                </c:pt>
                <c:pt idx="9787">
                  <c:v>-7106249</c:v>
                </c:pt>
                <c:pt idx="9788">
                  <c:v>-7063365</c:v>
                </c:pt>
                <c:pt idx="9789">
                  <c:v>-7095953</c:v>
                </c:pt>
                <c:pt idx="9790">
                  <c:v>-6856678</c:v>
                </c:pt>
                <c:pt idx="9791">
                  <c:v>-7113333</c:v>
                </c:pt>
                <c:pt idx="9792">
                  <c:v>-7096912</c:v>
                </c:pt>
                <c:pt idx="9793">
                  <c:v>-7073724</c:v>
                </c:pt>
                <c:pt idx="9794">
                  <c:v>-7003537</c:v>
                </c:pt>
                <c:pt idx="9795">
                  <c:v>-7048384</c:v>
                </c:pt>
                <c:pt idx="9796">
                  <c:v>-7139013</c:v>
                </c:pt>
                <c:pt idx="9797">
                  <c:v>-7069744</c:v>
                </c:pt>
                <c:pt idx="9798">
                  <c:v>-7031229</c:v>
                </c:pt>
                <c:pt idx="9799">
                  <c:v>-6871425</c:v>
                </c:pt>
                <c:pt idx="9800">
                  <c:v>-7079870</c:v>
                </c:pt>
                <c:pt idx="9801">
                  <c:v>-6725840</c:v>
                </c:pt>
                <c:pt idx="9802">
                  <c:v>-6968405</c:v>
                </c:pt>
                <c:pt idx="9803">
                  <c:v>-7071187</c:v>
                </c:pt>
                <c:pt idx="9804">
                  <c:v>-7134864</c:v>
                </c:pt>
                <c:pt idx="9805">
                  <c:v>-7118428</c:v>
                </c:pt>
                <c:pt idx="9806">
                  <c:v>-6720548</c:v>
                </c:pt>
                <c:pt idx="9807">
                  <c:v>-7085388</c:v>
                </c:pt>
                <c:pt idx="9808">
                  <c:v>-6961283</c:v>
                </c:pt>
                <c:pt idx="9809">
                  <c:v>-7028602</c:v>
                </c:pt>
                <c:pt idx="9810">
                  <c:v>-7084177</c:v>
                </c:pt>
                <c:pt idx="9811">
                  <c:v>-7143416</c:v>
                </c:pt>
                <c:pt idx="9812">
                  <c:v>-6654492</c:v>
                </c:pt>
                <c:pt idx="9813">
                  <c:v>-7160724</c:v>
                </c:pt>
                <c:pt idx="9814">
                  <c:v>-7126622</c:v>
                </c:pt>
                <c:pt idx="9815">
                  <c:v>-6950679</c:v>
                </c:pt>
                <c:pt idx="9816">
                  <c:v>-7087021</c:v>
                </c:pt>
                <c:pt idx="9817">
                  <c:v>-6972990</c:v>
                </c:pt>
                <c:pt idx="9818">
                  <c:v>-7047446</c:v>
                </c:pt>
                <c:pt idx="9819">
                  <c:v>-7087555</c:v>
                </c:pt>
                <c:pt idx="9820">
                  <c:v>-6971814</c:v>
                </c:pt>
                <c:pt idx="9821">
                  <c:v>-7057123</c:v>
                </c:pt>
                <c:pt idx="9822">
                  <c:v>-6790184</c:v>
                </c:pt>
                <c:pt idx="9823">
                  <c:v>-7071604</c:v>
                </c:pt>
                <c:pt idx="9824">
                  <c:v>-7020884</c:v>
                </c:pt>
                <c:pt idx="9825">
                  <c:v>-7584521</c:v>
                </c:pt>
                <c:pt idx="9826">
                  <c:v>-7050402</c:v>
                </c:pt>
                <c:pt idx="9827">
                  <c:v>-7080890</c:v>
                </c:pt>
                <c:pt idx="9828">
                  <c:v>-7142157</c:v>
                </c:pt>
                <c:pt idx="9829">
                  <c:v>-7078902</c:v>
                </c:pt>
                <c:pt idx="9830">
                  <c:v>-7072063</c:v>
                </c:pt>
                <c:pt idx="9831">
                  <c:v>-7063437</c:v>
                </c:pt>
                <c:pt idx="9832">
                  <c:v>-7148467</c:v>
                </c:pt>
                <c:pt idx="9833">
                  <c:v>-7021068</c:v>
                </c:pt>
                <c:pt idx="9834">
                  <c:v>-6752408</c:v>
                </c:pt>
                <c:pt idx="9835">
                  <c:v>-6913832</c:v>
                </c:pt>
                <c:pt idx="9836">
                  <c:v>-7104579</c:v>
                </c:pt>
                <c:pt idx="9837">
                  <c:v>-7063057</c:v>
                </c:pt>
                <c:pt idx="9838">
                  <c:v>-6969296</c:v>
                </c:pt>
                <c:pt idx="9839">
                  <c:v>-6723655</c:v>
                </c:pt>
                <c:pt idx="9840">
                  <c:v>-6501200</c:v>
                </c:pt>
                <c:pt idx="9841">
                  <c:v>-7041694</c:v>
                </c:pt>
                <c:pt idx="9842">
                  <c:v>-7067022</c:v>
                </c:pt>
                <c:pt idx="9843">
                  <c:v>-7038974</c:v>
                </c:pt>
                <c:pt idx="9844">
                  <c:v>-6622390</c:v>
                </c:pt>
                <c:pt idx="9845">
                  <c:v>-7121627</c:v>
                </c:pt>
                <c:pt idx="9846">
                  <c:v>-7090151</c:v>
                </c:pt>
                <c:pt idx="9847">
                  <c:v>-7071254</c:v>
                </c:pt>
                <c:pt idx="9848">
                  <c:v>-6496878</c:v>
                </c:pt>
                <c:pt idx="9849">
                  <c:v>-7069054</c:v>
                </c:pt>
                <c:pt idx="9850">
                  <c:v>-7069412</c:v>
                </c:pt>
                <c:pt idx="9851">
                  <c:v>-7146821</c:v>
                </c:pt>
                <c:pt idx="9852">
                  <c:v>-7072725</c:v>
                </c:pt>
                <c:pt idx="9853">
                  <c:v>-6651526</c:v>
                </c:pt>
                <c:pt idx="9854">
                  <c:v>-6955876</c:v>
                </c:pt>
                <c:pt idx="9855">
                  <c:v>-6964321</c:v>
                </c:pt>
                <c:pt idx="9856">
                  <c:v>-7118072</c:v>
                </c:pt>
                <c:pt idx="9857">
                  <c:v>-7121117</c:v>
                </c:pt>
                <c:pt idx="9858">
                  <c:v>-7042304</c:v>
                </c:pt>
                <c:pt idx="9859">
                  <c:v>-7069634</c:v>
                </c:pt>
                <c:pt idx="9860">
                  <c:v>-6955144</c:v>
                </c:pt>
                <c:pt idx="9861">
                  <c:v>-7059335</c:v>
                </c:pt>
                <c:pt idx="9862">
                  <c:v>-7134589</c:v>
                </c:pt>
                <c:pt idx="9863">
                  <c:v>-7088069</c:v>
                </c:pt>
                <c:pt idx="9864">
                  <c:v>-7018261</c:v>
                </c:pt>
                <c:pt idx="9865">
                  <c:v>-6897263</c:v>
                </c:pt>
                <c:pt idx="9866">
                  <c:v>-7015233</c:v>
                </c:pt>
                <c:pt idx="9867">
                  <c:v>-7092460</c:v>
                </c:pt>
                <c:pt idx="9868">
                  <c:v>-6760507</c:v>
                </c:pt>
                <c:pt idx="9869">
                  <c:v>-7061704</c:v>
                </c:pt>
                <c:pt idx="9870">
                  <c:v>-7130720</c:v>
                </c:pt>
                <c:pt idx="9871">
                  <c:v>-7125230</c:v>
                </c:pt>
                <c:pt idx="9872">
                  <c:v>-7088533</c:v>
                </c:pt>
                <c:pt idx="9873">
                  <c:v>-7119345</c:v>
                </c:pt>
                <c:pt idx="9874">
                  <c:v>-6902307</c:v>
                </c:pt>
                <c:pt idx="9875">
                  <c:v>-7000725</c:v>
                </c:pt>
                <c:pt idx="9876">
                  <c:v>-7062682</c:v>
                </c:pt>
                <c:pt idx="9877">
                  <c:v>-7164026</c:v>
                </c:pt>
                <c:pt idx="9878">
                  <c:v>-7049954</c:v>
                </c:pt>
                <c:pt idx="9879">
                  <c:v>-7066858</c:v>
                </c:pt>
                <c:pt idx="9880">
                  <c:v>-6953113</c:v>
                </c:pt>
                <c:pt idx="9881">
                  <c:v>-7080288</c:v>
                </c:pt>
                <c:pt idx="9882">
                  <c:v>-7151052</c:v>
                </c:pt>
                <c:pt idx="9883">
                  <c:v>-6733822</c:v>
                </c:pt>
                <c:pt idx="9884">
                  <c:v>-7109368</c:v>
                </c:pt>
                <c:pt idx="9885">
                  <c:v>-7022455</c:v>
                </c:pt>
                <c:pt idx="9886">
                  <c:v>-7044183</c:v>
                </c:pt>
                <c:pt idx="9887">
                  <c:v>-7032831</c:v>
                </c:pt>
                <c:pt idx="9888">
                  <c:v>-7020787</c:v>
                </c:pt>
                <c:pt idx="9889">
                  <c:v>-7026960</c:v>
                </c:pt>
                <c:pt idx="9890">
                  <c:v>-7152348</c:v>
                </c:pt>
                <c:pt idx="9891">
                  <c:v>-7115122</c:v>
                </c:pt>
                <c:pt idx="9892">
                  <c:v>-6990310</c:v>
                </c:pt>
                <c:pt idx="9893">
                  <c:v>-7058100</c:v>
                </c:pt>
                <c:pt idx="9894">
                  <c:v>-7050010</c:v>
                </c:pt>
                <c:pt idx="9895">
                  <c:v>-7073635</c:v>
                </c:pt>
                <c:pt idx="9896">
                  <c:v>-7112423</c:v>
                </c:pt>
                <c:pt idx="9897">
                  <c:v>-7064387</c:v>
                </c:pt>
                <c:pt idx="9898">
                  <c:v>-7013727</c:v>
                </c:pt>
                <c:pt idx="9899">
                  <c:v>-6686750</c:v>
                </c:pt>
                <c:pt idx="9900">
                  <c:v>-6964378</c:v>
                </c:pt>
                <c:pt idx="9901">
                  <c:v>-7144865</c:v>
                </c:pt>
                <c:pt idx="9902">
                  <c:v>-7582018</c:v>
                </c:pt>
                <c:pt idx="9903">
                  <c:v>-7039041</c:v>
                </c:pt>
                <c:pt idx="9904">
                  <c:v>-7064455</c:v>
                </c:pt>
                <c:pt idx="9905">
                  <c:v>-7043060</c:v>
                </c:pt>
                <c:pt idx="9906">
                  <c:v>-7041207</c:v>
                </c:pt>
                <c:pt idx="9907">
                  <c:v>-7050942</c:v>
                </c:pt>
                <c:pt idx="9908">
                  <c:v>-7059792</c:v>
                </c:pt>
                <c:pt idx="9909">
                  <c:v>-6900509</c:v>
                </c:pt>
                <c:pt idx="9910">
                  <c:v>-7073496</c:v>
                </c:pt>
                <c:pt idx="9911">
                  <c:v>-7029886</c:v>
                </c:pt>
                <c:pt idx="9912">
                  <c:v>-7141368</c:v>
                </c:pt>
                <c:pt idx="9913">
                  <c:v>-7026764</c:v>
                </c:pt>
                <c:pt idx="9914">
                  <c:v>-6900764</c:v>
                </c:pt>
                <c:pt idx="9915">
                  <c:v>-7049228</c:v>
                </c:pt>
                <c:pt idx="9916">
                  <c:v>-7578235</c:v>
                </c:pt>
                <c:pt idx="9917">
                  <c:v>-6790022</c:v>
                </c:pt>
                <c:pt idx="9918">
                  <c:v>-6474739</c:v>
                </c:pt>
                <c:pt idx="9919">
                  <c:v>-7060974</c:v>
                </c:pt>
                <c:pt idx="9920">
                  <c:v>-7558743</c:v>
                </c:pt>
                <c:pt idx="9921">
                  <c:v>-7110720</c:v>
                </c:pt>
                <c:pt idx="9922">
                  <c:v>-7142609</c:v>
                </c:pt>
                <c:pt idx="9923">
                  <c:v>-7056004</c:v>
                </c:pt>
                <c:pt idx="9924">
                  <c:v>-7010988</c:v>
                </c:pt>
                <c:pt idx="9925">
                  <c:v>-6737395</c:v>
                </c:pt>
                <c:pt idx="9926">
                  <c:v>-7037483</c:v>
                </c:pt>
                <c:pt idx="9927">
                  <c:v>-6990915</c:v>
                </c:pt>
                <c:pt idx="9928">
                  <c:v>-7106370</c:v>
                </c:pt>
                <c:pt idx="9929">
                  <c:v>-7132737</c:v>
                </c:pt>
                <c:pt idx="9930">
                  <c:v>-6786818</c:v>
                </c:pt>
                <c:pt idx="9931">
                  <c:v>-6642753</c:v>
                </c:pt>
                <c:pt idx="9932">
                  <c:v>-7195587</c:v>
                </c:pt>
                <c:pt idx="9933">
                  <c:v>-6654613</c:v>
                </c:pt>
                <c:pt idx="9934">
                  <c:v>-7079263</c:v>
                </c:pt>
                <c:pt idx="9935">
                  <c:v>-6778584</c:v>
                </c:pt>
                <c:pt idx="9936">
                  <c:v>-7027642</c:v>
                </c:pt>
                <c:pt idx="9937">
                  <c:v>-7096517</c:v>
                </c:pt>
                <c:pt idx="9938">
                  <c:v>-6475248</c:v>
                </c:pt>
                <c:pt idx="9939">
                  <c:v>-7159599</c:v>
                </c:pt>
                <c:pt idx="9940">
                  <c:v>-6993379</c:v>
                </c:pt>
                <c:pt idx="9941">
                  <c:v>-6885082</c:v>
                </c:pt>
                <c:pt idx="9942">
                  <c:v>-7071353</c:v>
                </c:pt>
                <c:pt idx="9943">
                  <c:v>-6993730</c:v>
                </c:pt>
                <c:pt idx="9944">
                  <c:v>-7066672</c:v>
                </c:pt>
                <c:pt idx="9945">
                  <c:v>-7055364</c:v>
                </c:pt>
                <c:pt idx="9946">
                  <c:v>-6623261</c:v>
                </c:pt>
                <c:pt idx="9947">
                  <c:v>-6945878</c:v>
                </c:pt>
                <c:pt idx="9948">
                  <c:v>-7059701</c:v>
                </c:pt>
                <c:pt idx="9949">
                  <c:v>-6815343</c:v>
                </c:pt>
                <c:pt idx="9950">
                  <c:v>-7134398</c:v>
                </c:pt>
                <c:pt idx="9951">
                  <c:v>-6781225</c:v>
                </c:pt>
                <c:pt idx="9952">
                  <c:v>-6651132</c:v>
                </c:pt>
                <c:pt idx="9953">
                  <c:v>-7021957</c:v>
                </c:pt>
                <c:pt idx="9954">
                  <c:v>-7205836</c:v>
                </c:pt>
                <c:pt idx="9955">
                  <c:v>-7057531</c:v>
                </c:pt>
                <c:pt idx="9956">
                  <c:v>-6961746</c:v>
                </c:pt>
                <c:pt idx="9957">
                  <c:v>-7081098</c:v>
                </c:pt>
                <c:pt idx="9958">
                  <c:v>-6651801</c:v>
                </c:pt>
                <c:pt idx="9959">
                  <c:v>-7048819</c:v>
                </c:pt>
                <c:pt idx="9960">
                  <c:v>-7071726</c:v>
                </c:pt>
                <c:pt idx="9961">
                  <c:v>-7019254</c:v>
                </c:pt>
                <c:pt idx="9962">
                  <c:v>-7032235</c:v>
                </c:pt>
                <c:pt idx="9963">
                  <c:v>-7074458</c:v>
                </c:pt>
                <c:pt idx="9964">
                  <c:v>-6766205</c:v>
                </c:pt>
                <c:pt idx="9965">
                  <c:v>-7116046</c:v>
                </c:pt>
                <c:pt idx="9966">
                  <c:v>-7033633</c:v>
                </c:pt>
                <c:pt idx="9967">
                  <c:v>-6489308</c:v>
                </c:pt>
                <c:pt idx="9968">
                  <c:v>-7125332</c:v>
                </c:pt>
                <c:pt idx="9969">
                  <c:v>-7172182</c:v>
                </c:pt>
                <c:pt idx="9970">
                  <c:v>-6915279</c:v>
                </c:pt>
                <c:pt idx="9971">
                  <c:v>-7043930</c:v>
                </c:pt>
                <c:pt idx="9972">
                  <c:v>-7109549</c:v>
                </c:pt>
                <c:pt idx="9973">
                  <c:v>-6819936</c:v>
                </c:pt>
                <c:pt idx="9974">
                  <c:v>-7023627</c:v>
                </c:pt>
                <c:pt idx="9975">
                  <c:v>-7019920</c:v>
                </c:pt>
                <c:pt idx="9976">
                  <c:v>-6975447</c:v>
                </c:pt>
                <c:pt idx="9977">
                  <c:v>-6904516</c:v>
                </c:pt>
                <c:pt idx="9978">
                  <c:v>-7034151</c:v>
                </c:pt>
                <c:pt idx="9979">
                  <c:v>-7157154</c:v>
                </c:pt>
                <c:pt idx="9980">
                  <c:v>-6972016</c:v>
                </c:pt>
                <c:pt idx="9981">
                  <c:v>-6760453</c:v>
                </c:pt>
                <c:pt idx="9982">
                  <c:v>-7006628</c:v>
                </c:pt>
                <c:pt idx="9983">
                  <c:v>-6783227</c:v>
                </c:pt>
                <c:pt idx="9984">
                  <c:v>-7211086</c:v>
                </c:pt>
                <c:pt idx="9985">
                  <c:v>-6976292</c:v>
                </c:pt>
                <c:pt idx="9986">
                  <c:v>-7018304</c:v>
                </c:pt>
                <c:pt idx="9987">
                  <c:v>-6789865</c:v>
                </c:pt>
                <c:pt idx="9988">
                  <c:v>-7040542</c:v>
                </c:pt>
                <c:pt idx="9989">
                  <c:v>-7037738</c:v>
                </c:pt>
                <c:pt idx="9990">
                  <c:v>-7025372</c:v>
                </c:pt>
                <c:pt idx="9991">
                  <c:v>-7032729</c:v>
                </c:pt>
                <c:pt idx="9992">
                  <c:v>-7025484</c:v>
                </c:pt>
                <c:pt idx="9993">
                  <c:v>-7057773</c:v>
                </c:pt>
                <c:pt idx="9994">
                  <c:v>-7027914</c:v>
                </c:pt>
                <c:pt idx="9995">
                  <c:v>-7033496</c:v>
                </c:pt>
                <c:pt idx="9996">
                  <c:v>-7031578</c:v>
                </c:pt>
                <c:pt idx="9997">
                  <c:v>-7038818</c:v>
                </c:pt>
                <c:pt idx="9998">
                  <c:v>-7032460</c:v>
                </c:pt>
                <c:pt idx="9999">
                  <c:v>-7107273</c:v>
                </c:pt>
                <c:pt idx="10000">
                  <c:v>-7035547</c:v>
                </c:pt>
                <c:pt idx="10001">
                  <c:v>-7035083</c:v>
                </c:pt>
                <c:pt idx="10002">
                  <c:v>-7044178</c:v>
                </c:pt>
                <c:pt idx="10003">
                  <c:v>-7034233</c:v>
                </c:pt>
                <c:pt idx="10004">
                  <c:v>-6994056</c:v>
                </c:pt>
                <c:pt idx="10005">
                  <c:v>-7070852</c:v>
                </c:pt>
                <c:pt idx="10006">
                  <c:v>-7578043</c:v>
                </c:pt>
                <c:pt idx="10007">
                  <c:v>-7031855</c:v>
                </c:pt>
                <c:pt idx="10008">
                  <c:v>-7024706</c:v>
                </c:pt>
                <c:pt idx="10009">
                  <c:v>-7034249</c:v>
                </c:pt>
                <c:pt idx="10010">
                  <c:v>-7037021</c:v>
                </c:pt>
                <c:pt idx="10011">
                  <c:v>-7028396</c:v>
                </c:pt>
                <c:pt idx="10012">
                  <c:v>-7072558</c:v>
                </c:pt>
                <c:pt idx="10013">
                  <c:v>-7027979</c:v>
                </c:pt>
                <c:pt idx="10014">
                  <c:v>-7031322</c:v>
                </c:pt>
                <c:pt idx="10015">
                  <c:v>-7025526</c:v>
                </c:pt>
                <c:pt idx="10016">
                  <c:v>-7026979</c:v>
                </c:pt>
                <c:pt idx="10017">
                  <c:v>-7031154</c:v>
                </c:pt>
                <c:pt idx="10018">
                  <c:v>-7033434</c:v>
                </c:pt>
                <c:pt idx="10019">
                  <c:v>-7039418</c:v>
                </c:pt>
                <c:pt idx="10020">
                  <c:v>-7028897</c:v>
                </c:pt>
                <c:pt idx="10021">
                  <c:v>-7071180</c:v>
                </c:pt>
                <c:pt idx="10022">
                  <c:v>-7038341</c:v>
                </c:pt>
                <c:pt idx="10023">
                  <c:v>-7054947</c:v>
                </c:pt>
                <c:pt idx="10024">
                  <c:v>-7032501</c:v>
                </c:pt>
                <c:pt idx="10025">
                  <c:v>-7033953</c:v>
                </c:pt>
                <c:pt idx="10026">
                  <c:v>-7036275</c:v>
                </c:pt>
                <c:pt idx="10027">
                  <c:v>-7031036</c:v>
                </c:pt>
                <c:pt idx="10028">
                  <c:v>-7030288</c:v>
                </c:pt>
                <c:pt idx="10029">
                  <c:v>-7034456</c:v>
                </c:pt>
                <c:pt idx="10030">
                  <c:v>-7020995</c:v>
                </c:pt>
                <c:pt idx="10031">
                  <c:v>-7034949</c:v>
                </c:pt>
                <c:pt idx="10032">
                  <c:v>-7032197</c:v>
                </c:pt>
                <c:pt idx="10033">
                  <c:v>-7031998</c:v>
                </c:pt>
                <c:pt idx="10034">
                  <c:v>-7032285</c:v>
                </c:pt>
                <c:pt idx="10035">
                  <c:v>-7036100</c:v>
                </c:pt>
                <c:pt idx="10036">
                  <c:v>-7035646</c:v>
                </c:pt>
                <c:pt idx="10037">
                  <c:v>-7028158</c:v>
                </c:pt>
                <c:pt idx="10038">
                  <c:v>-7037156</c:v>
                </c:pt>
                <c:pt idx="10039">
                  <c:v>-7037772</c:v>
                </c:pt>
                <c:pt idx="10040">
                  <c:v>-7028158</c:v>
                </c:pt>
                <c:pt idx="10041">
                  <c:v>-7012961</c:v>
                </c:pt>
                <c:pt idx="10042">
                  <c:v>-7025306</c:v>
                </c:pt>
                <c:pt idx="10043">
                  <c:v>-7033758</c:v>
                </c:pt>
                <c:pt idx="10044">
                  <c:v>-7027609</c:v>
                </c:pt>
                <c:pt idx="10045">
                  <c:v>-7026842</c:v>
                </c:pt>
                <c:pt idx="10046">
                  <c:v>-7031361</c:v>
                </c:pt>
                <c:pt idx="10047">
                  <c:v>-7031026</c:v>
                </c:pt>
                <c:pt idx="10048">
                  <c:v>-7039221</c:v>
                </c:pt>
                <c:pt idx="10049">
                  <c:v>-7031097</c:v>
                </c:pt>
                <c:pt idx="10050">
                  <c:v>-7033329</c:v>
                </c:pt>
                <c:pt idx="10051">
                  <c:v>-7032344</c:v>
                </c:pt>
                <c:pt idx="10052">
                  <c:v>-7034471</c:v>
                </c:pt>
                <c:pt idx="10053">
                  <c:v>-6424539</c:v>
                </c:pt>
                <c:pt idx="10054">
                  <c:v>-7031471</c:v>
                </c:pt>
                <c:pt idx="10055">
                  <c:v>-7034977</c:v>
                </c:pt>
                <c:pt idx="10056">
                  <c:v>-7032444</c:v>
                </c:pt>
                <c:pt idx="10057">
                  <c:v>-6424547</c:v>
                </c:pt>
                <c:pt idx="10058">
                  <c:v>-6786035</c:v>
                </c:pt>
                <c:pt idx="10059">
                  <c:v>-7031849</c:v>
                </c:pt>
                <c:pt idx="10060">
                  <c:v>-7036132</c:v>
                </c:pt>
                <c:pt idx="10061">
                  <c:v>-7032989</c:v>
                </c:pt>
                <c:pt idx="10062">
                  <c:v>-7030768</c:v>
                </c:pt>
                <c:pt idx="10063">
                  <c:v>-7041980</c:v>
                </c:pt>
                <c:pt idx="10064">
                  <c:v>-7036677</c:v>
                </c:pt>
                <c:pt idx="10065">
                  <c:v>-7041891</c:v>
                </c:pt>
                <c:pt idx="10066">
                  <c:v>-6786201</c:v>
                </c:pt>
                <c:pt idx="10067">
                  <c:v>-7028885</c:v>
                </c:pt>
                <c:pt idx="10068">
                  <c:v>-7035537</c:v>
                </c:pt>
                <c:pt idx="10069">
                  <c:v>-7036061</c:v>
                </c:pt>
                <c:pt idx="10070">
                  <c:v>-7027924</c:v>
                </c:pt>
                <c:pt idx="10071">
                  <c:v>-7031849</c:v>
                </c:pt>
                <c:pt idx="10072">
                  <c:v>-7027808</c:v>
                </c:pt>
                <c:pt idx="10073">
                  <c:v>-7034898</c:v>
                </c:pt>
                <c:pt idx="10074">
                  <c:v>-7033824</c:v>
                </c:pt>
                <c:pt idx="10075">
                  <c:v>-7033601</c:v>
                </c:pt>
                <c:pt idx="10076">
                  <c:v>-7041043</c:v>
                </c:pt>
                <c:pt idx="10077">
                  <c:v>-7581827</c:v>
                </c:pt>
                <c:pt idx="10078">
                  <c:v>-7032314</c:v>
                </c:pt>
                <c:pt idx="10079">
                  <c:v>-7032721</c:v>
                </c:pt>
                <c:pt idx="10080">
                  <c:v>-7026109</c:v>
                </c:pt>
                <c:pt idx="10081">
                  <c:v>-7041088</c:v>
                </c:pt>
                <c:pt idx="10082">
                  <c:v>-7030793</c:v>
                </c:pt>
                <c:pt idx="10083">
                  <c:v>-7031877</c:v>
                </c:pt>
                <c:pt idx="10084">
                  <c:v>-7026436</c:v>
                </c:pt>
                <c:pt idx="10085">
                  <c:v>-7034704</c:v>
                </c:pt>
                <c:pt idx="10086">
                  <c:v>-7031672</c:v>
                </c:pt>
                <c:pt idx="10087">
                  <c:v>-7028120</c:v>
                </c:pt>
                <c:pt idx="10088">
                  <c:v>-7023789</c:v>
                </c:pt>
                <c:pt idx="10089">
                  <c:v>-7033318</c:v>
                </c:pt>
                <c:pt idx="10090">
                  <c:v>-7032087</c:v>
                </c:pt>
                <c:pt idx="10091">
                  <c:v>-7033853</c:v>
                </c:pt>
                <c:pt idx="10092">
                  <c:v>-7060722</c:v>
                </c:pt>
                <c:pt idx="10093">
                  <c:v>-7034657</c:v>
                </c:pt>
                <c:pt idx="10094">
                  <c:v>-7056030</c:v>
                </c:pt>
                <c:pt idx="10095">
                  <c:v>-7036358</c:v>
                </c:pt>
                <c:pt idx="10096">
                  <c:v>-7042712</c:v>
                </c:pt>
                <c:pt idx="10097">
                  <c:v>-7032534</c:v>
                </c:pt>
                <c:pt idx="10098">
                  <c:v>-7032469</c:v>
                </c:pt>
                <c:pt idx="10099">
                  <c:v>-7071263</c:v>
                </c:pt>
                <c:pt idx="10100">
                  <c:v>-6526342</c:v>
                </c:pt>
                <c:pt idx="10101">
                  <c:v>-7030383</c:v>
                </c:pt>
                <c:pt idx="10102">
                  <c:v>-7048818</c:v>
                </c:pt>
                <c:pt idx="10103">
                  <c:v>-7030478</c:v>
                </c:pt>
                <c:pt idx="10104">
                  <c:v>-7022094</c:v>
                </c:pt>
                <c:pt idx="10105">
                  <c:v>-7021389</c:v>
                </c:pt>
                <c:pt idx="10106">
                  <c:v>-7056571</c:v>
                </c:pt>
                <c:pt idx="10107">
                  <c:v>-7028633</c:v>
                </c:pt>
                <c:pt idx="10108">
                  <c:v>-7038907</c:v>
                </c:pt>
                <c:pt idx="10109">
                  <c:v>-7029780</c:v>
                </c:pt>
                <c:pt idx="10110">
                  <c:v>-7025867</c:v>
                </c:pt>
                <c:pt idx="10111">
                  <c:v>-7030229</c:v>
                </c:pt>
                <c:pt idx="10112">
                  <c:v>-7070756</c:v>
                </c:pt>
                <c:pt idx="10113">
                  <c:v>-7021234</c:v>
                </c:pt>
                <c:pt idx="10114">
                  <c:v>-7023551</c:v>
                </c:pt>
                <c:pt idx="10115">
                  <c:v>-7030401</c:v>
                </c:pt>
                <c:pt idx="10116">
                  <c:v>-7041305</c:v>
                </c:pt>
                <c:pt idx="10117">
                  <c:v>-7023946</c:v>
                </c:pt>
                <c:pt idx="10118">
                  <c:v>-7023700</c:v>
                </c:pt>
                <c:pt idx="10119">
                  <c:v>-7026334</c:v>
                </c:pt>
                <c:pt idx="10120">
                  <c:v>-7110656</c:v>
                </c:pt>
                <c:pt idx="10121">
                  <c:v>-7035604</c:v>
                </c:pt>
                <c:pt idx="10122">
                  <c:v>-7031711</c:v>
                </c:pt>
                <c:pt idx="10123">
                  <c:v>-7023890</c:v>
                </c:pt>
                <c:pt idx="10124">
                  <c:v>-7030732</c:v>
                </c:pt>
                <c:pt idx="10125">
                  <c:v>-7036939</c:v>
                </c:pt>
                <c:pt idx="10126">
                  <c:v>-7038937</c:v>
                </c:pt>
                <c:pt idx="10127">
                  <c:v>-6787209</c:v>
                </c:pt>
                <c:pt idx="10128">
                  <c:v>-7026546</c:v>
                </c:pt>
                <c:pt idx="10129">
                  <c:v>-7034899</c:v>
                </c:pt>
                <c:pt idx="10130">
                  <c:v>-7035210</c:v>
                </c:pt>
                <c:pt idx="10131">
                  <c:v>-7071049</c:v>
                </c:pt>
                <c:pt idx="10132">
                  <c:v>-7027554</c:v>
                </c:pt>
                <c:pt idx="10133">
                  <c:v>-7086883</c:v>
                </c:pt>
                <c:pt idx="10134">
                  <c:v>-7023490</c:v>
                </c:pt>
                <c:pt idx="10135">
                  <c:v>-7032327</c:v>
                </c:pt>
                <c:pt idx="10136">
                  <c:v>-7030836</c:v>
                </c:pt>
                <c:pt idx="10137">
                  <c:v>-7057367</c:v>
                </c:pt>
                <c:pt idx="10138">
                  <c:v>-7036297</c:v>
                </c:pt>
                <c:pt idx="10139">
                  <c:v>-7039810</c:v>
                </c:pt>
                <c:pt idx="10140">
                  <c:v>-7026604</c:v>
                </c:pt>
                <c:pt idx="10141">
                  <c:v>-6483759</c:v>
                </c:pt>
                <c:pt idx="10142">
                  <c:v>-7031392</c:v>
                </c:pt>
                <c:pt idx="10143">
                  <c:v>-7029461</c:v>
                </c:pt>
                <c:pt idx="10144">
                  <c:v>-7087020</c:v>
                </c:pt>
                <c:pt idx="10145">
                  <c:v>-7038386</c:v>
                </c:pt>
                <c:pt idx="10146">
                  <c:v>-7033076</c:v>
                </c:pt>
                <c:pt idx="10147">
                  <c:v>-7036845</c:v>
                </c:pt>
                <c:pt idx="10148">
                  <c:v>-7031664</c:v>
                </c:pt>
                <c:pt idx="10149">
                  <c:v>-7023356</c:v>
                </c:pt>
                <c:pt idx="10150">
                  <c:v>-7026226</c:v>
                </c:pt>
                <c:pt idx="10151">
                  <c:v>-7029780</c:v>
                </c:pt>
                <c:pt idx="10152">
                  <c:v>-7008124</c:v>
                </c:pt>
                <c:pt idx="10153">
                  <c:v>-7026884</c:v>
                </c:pt>
                <c:pt idx="10154">
                  <c:v>-6787166</c:v>
                </c:pt>
                <c:pt idx="10155">
                  <c:v>-7032673</c:v>
                </c:pt>
                <c:pt idx="10156">
                  <c:v>-7031691</c:v>
                </c:pt>
                <c:pt idx="10157">
                  <c:v>-7025270</c:v>
                </c:pt>
                <c:pt idx="10158">
                  <c:v>-7036054</c:v>
                </c:pt>
                <c:pt idx="10159">
                  <c:v>-7034163</c:v>
                </c:pt>
                <c:pt idx="10160">
                  <c:v>-7022745</c:v>
                </c:pt>
                <c:pt idx="10161">
                  <c:v>-7057808</c:v>
                </c:pt>
                <c:pt idx="10162">
                  <c:v>-7057878</c:v>
                </c:pt>
                <c:pt idx="10163">
                  <c:v>-7071049</c:v>
                </c:pt>
                <c:pt idx="10164">
                  <c:v>-7033617</c:v>
                </c:pt>
                <c:pt idx="10165">
                  <c:v>-7033372</c:v>
                </c:pt>
                <c:pt idx="10166">
                  <c:v>-7030514</c:v>
                </c:pt>
                <c:pt idx="10167">
                  <c:v>-7032764</c:v>
                </c:pt>
                <c:pt idx="10168">
                  <c:v>-7035823</c:v>
                </c:pt>
                <c:pt idx="10169">
                  <c:v>-7025541</c:v>
                </c:pt>
                <c:pt idx="10170">
                  <c:v>-7030787</c:v>
                </c:pt>
                <c:pt idx="10171">
                  <c:v>-6526134</c:v>
                </c:pt>
                <c:pt idx="10172">
                  <c:v>-7031777</c:v>
                </c:pt>
                <c:pt idx="10173">
                  <c:v>-7031802</c:v>
                </c:pt>
                <c:pt idx="10174">
                  <c:v>-7039218</c:v>
                </c:pt>
                <c:pt idx="10175">
                  <c:v>-7057958</c:v>
                </c:pt>
                <c:pt idx="10176">
                  <c:v>-7034299</c:v>
                </c:pt>
                <c:pt idx="10177">
                  <c:v>-7029189</c:v>
                </c:pt>
                <c:pt idx="10178">
                  <c:v>-7024640</c:v>
                </c:pt>
                <c:pt idx="10179">
                  <c:v>-7027676</c:v>
                </c:pt>
                <c:pt idx="10180">
                  <c:v>-7040544</c:v>
                </c:pt>
                <c:pt idx="10181">
                  <c:v>-7055988</c:v>
                </c:pt>
                <c:pt idx="10182">
                  <c:v>-7028228</c:v>
                </c:pt>
                <c:pt idx="10183">
                  <c:v>-7055802</c:v>
                </c:pt>
                <c:pt idx="10184">
                  <c:v>-7036915</c:v>
                </c:pt>
                <c:pt idx="10185">
                  <c:v>-7036434</c:v>
                </c:pt>
                <c:pt idx="10186">
                  <c:v>-7023845</c:v>
                </c:pt>
                <c:pt idx="10187">
                  <c:v>-7022512</c:v>
                </c:pt>
                <c:pt idx="10188">
                  <c:v>-7033409</c:v>
                </c:pt>
                <c:pt idx="10189">
                  <c:v>-7037552</c:v>
                </c:pt>
                <c:pt idx="10190">
                  <c:v>-7032480</c:v>
                </c:pt>
                <c:pt idx="10191">
                  <c:v>-6989871</c:v>
                </c:pt>
                <c:pt idx="10192">
                  <c:v>-7031378</c:v>
                </c:pt>
                <c:pt idx="10193">
                  <c:v>-7032283</c:v>
                </c:pt>
                <c:pt idx="10194">
                  <c:v>-7026531</c:v>
                </c:pt>
                <c:pt idx="10195">
                  <c:v>-7033844</c:v>
                </c:pt>
                <c:pt idx="10196">
                  <c:v>-7030958</c:v>
                </c:pt>
                <c:pt idx="10197">
                  <c:v>-7039892</c:v>
                </c:pt>
                <c:pt idx="10198">
                  <c:v>-7031765</c:v>
                </c:pt>
                <c:pt idx="10199">
                  <c:v>-7036935</c:v>
                </c:pt>
                <c:pt idx="10200">
                  <c:v>-7019047</c:v>
                </c:pt>
                <c:pt idx="10201">
                  <c:v>-7028478</c:v>
                </c:pt>
                <c:pt idx="10202">
                  <c:v>-7022411</c:v>
                </c:pt>
                <c:pt idx="10203">
                  <c:v>-7031392</c:v>
                </c:pt>
                <c:pt idx="10204">
                  <c:v>-7040641</c:v>
                </c:pt>
                <c:pt idx="10205">
                  <c:v>-7035956</c:v>
                </c:pt>
                <c:pt idx="10206">
                  <c:v>-7032748</c:v>
                </c:pt>
                <c:pt idx="10207">
                  <c:v>-7027782</c:v>
                </c:pt>
                <c:pt idx="10208">
                  <c:v>-7034763</c:v>
                </c:pt>
                <c:pt idx="10209">
                  <c:v>-7030227</c:v>
                </c:pt>
                <c:pt idx="10210">
                  <c:v>-7034664</c:v>
                </c:pt>
                <c:pt idx="10211">
                  <c:v>-7028366</c:v>
                </c:pt>
                <c:pt idx="10212">
                  <c:v>-7035604</c:v>
                </c:pt>
                <c:pt idx="10213">
                  <c:v>-6980711</c:v>
                </c:pt>
                <c:pt idx="10214">
                  <c:v>-6787115</c:v>
                </c:pt>
                <c:pt idx="10215">
                  <c:v>-7029400</c:v>
                </c:pt>
                <c:pt idx="10216">
                  <c:v>-7031376</c:v>
                </c:pt>
                <c:pt idx="10217">
                  <c:v>-7032731</c:v>
                </c:pt>
                <c:pt idx="10218">
                  <c:v>-7023910</c:v>
                </c:pt>
                <c:pt idx="10219">
                  <c:v>-7029659</c:v>
                </c:pt>
                <c:pt idx="10220">
                  <c:v>-7034906</c:v>
                </c:pt>
                <c:pt idx="10221">
                  <c:v>-7033009</c:v>
                </c:pt>
                <c:pt idx="10222">
                  <c:v>-7030560</c:v>
                </c:pt>
                <c:pt idx="10223">
                  <c:v>-7028441</c:v>
                </c:pt>
                <c:pt idx="10224">
                  <c:v>-7037634</c:v>
                </c:pt>
                <c:pt idx="10225">
                  <c:v>-6989742</c:v>
                </c:pt>
                <c:pt idx="10226">
                  <c:v>-6957954</c:v>
                </c:pt>
                <c:pt idx="10227">
                  <c:v>-7038233</c:v>
                </c:pt>
                <c:pt idx="10228">
                  <c:v>-7033076</c:v>
                </c:pt>
                <c:pt idx="10229">
                  <c:v>-7035236</c:v>
                </c:pt>
                <c:pt idx="10230">
                  <c:v>-7040428</c:v>
                </c:pt>
                <c:pt idx="10231">
                  <c:v>-6957784</c:v>
                </c:pt>
                <c:pt idx="10232">
                  <c:v>-7042272</c:v>
                </c:pt>
                <c:pt idx="10233">
                  <c:v>-7041952</c:v>
                </c:pt>
                <c:pt idx="10234">
                  <c:v>-7029553</c:v>
                </c:pt>
                <c:pt idx="10235">
                  <c:v>-7071234</c:v>
                </c:pt>
                <c:pt idx="10236">
                  <c:v>-7034842</c:v>
                </c:pt>
                <c:pt idx="10237">
                  <c:v>-7041368</c:v>
                </c:pt>
                <c:pt idx="10238">
                  <c:v>-7040990</c:v>
                </c:pt>
                <c:pt idx="10239">
                  <c:v>-7035248</c:v>
                </c:pt>
                <c:pt idx="10240">
                  <c:v>-7027782</c:v>
                </c:pt>
                <c:pt idx="10241">
                  <c:v>-7101960</c:v>
                </c:pt>
                <c:pt idx="10242">
                  <c:v>-7045513</c:v>
                </c:pt>
                <c:pt idx="10243">
                  <c:v>-7029620</c:v>
                </c:pt>
                <c:pt idx="10244">
                  <c:v>-7036915</c:v>
                </c:pt>
                <c:pt idx="10245">
                  <c:v>-7011972</c:v>
                </c:pt>
                <c:pt idx="10246">
                  <c:v>-6423721</c:v>
                </c:pt>
                <c:pt idx="10247">
                  <c:v>-7189275</c:v>
                </c:pt>
                <c:pt idx="10248">
                  <c:v>-7039094</c:v>
                </c:pt>
                <c:pt idx="10249">
                  <c:v>-7043663</c:v>
                </c:pt>
                <c:pt idx="10250">
                  <c:v>-7034763</c:v>
                </c:pt>
                <c:pt idx="10251">
                  <c:v>-7072259</c:v>
                </c:pt>
                <c:pt idx="10252">
                  <c:v>-7036859</c:v>
                </c:pt>
                <c:pt idx="10253">
                  <c:v>-7022430</c:v>
                </c:pt>
                <c:pt idx="10254">
                  <c:v>-7034601</c:v>
                </c:pt>
                <c:pt idx="10255">
                  <c:v>-7027426</c:v>
                </c:pt>
                <c:pt idx="10256">
                  <c:v>-7032721</c:v>
                </c:pt>
                <c:pt idx="10257">
                  <c:v>-7136172</c:v>
                </c:pt>
                <c:pt idx="10258">
                  <c:v>-7019239</c:v>
                </c:pt>
                <c:pt idx="10259">
                  <c:v>-7026436</c:v>
                </c:pt>
                <c:pt idx="10260">
                  <c:v>-7032748</c:v>
                </c:pt>
                <c:pt idx="10261">
                  <c:v>-7030978</c:v>
                </c:pt>
                <c:pt idx="10262">
                  <c:v>-6786835</c:v>
                </c:pt>
                <c:pt idx="10263">
                  <c:v>-6931243</c:v>
                </c:pt>
                <c:pt idx="10264">
                  <c:v>-7032923</c:v>
                </c:pt>
                <c:pt idx="10265">
                  <c:v>-7029400</c:v>
                </c:pt>
                <c:pt idx="10266">
                  <c:v>-7034163</c:v>
                </c:pt>
                <c:pt idx="10267">
                  <c:v>-7022430</c:v>
                </c:pt>
                <c:pt idx="10268">
                  <c:v>-7036297</c:v>
                </c:pt>
                <c:pt idx="10269">
                  <c:v>-7033180</c:v>
                </c:pt>
                <c:pt idx="10270">
                  <c:v>-7025541</c:v>
                </c:pt>
                <c:pt idx="10271">
                  <c:v>-7110656</c:v>
                </c:pt>
                <c:pt idx="10272">
                  <c:v>-7033220</c:v>
                </c:pt>
                <c:pt idx="10273">
                  <c:v>-7036598</c:v>
                </c:pt>
                <c:pt idx="10274">
                  <c:v>-7031136</c:v>
                </c:pt>
                <c:pt idx="10275">
                  <c:v>-7031789</c:v>
                </c:pt>
                <c:pt idx="10276">
                  <c:v>-7041998</c:v>
                </c:pt>
                <c:pt idx="10277">
                  <c:v>-7028878</c:v>
                </c:pt>
                <c:pt idx="10278">
                  <c:v>-7030403</c:v>
                </c:pt>
                <c:pt idx="10279">
                  <c:v>-7025291</c:v>
                </c:pt>
                <c:pt idx="10280">
                  <c:v>-7034727</c:v>
                </c:pt>
                <c:pt idx="10281">
                  <c:v>-7040653</c:v>
                </c:pt>
                <c:pt idx="10282">
                  <c:v>-7028319</c:v>
                </c:pt>
                <c:pt idx="10283">
                  <c:v>-7041952</c:v>
                </c:pt>
                <c:pt idx="10284">
                  <c:v>-6902883</c:v>
                </c:pt>
                <c:pt idx="10285">
                  <c:v>-7026894</c:v>
                </c:pt>
                <c:pt idx="10286">
                  <c:v>-7034389</c:v>
                </c:pt>
                <c:pt idx="10287">
                  <c:v>-7035769</c:v>
                </c:pt>
                <c:pt idx="10288">
                  <c:v>-7027498</c:v>
                </c:pt>
                <c:pt idx="10289">
                  <c:v>-7038351</c:v>
                </c:pt>
                <c:pt idx="10290">
                  <c:v>-7025691</c:v>
                </c:pt>
                <c:pt idx="10291">
                  <c:v>-6434326</c:v>
                </c:pt>
                <c:pt idx="10292">
                  <c:v>-6969469</c:v>
                </c:pt>
                <c:pt idx="10293">
                  <c:v>-7022376</c:v>
                </c:pt>
                <c:pt idx="10294">
                  <c:v>-7031789</c:v>
                </c:pt>
                <c:pt idx="10295">
                  <c:v>-7025982</c:v>
                </c:pt>
                <c:pt idx="10296">
                  <c:v>-7033372</c:v>
                </c:pt>
                <c:pt idx="10297">
                  <c:v>-7025966</c:v>
                </c:pt>
                <c:pt idx="10298">
                  <c:v>-7025822</c:v>
                </c:pt>
                <c:pt idx="10299">
                  <c:v>-7038074</c:v>
                </c:pt>
                <c:pt idx="10300">
                  <c:v>-7033324</c:v>
                </c:pt>
                <c:pt idx="10301">
                  <c:v>-6726346</c:v>
                </c:pt>
                <c:pt idx="10302">
                  <c:v>-7031925</c:v>
                </c:pt>
                <c:pt idx="10303">
                  <c:v>-7028832</c:v>
                </c:pt>
                <c:pt idx="10304">
                  <c:v>-7034692</c:v>
                </c:pt>
                <c:pt idx="10305">
                  <c:v>-6786015</c:v>
                </c:pt>
                <c:pt idx="10306">
                  <c:v>-7037321</c:v>
                </c:pt>
                <c:pt idx="10307">
                  <c:v>-7038802</c:v>
                </c:pt>
                <c:pt idx="10308">
                  <c:v>-7027463</c:v>
                </c:pt>
                <c:pt idx="10309">
                  <c:v>-7030045</c:v>
                </c:pt>
                <c:pt idx="10310">
                  <c:v>-7086812</c:v>
                </c:pt>
                <c:pt idx="10311">
                  <c:v>-7049914</c:v>
                </c:pt>
                <c:pt idx="10312">
                  <c:v>-7188925</c:v>
                </c:pt>
                <c:pt idx="10313">
                  <c:v>-7039261</c:v>
                </c:pt>
                <c:pt idx="10314">
                  <c:v>-6500883</c:v>
                </c:pt>
                <c:pt idx="10315">
                  <c:v>-7050053</c:v>
                </c:pt>
                <c:pt idx="10316">
                  <c:v>-7029923</c:v>
                </c:pt>
                <c:pt idx="10317">
                  <c:v>-7031282</c:v>
                </c:pt>
                <c:pt idx="10318">
                  <c:v>-7026235</c:v>
                </c:pt>
                <c:pt idx="10319">
                  <c:v>-6501340</c:v>
                </c:pt>
                <c:pt idx="10320">
                  <c:v>-7037569</c:v>
                </c:pt>
                <c:pt idx="10321">
                  <c:v>-7137633</c:v>
                </c:pt>
                <c:pt idx="10322">
                  <c:v>-7021247</c:v>
                </c:pt>
                <c:pt idx="10323">
                  <c:v>-7024348</c:v>
                </c:pt>
                <c:pt idx="10324">
                  <c:v>-7071098</c:v>
                </c:pt>
                <c:pt idx="10325">
                  <c:v>-7033220</c:v>
                </c:pt>
                <c:pt idx="10326">
                  <c:v>-7050053</c:v>
                </c:pt>
                <c:pt idx="10327">
                  <c:v>-7029212</c:v>
                </c:pt>
                <c:pt idx="10328">
                  <c:v>-7020905</c:v>
                </c:pt>
                <c:pt idx="10329">
                  <c:v>-7025017</c:v>
                </c:pt>
                <c:pt idx="10330">
                  <c:v>-7038626</c:v>
                </c:pt>
                <c:pt idx="10331">
                  <c:v>-7022676</c:v>
                </c:pt>
                <c:pt idx="10332">
                  <c:v>-7006447</c:v>
                </c:pt>
                <c:pt idx="10333">
                  <c:v>-7031392</c:v>
                </c:pt>
                <c:pt idx="10334">
                  <c:v>-7030271</c:v>
                </c:pt>
                <c:pt idx="10335">
                  <c:v>-6957394</c:v>
                </c:pt>
                <c:pt idx="10336">
                  <c:v>-6957248</c:v>
                </c:pt>
                <c:pt idx="10337">
                  <c:v>-7034692</c:v>
                </c:pt>
                <c:pt idx="10338">
                  <c:v>-7019740</c:v>
                </c:pt>
                <c:pt idx="10339">
                  <c:v>-7035368</c:v>
                </c:pt>
                <c:pt idx="10340">
                  <c:v>-7033617</c:v>
                </c:pt>
                <c:pt idx="10341">
                  <c:v>-6748472</c:v>
                </c:pt>
                <c:pt idx="10342">
                  <c:v>-7036911</c:v>
                </c:pt>
                <c:pt idx="10343">
                  <c:v>-7038200</c:v>
                </c:pt>
                <c:pt idx="10344">
                  <c:v>-7072054</c:v>
                </c:pt>
                <c:pt idx="10345">
                  <c:v>-7033667</c:v>
                </c:pt>
                <c:pt idx="10346">
                  <c:v>-7039710</c:v>
                </c:pt>
                <c:pt idx="10347">
                  <c:v>-6425078</c:v>
                </c:pt>
                <c:pt idx="10348">
                  <c:v>-6970159</c:v>
                </c:pt>
                <c:pt idx="10349">
                  <c:v>-7026235</c:v>
                </c:pt>
                <c:pt idx="10350">
                  <c:v>-7035739</c:v>
                </c:pt>
                <c:pt idx="10351">
                  <c:v>-7036349</c:v>
                </c:pt>
                <c:pt idx="10352">
                  <c:v>-7029659</c:v>
                </c:pt>
                <c:pt idx="10353">
                  <c:v>-6754504</c:v>
                </c:pt>
                <c:pt idx="10354">
                  <c:v>-7033202</c:v>
                </c:pt>
                <c:pt idx="10355">
                  <c:v>-7037625</c:v>
                </c:pt>
                <c:pt idx="10356">
                  <c:v>-7034202</c:v>
                </c:pt>
                <c:pt idx="10357">
                  <c:v>-7056848</c:v>
                </c:pt>
                <c:pt idx="10358">
                  <c:v>-7044159</c:v>
                </c:pt>
                <c:pt idx="10359">
                  <c:v>-7049128</c:v>
                </c:pt>
                <c:pt idx="10360">
                  <c:v>-7027047</c:v>
                </c:pt>
                <c:pt idx="10361">
                  <c:v>-7044542</c:v>
                </c:pt>
                <c:pt idx="10362">
                  <c:v>-7035425</c:v>
                </c:pt>
                <c:pt idx="10363">
                  <c:v>-7042814</c:v>
                </c:pt>
                <c:pt idx="10364">
                  <c:v>-7182961</c:v>
                </c:pt>
                <c:pt idx="10365">
                  <c:v>-7031378</c:v>
                </c:pt>
                <c:pt idx="10366">
                  <c:v>-7042856</c:v>
                </c:pt>
                <c:pt idx="10367">
                  <c:v>-7032872</c:v>
                </c:pt>
                <c:pt idx="10368">
                  <c:v>-7032066</c:v>
                </c:pt>
                <c:pt idx="10369">
                  <c:v>-7026430</c:v>
                </c:pt>
                <c:pt idx="10370">
                  <c:v>-7025091</c:v>
                </c:pt>
                <c:pt idx="10371">
                  <c:v>-7024114</c:v>
                </c:pt>
                <c:pt idx="10372">
                  <c:v>-7109836</c:v>
                </c:pt>
                <c:pt idx="10373">
                  <c:v>-7031765</c:v>
                </c:pt>
                <c:pt idx="10374">
                  <c:v>-7027589</c:v>
                </c:pt>
                <c:pt idx="10375">
                  <c:v>-7042272</c:v>
                </c:pt>
                <c:pt idx="10376">
                  <c:v>-7033016</c:v>
                </c:pt>
                <c:pt idx="10377">
                  <c:v>-7038295</c:v>
                </c:pt>
                <c:pt idx="10378">
                  <c:v>-7025142</c:v>
                </c:pt>
                <c:pt idx="10379">
                  <c:v>-7036939</c:v>
                </c:pt>
                <c:pt idx="10380">
                  <c:v>-7036349</c:v>
                </c:pt>
                <c:pt idx="10381">
                  <c:v>-7038837</c:v>
                </c:pt>
                <c:pt idx="10382">
                  <c:v>-7034036</c:v>
                </c:pt>
                <c:pt idx="10383">
                  <c:v>-7034229</c:v>
                </c:pt>
                <c:pt idx="10384">
                  <c:v>-7071098</c:v>
                </c:pt>
                <c:pt idx="10385">
                  <c:v>-7030401</c:v>
                </c:pt>
                <c:pt idx="10386">
                  <c:v>-7183164</c:v>
                </c:pt>
                <c:pt idx="10387">
                  <c:v>-7032279</c:v>
                </c:pt>
                <c:pt idx="10388">
                  <c:v>-7138239</c:v>
                </c:pt>
                <c:pt idx="10389">
                  <c:v>-7029686</c:v>
                </c:pt>
                <c:pt idx="10390">
                  <c:v>-7025571</c:v>
                </c:pt>
                <c:pt idx="10391">
                  <c:v>-7040034</c:v>
                </c:pt>
                <c:pt idx="10392">
                  <c:v>-7031446</c:v>
                </c:pt>
                <c:pt idx="10393">
                  <c:v>-6424448</c:v>
                </c:pt>
                <c:pt idx="10394">
                  <c:v>-7031777</c:v>
                </c:pt>
                <c:pt idx="10395">
                  <c:v>-7135599</c:v>
                </c:pt>
                <c:pt idx="10396">
                  <c:v>-7034193</c:v>
                </c:pt>
                <c:pt idx="10397">
                  <c:v>-7038004</c:v>
                </c:pt>
                <c:pt idx="10398">
                  <c:v>-6787933</c:v>
                </c:pt>
                <c:pt idx="10399">
                  <c:v>-7027315</c:v>
                </c:pt>
                <c:pt idx="10400">
                  <c:v>-7136447</c:v>
                </c:pt>
                <c:pt idx="10401">
                  <c:v>-7003047</c:v>
                </c:pt>
                <c:pt idx="10402">
                  <c:v>-7039214</c:v>
                </c:pt>
                <c:pt idx="10403">
                  <c:v>-7031664</c:v>
                </c:pt>
                <c:pt idx="10404">
                  <c:v>-6969789</c:v>
                </c:pt>
                <c:pt idx="10405">
                  <c:v>-7028378</c:v>
                </c:pt>
                <c:pt idx="10406">
                  <c:v>-7043797</c:v>
                </c:pt>
                <c:pt idx="10407">
                  <c:v>-7138239</c:v>
                </c:pt>
                <c:pt idx="10408">
                  <c:v>-7029553</c:v>
                </c:pt>
                <c:pt idx="10409">
                  <c:v>-7036221</c:v>
                </c:pt>
                <c:pt idx="10410">
                  <c:v>-7036054</c:v>
                </c:pt>
                <c:pt idx="10411">
                  <c:v>-7012451</c:v>
                </c:pt>
                <c:pt idx="10412">
                  <c:v>-7040092</c:v>
                </c:pt>
                <c:pt idx="10413">
                  <c:v>-7111236</c:v>
                </c:pt>
                <c:pt idx="10414">
                  <c:v>-7028633</c:v>
                </c:pt>
                <c:pt idx="10415">
                  <c:v>-6501212</c:v>
                </c:pt>
                <c:pt idx="10416">
                  <c:v>-7034053</c:v>
                </c:pt>
                <c:pt idx="10417">
                  <c:v>-7034710</c:v>
                </c:pt>
                <c:pt idx="10418">
                  <c:v>-7032986</c:v>
                </c:pt>
                <c:pt idx="10419">
                  <c:v>-7040698</c:v>
                </c:pt>
                <c:pt idx="10420">
                  <c:v>-7030408</c:v>
                </c:pt>
                <c:pt idx="10421">
                  <c:v>-7072364</c:v>
                </c:pt>
                <c:pt idx="10422">
                  <c:v>-7041871</c:v>
                </c:pt>
                <c:pt idx="10423">
                  <c:v>-7024628</c:v>
                </c:pt>
                <c:pt idx="10424">
                  <c:v>-6434326</c:v>
                </c:pt>
                <c:pt idx="10425">
                  <c:v>-7028378</c:v>
                </c:pt>
                <c:pt idx="10426">
                  <c:v>-7021235</c:v>
                </c:pt>
                <c:pt idx="10427">
                  <c:v>-7034855</c:v>
                </c:pt>
                <c:pt idx="10428">
                  <c:v>-6786991</c:v>
                </c:pt>
                <c:pt idx="10429">
                  <c:v>-7026244</c:v>
                </c:pt>
                <c:pt idx="10430">
                  <c:v>-7036410</c:v>
                </c:pt>
                <c:pt idx="10431">
                  <c:v>-7040698</c:v>
                </c:pt>
                <c:pt idx="10432">
                  <c:v>-7094209</c:v>
                </c:pt>
                <c:pt idx="10433">
                  <c:v>-7105379</c:v>
                </c:pt>
                <c:pt idx="10434">
                  <c:v>-7119970</c:v>
                </c:pt>
                <c:pt idx="10435">
                  <c:v>-7035086</c:v>
                </c:pt>
                <c:pt idx="10436">
                  <c:v>-7024527</c:v>
                </c:pt>
                <c:pt idx="10437">
                  <c:v>-7035086</c:v>
                </c:pt>
                <c:pt idx="10438">
                  <c:v>-7013021</c:v>
                </c:pt>
                <c:pt idx="10439">
                  <c:v>-7023461</c:v>
                </c:pt>
                <c:pt idx="10440">
                  <c:v>-7025495</c:v>
                </c:pt>
                <c:pt idx="10441">
                  <c:v>-7589280</c:v>
                </c:pt>
                <c:pt idx="10442">
                  <c:v>-7027234</c:v>
                </c:pt>
                <c:pt idx="10443">
                  <c:v>-7033599</c:v>
                </c:pt>
                <c:pt idx="10444">
                  <c:v>-7034727</c:v>
                </c:pt>
                <c:pt idx="10445">
                  <c:v>-6500654</c:v>
                </c:pt>
                <c:pt idx="10446">
                  <c:v>-7032920</c:v>
                </c:pt>
                <c:pt idx="10447">
                  <c:v>-7032266</c:v>
                </c:pt>
                <c:pt idx="10448">
                  <c:v>-7020642</c:v>
                </c:pt>
                <c:pt idx="10449">
                  <c:v>-6785814</c:v>
                </c:pt>
                <c:pt idx="10450">
                  <c:v>-7040206</c:v>
                </c:pt>
                <c:pt idx="10451">
                  <c:v>-7034906</c:v>
                </c:pt>
                <c:pt idx="10452">
                  <c:v>-7031022</c:v>
                </c:pt>
                <c:pt idx="10453">
                  <c:v>-7027301</c:v>
                </c:pt>
                <c:pt idx="10454">
                  <c:v>-7034357</c:v>
                </c:pt>
                <c:pt idx="10455">
                  <c:v>-7070458</c:v>
                </c:pt>
                <c:pt idx="10456">
                  <c:v>-7029620</c:v>
                </c:pt>
                <c:pt idx="10457">
                  <c:v>-7030154</c:v>
                </c:pt>
                <c:pt idx="10458">
                  <c:v>-7034229</c:v>
                </c:pt>
                <c:pt idx="10459">
                  <c:v>-7032647</c:v>
                </c:pt>
                <c:pt idx="10460">
                  <c:v>-7033104</c:v>
                </c:pt>
                <c:pt idx="10461">
                  <c:v>-6785951</c:v>
                </c:pt>
                <c:pt idx="10462">
                  <c:v>-7023216</c:v>
                </c:pt>
                <c:pt idx="10463">
                  <c:v>-7024936</c:v>
                </c:pt>
                <c:pt idx="10464">
                  <c:v>-7026594</c:v>
                </c:pt>
                <c:pt idx="10465">
                  <c:v>-7026226</c:v>
                </c:pt>
                <c:pt idx="10466">
                  <c:v>-7109257</c:v>
                </c:pt>
                <c:pt idx="10467">
                  <c:v>-7042869</c:v>
                </c:pt>
                <c:pt idx="10468">
                  <c:v>-7072110</c:v>
                </c:pt>
                <c:pt idx="10469">
                  <c:v>-7037321</c:v>
                </c:pt>
                <c:pt idx="10470">
                  <c:v>-7035823</c:v>
                </c:pt>
                <c:pt idx="10471">
                  <c:v>-6786978</c:v>
                </c:pt>
                <c:pt idx="10472">
                  <c:v>-7026334</c:v>
                </c:pt>
                <c:pt idx="10473">
                  <c:v>-7027787</c:v>
                </c:pt>
                <c:pt idx="10474">
                  <c:v>-7071049</c:v>
                </c:pt>
                <c:pt idx="10475">
                  <c:v>-7030944</c:v>
                </c:pt>
                <c:pt idx="10476">
                  <c:v>-7030257</c:v>
                </c:pt>
                <c:pt idx="10477">
                  <c:v>-7040049</c:v>
                </c:pt>
                <c:pt idx="10478">
                  <c:v>-7027697</c:v>
                </c:pt>
                <c:pt idx="10479">
                  <c:v>-6970962</c:v>
                </c:pt>
                <c:pt idx="10480">
                  <c:v>-7026840</c:v>
                </c:pt>
                <c:pt idx="10481">
                  <c:v>-7030181</c:v>
                </c:pt>
                <c:pt idx="10482">
                  <c:v>-7038425</c:v>
                </c:pt>
                <c:pt idx="10483">
                  <c:v>-7029732</c:v>
                </c:pt>
                <c:pt idx="10484">
                  <c:v>-7114130</c:v>
                </c:pt>
                <c:pt idx="10485">
                  <c:v>-7030977</c:v>
                </c:pt>
                <c:pt idx="10486">
                  <c:v>-7027821</c:v>
                </c:pt>
                <c:pt idx="10487">
                  <c:v>-7024818</c:v>
                </c:pt>
                <c:pt idx="10488">
                  <c:v>-7040641</c:v>
                </c:pt>
                <c:pt idx="10489">
                  <c:v>-7033095</c:v>
                </c:pt>
                <c:pt idx="10490">
                  <c:v>-7027059</c:v>
                </c:pt>
                <c:pt idx="10491">
                  <c:v>-6904820</c:v>
                </c:pt>
                <c:pt idx="10492">
                  <c:v>-7040206</c:v>
                </c:pt>
                <c:pt idx="10493">
                  <c:v>-7030360</c:v>
                </c:pt>
                <c:pt idx="10494">
                  <c:v>-7071234</c:v>
                </c:pt>
                <c:pt idx="10495">
                  <c:v>-7022328</c:v>
                </c:pt>
                <c:pt idx="10496">
                  <c:v>-6433686</c:v>
                </c:pt>
                <c:pt idx="10497">
                  <c:v>-6980587</c:v>
                </c:pt>
                <c:pt idx="10498">
                  <c:v>-7025596</c:v>
                </c:pt>
                <c:pt idx="10499">
                  <c:v>-6502100</c:v>
                </c:pt>
                <c:pt idx="10500">
                  <c:v>-7030154</c:v>
                </c:pt>
                <c:pt idx="10501">
                  <c:v>-6893609</c:v>
                </c:pt>
                <c:pt idx="10502">
                  <c:v>-7029691</c:v>
                </c:pt>
                <c:pt idx="10503">
                  <c:v>-7033450</c:v>
                </c:pt>
                <c:pt idx="10504">
                  <c:v>-6905273</c:v>
                </c:pt>
                <c:pt idx="10505">
                  <c:v>-7020135</c:v>
                </c:pt>
                <c:pt idx="10506">
                  <c:v>-7025458</c:v>
                </c:pt>
                <c:pt idx="10507">
                  <c:v>-7034842</c:v>
                </c:pt>
                <c:pt idx="10508">
                  <c:v>-7104840</c:v>
                </c:pt>
                <c:pt idx="10509">
                  <c:v>-7031552</c:v>
                </c:pt>
                <c:pt idx="10510">
                  <c:v>-7038386</c:v>
                </c:pt>
                <c:pt idx="10511">
                  <c:v>-7029577</c:v>
                </c:pt>
                <c:pt idx="10512">
                  <c:v>-7036644</c:v>
                </c:pt>
                <c:pt idx="10513">
                  <c:v>-7027242</c:v>
                </c:pt>
                <c:pt idx="10514">
                  <c:v>-7031446</c:v>
                </c:pt>
                <c:pt idx="10515">
                  <c:v>-7044053</c:v>
                </c:pt>
                <c:pt idx="10516">
                  <c:v>-7033791</c:v>
                </c:pt>
                <c:pt idx="10517">
                  <c:v>-7110663</c:v>
                </c:pt>
                <c:pt idx="10518">
                  <c:v>-7039857</c:v>
                </c:pt>
                <c:pt idx="10519">
                  <c:v>-7033009</c:v>
                </c:pt>
                <c:pt idx="10520">
                  <c:v>-7042736</c:v>
                </c:pt>
                <c:pt idx="10521">
                  <c:v>-7031392</c:v>
                </c:pt>
                <c:pt idx="10522">
                  <c:v>-7030560</c:v>
                </c:pt>
                <c:pt idx="10523">
                  <c:v>-7031282</c:v>
                </c:pt>
                <c:pt idx="10524">
                  <c:v>-7032923</c:v>
                </c:pt>
                <c:pt idx="10525">
                  <c:v>-7026815</c:v>
                </c:pt>
                <c:pt idx="10526">
                  <c:v>-7136112</c:v>
                </c:pt>
                <c:pt idx="10527">
                  <c:v>-7021628</c:v>
                </c:pt>
                <c:pt idx="10528">
                  <c:v>-7066634</c:v>
                </c:pt>
                <c:pt idx="10529">
                  <c:v>-7026381</c:v>
                </c:pt>
                <c:pt idx="10530">
                  <c:v>-7025644</c:v>
                </c:pt>
                <c:pt idx="10531">
                  <c:v>-7011848</c:v>
                </c:pt>
                <c:pt idx="10532">
                  <c:v>-7027463</c:v>
                </c:pt>
                <c:pt idx="10533">
                  <c:v>-7043386</c:v>
                </c:pt>
                <c:pt idx="10534">
                  <c:v>-7038200</c:v>
                </c:pt>
                <c:pt idx="10535">
                  <c:v>-7027809</c:v>
                </c:pt>
                <c:pt idx="10536">
                  <c:v>-7033095</c:v>
                </c:pt>
                <c:pt idx="10537">
                  <c:v>-7041368</c:v>
                </c:pt>
                <c:pt idx="10538">
                  <c:v>-7038074</c:v>
                </c:pt>
                <c:pt idx="10539">
                  <c:v>-7039056</c:v>
                </c:pt>
                <c:pt idx="10540">
                  <c:v>-7054436</c:v>
                </c:pt>
                <c:pt idx="10541">
                  <c:v>-6433686</c:v>
                </c:pt>
                <c:pt idx="10542">
                  <c:v>-6433513</c:v>
                </c:pt>
                <c:pt idx="10543">
                  <c:v>-7041088</c:v>
                </c:pt>
                <c:pt idx="10544">
                  <c:v>-6787359</c:v>
                </c:pt>
                <c:pt idx="10545">
                  <c:v>-7055988</c:v>
                </c:pt>
                <c:pt idx="10546">
                  <c:v>-7038145</c:v>
                </c:pt>
                <c:pt idx="10547">
                  <c:v>-7026194</c:v>
                </c:pt>
                <c:pt idx="10548">
                  <c:v>-7071829</c:v>
                </c:pt>
                <c:pt idx="10549">
                  <c:v>-7025596</c:v>
                </c:pt>
                <c:pt idx="10550">
                  <c:v>-6435105</c:v>
                </c:pt>
                <c:pt idx="10551">
                  <c:v>-7026281</c:v>
                </c:pt>
                <c:pt idx="10552">
                  <c:v>-7032731</c:v>
                </c:pt>
                <c:pt idx="10553">
                  <c:v>-7027659</c:v>
                </c:pt>
                <c:pt idx="10554">
                  <c:v>-7023490</c:v>
                </c:pt>
                <c:pt idx="10555">
                  <c:v>-7024669</c:v>
                </c:pt>
                <c:pt idx="10556">
                  <c:v>-7025771</c:v>
                </c:pt>
                <c:pt idx="10557">
                  <c:v>-7032558</c:v>
                </c:pt>
                <c:pt idx="10558">
                  <c:v>-7038640</c:v>
                </c:pt>
                <c:pt idx="10559">
                  <c:v>-7027697</c:v>
                </c:pt>
                <c:pt idx="10560">
                  <c:v>-7020135</c:v>
                </c:pt>
                <c:pt idx="10561">
                  <c:v>-7136112</c:v>
                </c:pt>
                <c:pt idx="10562">
                  <c:v>-7026577</c:v>
                </c:pt>
                <c:pt idx="10563">
                  <c:v>-7029028</c:v>
                </c:pt>
                <c:pt idx="10564">
                  <c:v>-7031925</c:v>
                </c:pt>
                <c:pt idx="10565">
                  <c:v>-7034250</c:v>
                </c:pt>
                <c:pt idx="10566">
                  <c:v>-7057808</c:v>
                </c:pt>
                <c:pt idx="10567">
                  <c:v>-7030326</c:v>
                </c:pt>
                <c:pt idx="10568">
                  <c:v>-7034899</c:v>
                </c:pt>
                <c:pt idx="10569">
                  <c:v>-7039214</c:v>
                </c:pt>
                <c:pt idx="10570">
                  <c:v>-7026699</c:v>
                </c:pt>
                <c:pt idx="10571">
                  <c:v>-7036940</c:v>
                </c:pt>
                <c:pt idx="10572">
                  <c:v>-7587034</c:v>
                </c:pt>
                <c:pt idx="10573">
                  <c:v>-7026894</c:v>
                </c:pt>
                <c:pt idx="10574">
                  <c:v>-7023551</c:v>
                </c:pt>
                <c:pt idx="10575">
                  <c:v>-7026853</c:v>
                </c:pt>
                <c:pt idx="10576">
                  <c:v>-7029028</c:v>
                </c:pt>
                <c:pt idx="10577">
                  <c:v>-6787300</c:v>
                </c:pt>
                <c:pt idx="10578">
                  <c:v>-7041871</c:v>
                </c:pt>
                <c:pt idx="10579">
                  <c:v>-7044493</c:v>
                </c:pt>
                <c:pt idx="10580">
                  <c:v>-7034202</c:v>
                </c:pt>
                <c:pt idx="10581">
                  <c:v>-6785891</c:v>
                </c:pt>
                <c:pt idx="10582">
                  <c:v>-7034711</c:v>
                </c:pt>
                <c:pt idx="10583">
                  <c:v>-7119476</c:v>
                </c:pt>
                <c:pt idx="10584">
                  <c:v>-7029967</c:v>
                </c:pt>
                <c:pt idx="10585">
                  <c:v>-7021628</c:v>
                </c:pt>
                <c:pt idx="10586">
                  <c:v>-7023327</c:v>
                </c:pt>
                <c:pt idx="10587">
                  <c:v>-7081496</c:v>
                </c:pt>
                <c:pt idx="10588">
                  <c:v>-7037699</c:v>
                </c:pt>
                <c:pt idx="10589">
                  <c:v>-7028872</c:v>
                </c:pt>
                <c:pt idx="10590">
                  <c:v>-7070568</c:v>
                </c:pt>
                <c:pt idx="10591">
                  <c:v>-7030757</c:v>
                </c:pt>
                <c:pt idx="10592">
                  <c:v>-7030514</c:v>
                </c:pt>
                <c:pt idx="10593">
                  <c:v>-7027359</c:v>
                </c:pt>
                <c:pt idx="10594">
                  <c:v>-7030383</c:v>
                </c:pt>
                <c:pt idx="10595">
                  <c:v>-7034193</c:v>
                </c:pt>
                <c:pt idx="10596">
                  <c:v>-7031691</c:v>
                </c:pt>
                <c:pt idx="10597">
                  <c:v>-7029055</c:v>
                </c:pt>
                <c:pt idx="10598">
                  <c:v>-7039066</c:v>
                </c:pt>
                <c:pt idx="10599">
                  <c:v>-7024447</c:v>
                </c:pt>
                <c:pt idx="10600">
                  <c:v>-7044844</c:v>
                </c:pt>
                <c:pt idx="10601">
                  <c:v>-7031050</c:v>
                </c:pt>
                <c:pt idx="10602">
                  <c:v>-7038807</c:v>
                </c:pt>
                <c:pt idx="10603">
                  <c:v>-7041729</c:v>
                </c:pt>
                <c:pt idx="10604">
                  <c:v>-7035474</c:v>
                </c:pt>
                <c:pt idx="10605">
                  <c:v>-7028441</c:v>
                </c:pt>
                <c:pt idx="10606">
                  <c:v>-7029686</c:v>
                </c:pt>
                <c:pt idx="10607">
                  <c:v>-7037569</c:v>
                </c:pt>
                <c:pt idx="10608">
                  <c:v>-7035975</c:v>
                </c:pt>
                <c:pt idx="10609">
                  <c:v>-7029330</c:v>
                </c:pt>
                <c:pt idx="10610">
                  <c:v>-7028820</c:v>
                </c:pt>
                <c:pt idx="10611">
                  <c:v>-7028041</c:v>
                </c:pt>
                <c:pt idx="10612">
                  <c:v>-7040981</c:v>
                </c:pt>
                <c:pt idx="10613">
                  <c:v>-6968925</c:v>
                </c:pt>
                <c:pt idx="10614">
                  <c:v>-6982159</c:v>
                </c:pt>
                <c:pt idx="10615">
                  <c:v>-7041292</c:v>
                </c:pt>
                <c:pt idx="10616">
                  <c:v>-7030181</c:v>
                </c:pt>
                <c:pt idx="10617">
                  <c:v>-7030257</c:v>
                </c:pt>
                <c:pt idx="10618">
                  <c:v>-7025348</c:v>
                </c:pt>
                <c:pt idx="10619">
                  <c:v>-7101966</c:v>
                </c:pt>
                <c:pt idx="10620">
                  <c:v>-7034182</c:v>
                </c:pt>
                <c:pt idx="10621">
                  <c:v>-7035739</c:v>
                </c:pt>
                <c:pt idx="10622">
                  <c:v>-7026187</c:v>
                </c:pt>
                <c:pt idx="10623">
                  <c:v>-7022758</c:v>
                </c:pt>
                <c:pt idx="10624">
                  <c:v>-7026254</c:v>
                </c:pt>
                <c:pt idx="10625">
                  <c:v>-7042921</c:v>
                </c:pt>
                <c:pt idx="10626">
                  <c:v>-7036958</c:v>
                </c:pt>
                <c:pt idx="10627">
                  <c:v>-7025382</c:v>
                </c:pt>
                <c:pt idx="10628">
                  <c:v>-7026546</c:v>
                </c:pt>
                <c:pt idx="10629">
                  <c:v>-7030944</c:v>
                </c:pt>
                <c:pt idx="10630">
                  <c:v>-7035262</c:v>
                </c:pt>
                <c:pt idx="10631">
                  <c:v>-7037861</c:v>
                </c:pt>
                <c:pt idx="10632">
                  <c:v>-7027047</c:v>
                </c:pt>
                <c:pt idx="10633">
                  <c:v>-7027234</c:v>
                </c:pt>
                <c:pt idx="10634">
                  <c:v>-7038837</c:v>
                </c:pt>
                <c:pt idx="10635">
                  <c:v>-7039261</c:v>
                </c:pt>
                <c:pt idx="10636">
                  <c:v>-7034027</c:v>
                </c:pt>
                <c:pt idx="10637">
                  <c:v>-7094204</c:v>
                </c:pt>
                <c:pt idx="10638">
                  <c:v>-7034250</c:v>
                </c:pt>
                <c:pt idx="10639">
                  <c:v>-7033202</c:v>
                </c:pt>
                <c:pt idx="10640">
                  <c:v>-7035421</c:v>
                </c:pt>
                <c:pt idx="10641">
                  <c:v>-7030963</c:v>
                </c:pt>
                <c:pt idx="10642">
                  <c:v>-7049016</c:v>
                </c:pt>
                <c:pt idx="10643">
                  <c:v>-6958144</c:v>
                </c:pt>
                <c:pt idx="10644">
                  <c:v>-7055661</c:v>
                </c:pt>
                <c:pt idx="10645">
                  <c:v>-7059643</c:v>
                </c:pt>
                <c:pt idx="10646">
                  <c:v>-7032816</c:v>
                </c:pt>
                <c:pt idx="10647">
                  <c:v>-7028228</c:v>
                </c:pt>
                <c:pt idx="10648">
                  <c:v>-6904387</c:v>
                </c:pt>
                <c:pt idx="10649">
                  <c:v>-7025778</c:v>
                </c:pt>
                <c:pt idx="10650">
                  <c:v>-7029977</c:v>
                </c:pt>
                <c:pt idx="10651">
                  <c:v>-7042962</c:v>
                </c:pt>
                <c:pt idx="10652">
                  <c:v>-7034647</c:v>
                </c:pt>
                <c:pt idx="10653">
                  <c:v>-7027979</c:v>
                </c:pt>
                <c:pt idx="10654">
                  <c:v>-7038937</c:v>
                </c:pt>
                <c:pt idx="10655">
                  <c:v>-7043127</c:v>
                </c:pt>
                <c:pt idx="10656">
                  <c:v>-7034036</c:v>
                </c:pt>
                <c:pt idx="10657">
                  <c:v>-7036598</c:v>
                </c:pt>
                <c:pt idx="10658">
                  <c:v>-7035210</c:v>
                </c:pt>
                <c:pt idx="10659">
                  <c:v>-6502100</c:v>
                </c:pt>
                <c:pt idx="10660">
                  <c:v>-7787710</c:v>
                </c:pt>
                <c:pt idx="10661">
                  <c:v>-7032920</c:v>
                </c:pt>
                <c:pt idx="10662">
                  <c:v>-7027196</c:v>
                </c:pt>
                <c:pt idx="10663">
                  <c:v>-7022512</c:v>
                </c:pt>
                <c:pt idx="10664">
                  <c:v>-7043039</c:v>
                </c:pt>
                <c:pt idx="10665">
                  <c:v>-7031559</c:v>
                </c:pt>
                <c:pt idx="10666">
                  <c:v>-7026815</c:v>
                </c:pt>
                <c:pt idx="10667">
                  <c:v>-7034053</c:v>
                </c:pt>
                <c:pt idx="10668">
                  <c:v>-7040623</c:v>
                </c:pt>
                <c:pt idx="10669">
                  <c:v>-7033973</c:v>
                </c:pt>
                <c:pt idx="10670">
                  <c:v>-7094108</c:v>
                </c:pt>
                <c:pt idx="10671">
                  <c:v>-7039475</c:v>
                </c:pt>
                <c:pt idx="10672">
                  <c:v>-7120163</c:v>
                </c:pt>
                <c:pt idx="10673">
                  <c:v>-7032872</c:v>
                </c:pt>
                <c:pt idx="10674">
                  <c:v>-7014668</c:v>
                </c:pt>
                <c:pt idx="10675">
                  <c:v>-7049914</c:v>
                </c:pt>
                <c:pt idx="10676">
                  <c:v>-7032807</c:v>
                </c:pt>
                <c:pt idx="10677">
                  <c:v>-7012582</c:v>
                </c:pt>
                <c:pt idx="10678">
                  <c:v>-7031337</c:v>
                </c:pt>
                <c:pt idx="10679">
                  <c:v>-6501340</c:v>
                </c:pt>
                <c:pt idx="10680">
                  <c:v>-7049128</c:v>
                </c:pt>
                <c:pt idx="10681">
                  <c:v>-7026698</c:v>
                </c:pt>
                <c:pt idx="10682">
                  <c:v>-7048818</c:v>
                </c:pt>
                <c:pt idx="10683">
                  <c:v>-7034389</c:v>
                </c:pt>
                <c:pt idx="10684">
                  <c:v>-7025643</c:v>
                </c:pt>
                <c:pt idx="10685">
                  <c:v>-7034711</c:v>
                </c:pt>
                <c:pt idx="10686">
                  <c:v>-7036958</c:v>
                </c:pt>
                <c:pt idx="10687">
                  <c:v>-7030500</c:v>
                </c:pt>
                <c:pt idx="10688">
                  <c:v>-7029212</c:v>
                </c:pt>
                <c:pt idx="10689">
                  <c:v>-7031038</c:v>
                </c:pt>
                <c:pt idx="10690">
                  <c:v>-7136238</c:v>
                </c:pt>
                <c:pt idx="10691">
                  <c:v>-7035236</c:v>
                </c:pt>
                <c:pt idx="10692">
                  <c:v>-7071452</c:v>
                </c:pt>
                <c:pt idx="10693">
                  <c:v>-7030977</c:v>
                </c:pt>
                <c:pt idx="10694">
                  <c:v>-7024577</c:v>
                </c:pt>
                <c:pt idx="10695">
                  <c:v>-7120313</c:v>
                </c:pt>
                <c:pt idx="10696">
                  <c:v>-7030566</c:v>
                </c:pt>
                <c:pt idx="10697">
                  <c:v>-7028878</c:v>
                </c:pt>
                <c:pt idx="10698">
                  <c:v>-7045513</c:v>
                </c:pt>
                <c:pt idx="10699">
                  <c:v>-7033450</c:v>
                </c:pt>
                <c:pt idx="10700">
                  <c:v>-7045612</c:v>
                </c:pt>
                <c:pt idx="10701">
                  <c:v>-7031559</c:v>
                </c:pt>
                <c:pt idx="10702">
                  <c:v>-7028521</c:v>
                </c:pt>
                <c:pt idx="10703">
                  <c:v>-7066634</c:v>
                </c:pt>
                <c:pt idx="10704">
                  <c:v>-6786024</c:v>
                </c:pt>
                <c:pt idx="10705">
                  <c:v>-7189275</c:v>
                </c:pt>
                <c:pt idx="10706">
                  <c:v>-7042012</c:v>
                </c:pt>
                <c:pt idx="10707">
                  <c:v>-7035262</c:v>
                </c:pt>
                <c:pt idx="10708">
                  <c:v>-7057591</c:v>
                </c:pt>
                <c:pt idx="10709">
                  <c:v>-7024641</c:v>
                </c:pt>
                <c:pt idx="10710">
                  <c:v>-7032558</c:v>
                </c:pt>
                <c:pt idx="10711">
                  <c:v>-7057958</c:v>
                </c:pt>
                <c:pt idx="10712">
                  <c:v>-7033016</c:v>
                </c:pt>
                <c:pt idx="10713">
                  <c:v>-7136447</c:v>
                </c:pt>
                <c:pt idx="10714">
                  <c:v>-7107514</c:v>
                </c:pt>
                <c:pt idx="10715">
                  <c:v>-7030978</c:v>
                </c:pt>
                <c:pt idx="10716">
                  <c:v>-7033180</c:v>
                </c:pt>
                <c:pt idx="10717">
                  <c:v>-7113686</c:v>
                </c:pt>
                <c:pt idx="10718">
                  <c:v>-7031392</c:v>
                </c:pt>
                <c:pt idx="10719">
                  <c:v>-7043716</c:v>
                </c:pt>
                <c:pt idx="10720">
                  <c:v>-7044601</c:v>
                </c:pt>
                <c:pt idx="10721">
                  <c:v>-7035949</c:v>
                </c:pt>
                <c:pt idx="10722">
                  <c:v>-7035147</c:v>
                </c:pt>
                <c:pt idx="10723">
                  <c:v>-7035474</c:v>
                </c:pt>
                <c:pt idx="10724">
                  <c:v>-7010172</c:v>
                </c:pt>
                <c:pt idx="10725">
                  <c:v>-7136238</c:v>
                </c:pt>
                <c:pt idx="10726">
                  <c:v>-7037522</c:v>
                </c:pt>
                <c:pt idx="10727">
                  <c:v>-7107524</c:v>
                </c:pt>
                <c:pt idx="10728">
                  <c:v>-7027601</c:v>
                </c:pt>
                <c:pt idx="10729">
                  <c:v>-7038771</c:v>
                </c:pt>
                <c:pt idx="10730">
                  <c:v>-7031038</c:v>
                </c:pt>
                <c:pt idx="10731">
                  <c:v>-7040981</c:v>
                </c:pt>
                <c:pt idx="10732">
                  <c:v>-7024815</c:v>
                </c:pt>
                <c:pt idx="10733">
                  <c:v>-7036749</c:v>
                </c:pt>
                <c:pt idx="10734">
                  <c:v>-7511925</c:v>
                </c:pt>
                <c:pt idx="10735">
                  <c:v>-7034489</c:v>
                </c:pt>
                <c:pt idx="10736">
                  <c:v>-7055477</c:v>
                </c:pt>
                <c:pt idx="10737">
                  <c:v>-6754227</c:v>
                </c:pt>
                <c:pt idx="10738">
                  <c:v>-7031022</c:v>
                </c:pt>
                <c:pt idx="10739">
                  <c:v>-7057591</c:v>
                </c:pt>
                <c:pt idx="10740">
                  <c:v>-7043434</c:v>
                </c:pt>
                <c:pt idx="10741">
                  <c:v>-7012582</c:v>
                </c:pt>
                <c:pt idx="10742">
                  <c:v>-7042012</c:v>
                </c:pt>
                <c:pt idx="10743">
                  <c:v>-7183184</c:v>
                </c:pt>
                <c:pt idx="10744">
                  <c:v>-7023182</c:v>
                </c:pt>
                <c:pt idx="10745">
                  <c:v>-7180051</c:v>
                </c:pt>
                <c:pt idx="10746">
                  <c:v>-7517145</c:v>
                </c:pt>
                <c:pt idx="10747">
                  <c:v>-7225774</c:v>
                </c:pt>
                <c:pt idx="10748">
                  <c:v>-7512894</c:v>
                </c:pt>
                <c:pt idx="10749">
                  <c:v>-7156561</c:v>
                </c:pt>
                <c:pt idx="10750">
                  <c:v>-7292850</c:v>
                </c:pt>
                <c:pt idx="10751">
                  <c:v>-7234485</c:v>
                </c:pt>
                <c:pt idx="10752">
                  <c:v>-7428912</c:v>
                </c:pt>
                <c:pt idx="10753">
                  <c:v>-7438695</c:v>
                </c:pt>
                <c:pt idx="10754">
                  <c:v>-7131336</c:v>
                </c:pt>
                <c:pt idx="10755">
                  <c:v>-7118021</c:v>
                </c:pt>
                <c:pt idx="10756">
                  <c:v>-7503408</c:v>
                </c:pt>
                <c:pt idx="10757">
                  <c:v>-7354241</c:v>
                </c:pt>
                <c:pt idx="10758">
                  <c:v>-7273507</c:v>
                </c:pt>
                <c:pt idx="10759">
                  <c:v>-7262953</c:v>
                </c:pt>
                <c:pt idx="10760">
                  <c:v>-7309067</c:v>
                </c:pt>
                <c:pt idx="10761">
                  <c:v>-7339168</c:v>
                </c:pt>
                <c:pt idx="10762">
                  <c:v>-7339643</c:v>
                </c:pt>
                <c:pt idx="10763">
                  <c:v>-7509399</c:v>
                </c:pt>
                <c:pt idx="10764">
                  <c:v>-7424329</c:v>
                </c:pt>
                <c:pt idx="10765">
                  <c:v>-7429019</c:v>
                </c:pt>
                <c:pt idx="10766">
                  <c:v>-7242922</c:v>
                </c:pt>
                <c:pt idx="10767">
                  <c:v>-7467335</c:v>
                </c:pt>
                <c:pt idx="10768">
                  <c:v>-7431543</c:v>
                </c:pt>
                <c:pt idx="10769">
                  <c:v>-7503500</c:v>
                </c:pt>
                <c:pt idx="10770">
                  <c:v>-7270743</c:v>
                </c:pt>
                <c:pt idx="10771">
                  <c:v>-7128819</c:v>
                </c:pt>
                <c:pt idx="10772">
                  <c:v>-7431491</c:v>
                </c:pt>
                <c:pt idx="10773">
                  <c:v>-7087662</c:v>
                </c:pt>
                <c:pt idx="10774">
                  <c:v>-7419074</c:v>
                </c:pt>
                <c:pt idx="10775">
                  <c:v>-7235310</c:v>
                </c:pt>
                <c:pt idx="10776">
                  <c:v>-7156735</c:v>
                </c:pt>
                <c:pt idx="10777">
                  <c:v>-7326290</c:v>
                </c:pt>
                <c:pt idx="10778">
                  <c:v>-7417770</c:v>
                </c:pt>
                <c:pt idx="10779">
                  <c:v>-7420769</c:v>
                </c:pt>
                <c:pt idx="10780">
                  <c:v>-7234246</c:v>
                </c:pt>
                <c:pt idx="10781">
                  <c:v>-7315934</c:v>
                </c:pt>
                <c:pt idx="10782">
                  <c:v>-7450385</c:v>
                </c:pt>
                <c:pt idx="10783">
                  <c:v>-7379268</c:v>
                </c:pt>
                <c:pt idx="10784">
                  <c:v>-7256920</c:v>
                </c:pt>
                <c:pt idx="10785">
                  <c:v>-7456653</c:v>
                </c:pt>
                <c:pt idx="10786">
                  <c:v>-7376826</c:v>
                </c:pt>
                <c:pt idx="10787">
                  <c:v>-7351377</c:v>
                </c:pt>
                <c:pt idx="10788">
                  <c:v>-7235707</c:v>
                </c:pt>
                <c:pt idx="10789">
                  <c:v>-7280296</c:v>
                </c:pt>
                <c:pt idx="10790">
                  <c:v>-7513780</c:v>
                </c:pt>
                <c:pt idx="10791">
                  <c:v>-7431412</c:v>
                </c:pt>
                <c:pt idx="10792">
                  <c:v>-7448215</c:v>
                </c:pt>
                <c:pt idx="10793">
                  <c:v>-7419089</c:v>
                </c:pt>
                <c:pt idx="10794">
                  <c:v>-7288455</c:v>
                </c:pt>
                <c:pt idx="10795">
                  <c:v>-7290226</c:v>
                </c:pt>
                <c:pt idx="10796">
                  <c:v>-7514492</c:v>
                </c:pt>
                <c:pt idx="10797">
                  <c:v>-7418399</c:v>
                </c:pt>
                <c:pt idx="10798">
                  <c:v>-7513779</c:v>
                </c:pt>
                <c:pt idx="10799">
                  <c:v>-7307861</c:v>
                </c:pt>
                <c:pt idx="10800">
                  <c:v>-7347899</c:v>
                </c:pt>
                <c:pt idx="10801">
                  <c:v>-7300118</c:v>
                </c:pt>
                <c:pt idx="10802">
                  <c:v>-7340868</c:v>
                </c:pt>
                <c:pt idx="10803">
                  <c:v>-7428605</c:v>
                </c:pt>
                <c:pt idx="10804">
                  <c:v>-7356708</c:v>
                </c:pt>
                <c:pt idx="10805">
                  <c:v>-7271960</c:v>
                </c:pt>
                <c:pt idx="10806">
                  <c:v>-7489359</c:v>
                </c:pt>
                <c:pt idx="10807">
                  <c:v>-7428550</c:v>
                </c:pt>
                <c:pt idx="10808">
                  <c:v>-6889234</c:v>
                </c:pt>
                <c:pt idx="10809">
                  <c:v>-7263866</c:v>
                </c:pt>
                <c:pt idx="10810">
                  <c:v>-7299716</c:v>
                </c:pt>
                <c:pt idx="10811">
                  <c:v>-7316238</c:v>
                </c:pt>
                <c:pt idx="10812">
                  <c:v>-7272649</c:v>
                </c:pt>
                <c:pt idx="10813">
                  <c:v>-7168325</c:v>
                </c:pt>
                <c:pt idx="10814">
                  <c:v>-7408446</c:v>
                </c:pt>
                <c:pt idx="10815">
                  <c:v>-7161604</c:v>
                </c:pt>
                <c:pt idx="10816">
                  <c:v>-7447394</c:v>
                </c:pt>
                <c:pt idx="10817">
                  <c:v>-7249121</c:v>
                </c:pt>
                <c:pt idx="10818">
                  <c:v>-7448511</c:v>
                </c:pt>
                <c:pt idx="10819">
                  <c:v>-7373971</c:v>
                </c:pt>
                <c:pt idx="10820">
                  <c:v>-7166790</c:v>
                </c:pt>
                <c:pt idx="10821">
                  <c:v>-7313166</c:v>
                </c:pt>
                <c:pt idx="10822">
                  <c:v>-7232559</c:v>
                </c:pt>
                <c:pt idx="10823">
                  <c:v>-7406382</c:v>
                </c:pt>
                <c:pt idx="10824">
                  <c:v>-7268972</c:v>
                </c:pt>
                <c:pt idx="10825">
                  <c:v>-7257411</c:v>
                </c:pt>
                <c:pt idx="10826">
                  <c:v>-7304058</c:v>
                </c:pt>
                <c:pt idx="10827">
                  <c:v>-7251636</c:v>
                </c:pt>
                <c:pt idx="10828">
                  <c:v>-7426157</c:v>
                </c:pt>
                <c:pt idx="10829">
                  <c:v>-7155134</c:v>
                </c:pt>
                <c:pt idx="10830">
                  <c:v>-7478297</c:v>
                </c:pt>
                <c:pt idx="10831">
                  <c:v>-7431647</c:v>
                </c:pt>
                <c:pt idx="10832">
                  <c:v>-7233851</c:v>
                </c:pt>
                <c:pt idx="10833">
                  <c:v>-7452546</c:v>
                </c:pt>
                <c:pt idx="10834">
                  <c:v>-7269709</c:v>
                </c:pt>
                <c:pt idx="10835">
                  <c:v>-7365683</c:v>
                </c:pt>
                <c:pt idx="10836">
                  <c:v>-7163863</c:v>
                </c:pt>
                <c:pt idx="10837">
                  <c:v>-7273780</c:v>
                </c:pt>
                <c:pt idx="10838">
                  <c:v>-7318293</c:v>
                </c:pt>
                <c:pt idx="10839">
                  <c:v>-7416181</c:v>
                </c:pt>
                <c:pt idx="10840">
                  <c:v>-7422439</c:v>
                </c:pt>
                <c:pt idx="10841">
                  <c:v>-7333005</c:v>
                </c:pt>
                <c:pt idx="10842">
                  <c:v>-7142921</c:v>
                </c:pt>
                <c:pt idx="10843">
                  <c:v>-7292690</c:v>
                </c:pt>
                <c:pt idx="10844">
                  <c:v>-7457682</c:v>
                </c:pt>
                <c:pt idx="10845">
                  <c:v>-7447932</c:v>
                </c:pt>
                <c:pt idx="10846">
                  <c:v>-7400479</c:v>
                </c:pt>
                <c:pt idx="10847">
                  <c:v>-7304189</c:v>
                </c:pt>
                <c:pt idx="10848">
                  <c:v>-7346481</c:v>
                </c:pt>
                <c:pt idx="10849">
                  <c:v>-7296527</c:v>
                </c:pt>
                <c:pt idx="10850">
                  <c:v>-7298428</c:v>
                </c:pt>
                <c:pt idx="10851">
                  <c:v>-7453028</c:v>
                </c:pt>
                <c:pt idx="10852">
                  <c:v>-7342287</c:v>
                </c:pt>
                <c:pt idx="10853">
                  <c:v>-7208867</c:v>
                </c:pt>
                <c:pt idx="10854">
                  <c:v>-7494241</c:v>
                </c:pt>
                <c:pt idx="10855">
                  <c:v>-7442798</c:v>
                </c:pt>
                <c:pt idx="10856">
                  <c:v>-7335559</c:v>
                </c:pt>
                <c:pt idx="10857">
                  <c:v>-7244550</c:v>
                </c:pt>
                <c:pt idx="10858">
                  <c:v>-7211750</c:v>
                </c:pt>
                <c:pt idx="10859">
                  <c:v>-7166077</c:v>
                </c:pt>
                <c:pt idx="10860">
                  <c:v>-7243073</c:v>
                </c:pt>
                <c:pt idx="10861">
                  <c:v>-7187919</c:v>
                </c:pt>
                <c:pt idx="10862">
                  <c:v>-7431386</c:v>
                </c:pt>
                <c:pt idx="10863">
                  <c:v>-7436842</c:v>
                </c:pt>
                <c:pt idx="10864">
                  <c:v>-7227901</c:v>
                </c:pt>
                <c:pt idx="10865">
                  <c:v>-7449222</c:v>
                </c:pt>
                <c:pt idx="10866">
                  <c:v>-7459834</c:v>
                </c:pt>
                <c:pt idx="10867">
                  <c:v>-7258645</c:v>
                </c:pt>
                <c:pt idx="10868">
                  <c:v>-7475289</c:v>
                </c:pt>
                <c:pt idx="10869">
                  <c:v>-7275115</c:v>
                </c:pt>
                <c:pt idx="10870">
                  <c:v>-7426417</c:v>
                </c:pt>
                <c:pt idx="10871">
                  <c:v>-7271019</c:v>
                </c:pt>
                <c:pt idx="10872">
                  <c:v>-7285182</c:v>
                </c:pt>
                <c:pt idx="10873">
                  <c:v>-7088762</c:v>
                </c:pt>
                <c:pt idx="10874">
                  <c:v>-7261129</c:v>
                </c:pt>
                <c:pt idx="10875">
                  <c:v>-7345987</c:v>
                </c:pt>
                <c:pt idx="10876">
                  <c:v>-7294133</c:v>
                </c:pt>
                <c:pt idx="10877">
                  <c:v>-7269521</c:v>
                </c:pt>
                <c:pt idx="10878">
                  <c:v>-7426171</c:v>
                </c:pt>
                <c:pt idx="10879">
                  <c:v>-7513757</c:v>
                </c:pt>
                <c:pt idx="10880">
                  <c:v>-7467222</c:v>
                </c:pt>
                <c:pt idx="10881">
                  <c:v>-7276071</c:v>
                </c:pt>
                <c:pt idx="10882">
                  <c:v>-7448521</c:v>
                </c:pt>
                <c:pt idx="10883">
                  <c:v>-7306039</c:v>
                </c:pt>
                <c:pt idx="10884">
                  <c:v>-7442350</c:v>
                </c:pt>
                <c:pt idx="10885">
                  <c:v>-7429752</c:v>
                </c:pt>
                <c:pt idx="10886">
                  <c:v>-7251713</c:v>
                </c:pt>
                <c:pt idx="10887">
                  <c:v>-7273491</c:v>
                </c:pt>
                <c:pt idx="10888">
                  <c:v>-7414119</c:v>
                </c:pt>
                <c:pt idx="10889">
                  <c:v>-7288495</c:v>
                </c:pt>
                <c:pt idx="10890">
                  <c:v>-7307912</c:v>
                </c:pt>
                <c:pt idx="10891">
                  <c:v>-7325485</c:v>
                </c:pt>
                <c:pt idx="10892">
                  <c:v>-7440782</c:v>
                </c:pt>
                <c:pt idx="10893">
                  <c:v>-7212616</c:v>
                </c:pt>
                <c:pt idx="10894">
                  <c:v>-7344337</c:v>
                </c:pt>
                <c:pt idx="10895">
                  <c:v>-7236116</c:v>
                </c:pt>
                <c:pt idx="10896">
                  <c:v>-7274535</c:v>
                </c:pt>
                <c:pt idx="10897">
                  <c:v>-7279874</c:v>
                </c:pt>
                <c:pt idx="10898">
                  <c:v>-7313533</c:v>
                </c:pt>
                <c:pt idx="10899">
                  <c:v>-7171338</c:v>
                </c:pt>
                <c:pt idx="10900">
                  <c:v>-7151738</c:v>
                </c:pt>
                <c:pt idx="10901">
                  <c:v>-7269117</c:v>
                </c:pt>
                <c:pt idx="10902">
                  <c:v>-7174349</c:v>
                </c:pt>
                <c:pt idx="10903">
                  <c:v>-7430635</c:v>
                </c:pt>
                <c:pt idx="10904">
                  <c:v>-7076969</c:v>
                </c:pt>
                <c:pt idx="10905">
                  <c:v>-7410401</c:v>
                </c:pt>
                <c:pt idx="10906">
                  <c:v>-7275264</c:v>
                </c:pt>
                <c:pt idx="10907">
                  <c:v>-7347745</c:v>
                </c:pt>
                <c:pt idx="10908">
                  <c:v>-7144084</c:v>
                </c:pt>
                <c:pt idx="10909">
                  <c:v>-7409248</c:v>
                </c:pt>
                <c:pt idx="10910">
                  <c:v>-7333976</c:v>
                </c:pt>
                <c:pt idx="10911">
                  <c:v>-7332461</c:v>
                </c:pt>
                <c:pt idx="10912">
                  <c:v>-7467604</c:v>
                </c:pt>
                <c:pt idx="10913">
                  <c:v>-7296712</c:v>
                </c:pt>
                <c:pt idx="10914">
                  <c:v>-7418646</c:v>
                </c:pt>
                <c:pt idx="10915">
                  <c:v>-7225417</c:v>
                </c:pt>
                <c:pt idx="10916">
                  <c:v>-7138697</c:v>
                </c:pt>
                <c:pt idx="10917">
                  <c:v>-7195411</c:v>
                </c:pt>
                <c:pt idx="10918">
                  <c:v>-7158861</c:v>
                </c:pt>
                <c:pt idx="10919">
                  <c:v>-7204804</c:v>
                </c:pt>
                <c:pt idx="10920">
                  <c:v>-7361088</c:v>
                </c:pt>
                <c:pt idx="10921">
                  <c:v>-7448887</c:v>
                </c:pt>
                <c:pt idx="10922">
                  <c:v>-7394783</c:v>
                </c:pt>
                <c:pt idx="10923">
                  <c:v>-7510879</c:v>
                </c:pt>
                <c:pt idx="10924">
                  <c:v>-6987716</c:v>
                </c:pt>
                <c:pt idx="10925">
                  <c:v>-7365982</c:v>
                </c:pt>
                <c:pt idx="10926">
                  <c:v>-7416185</c:v>
                </c:pt>
                <c:pt idx="10927">
                  <c:v>-7449678</c:v>
                </c:pt>
                <c:pt idx="10928">
                  <c:v>-7300415</c:v>
                </c:pt>
                <c:pt idx="10929">
                  <c:v>-7273507</c:v>
                </c:pt>
                <c:pt idx="10930">
                  <c:v>-7222607</c:v>
                </c:pt>
                <c:pt idx="10931">
                  <c:v>-7228560</c:v>
                </c:pt>
                <c:pt idx="10932">
                  <c:v>-7471397</c:v>
                </c:pt>
                <c:pt idx="10933">
                  <c:v>-7270022</c:v>
                </c:pt>
                <c:pt idx="10934">
                  <c:v>-7434038</c:v>
                </c:pt>
                <c:pt idx="10935">
                  <c:v>-7283220</c:v>
                </c:pt>
                <c:pt idx="10936">
                  <c:v>-7284605</c:v>
                </c:pt>
                <c:pt idx="10937">
                  <c:v>-7189938</c:v>
                </c:pt>
                <c:pt idx="10938">
                  <c:v>-6911842</c:v>
                </c:pt>
                <c:pt idx="10939">
                  <c:v>-7429622</c:v>
                </c:pt>
                <c:pt idx="10940">
                  <c:v>-7451330</c:v>
                </c:pt>
                <c:pt idx="10941">
                  <c:v>-7496937</c:v>
                </c:pt>
                <c:pt idx="10942">
                  <c:v>-7439838</c:v>
                </c:pt>
                <c:pt idx="10943">
                  <c:v>-7161074</c:v>
                </c:pt>
                <c:pt idx="10944">
                  <c:v>-7446572</c:v>
                </c:pt>
                <c:pt idx="10945">
                  <c:v>-7330635</c:v>
                </c:pt>
                <c:pt idx="10946">
                  <c:v>-7448790</c:v>
                </c:pt>
                <c:pt idx="10947">
                  <c:v>-7315217</c:v>
                </c:pt>
                <c:pt idx="10948">
                  <c:v>-7361193</c:v>
                </c:pt>
                <c:pt idx="10949">
                  <c:v>-7368621</c:v>
                </c:pt>
                <c:pt idx="10950">
                  <c:v>-7155007</c:v>
                </c:pt>
                <c:pt idx="10951">
                  <c:v>-7427074</c:v>
                </c:pt>
                <c:pt idx="10952">
                  <c:v>-7314030</c:v>
                </c:pt>
                <c:pt idx="10953">
                  <c:v>-7315520</c:v>
                </c:pt>
                <c:pt idx="10954">
                  <c:v>-7466678</c:v>
                </c:pt>
                <c:pt idx="10955">
                  <c:v>-7272451</c:v>
                </c:pt>
                <c:pt idx="10956">
                  <c:v>-7322298</c:v>
                </c:pt>
                <c:pt idx="10957">
                  <c:v>-7485347</c:v>
                </c:pt>
                <c:pt idx="10958">
                  <c:v>-7230513</c:v>
                </c:pt>
                <c:pt idx="10959">
                  <c:v>-7498850</c:v>
                </c:pt>
                <c:pt idx="10960">
                  <c:v>-7342798</c:v>
                </c:pt>
                <c:pt idx="10961">
                  <c:v>-7334080</c:v>
                </c:pt>
                <c:pt idx="10962">
                  <c:v>-7313024</c:v>
                </c:pt>
                <c:pt idx="10963">
                  <c:v>-7432270</c:v>
                </c:pt>
                <c:pt idx="10964">
                  <c:v>-7433683</c:v>
                </c:pt>
                <c:pt idx="10965">
                  <c:v>-7122859</c:v>
                </c:pt>
                <c:pt idx="10966">
                  <c:v>-7453155</c:v>
                </c:pt>
                <c:pt idx="10967">
                  <c:v>-7198671</c:v>
                </c:pt>
                <c:pt idx="10968">
                  <c:v>-7297209</c:v>
                </c:pt>
                <c:pt idx="10969">
                  <c:v>-7109627</c:v>
                </c:pt>
                <c:pt idx="10970">
                  <c:v>-7431862</c:v>
                </c:pt>
                <c:pt idx="10971">
                  <c:v>-7271223</c:v>
                </c:pt>
                <c:pt idx="10972">
                  <c:v>-7461951</c:v>
                </c:pt>
                <c:pt idx="10973">
                  <c:v>-7478898</c:v>
                </c:pt>
                <c:pt idx="10974">
                  <c:v>-7324810</c:v>
                </c:pt>
                <c:pt idx="10975">
                  <c:v>-7407558</c:v>
                </c:pt>
                <c:pt idx="10976">
                  <c:v>-7359029</c:v>
                </c:pt>
                <c:pt idx="10977">
                  <c:v>-7194594</c:v>
                </c:pt>
                <c:pt idx="10978">
                  <c:v>-7422013</c:v>
                </c:pt>
                <c:pt idx="10979">
                  <c:v>-7174384</c:v>
                </c:pt>
                <c:pt idx="10980">
                  <c:v>-7357501</c:v>
                </c:pt>
                <c:pt idx="10981">
                  <c:v>-7205747</c:v>
                </c:pt>
                <c:pt idx="10982">
                  <c:v>-7343311</c:v>
                </c:pt>
                <c:pt idx="10983">
                  <c:v>-7225759</c:v>
                </c:pt>
                <c:pt idx="10984">
                  <c:v>-7350867</c:v>
                </c:pt>
                <c:pt idx="10985">
                  <c:v>-7412148</c:v>
                </c:pt>
                <c:pt idx="10986">
                  <c:v>-7256893</c:v>
                </c:pt>
                <c:pt idx="10987">
                  <c:v>-7352057</c:v>
                </c:pt>
                <c:pt idx="10988">
                  <c:v>-7141091</c:v>
                </c:pt>
                <c:pt idx="10989">
                  <c:v>-7316545</c:v>
                </c:pt>
                <c:pt idx="10990">
                  <c:v>-7478995</c:v>
                </c:pt>
                <c:pt idx="10991">
                  <c:v>-7324595</c:v>
                </c:pt>
                <c:pt idx="10992">
                  <c:v>-7194750</c:v>
                </c:pt>
                <c:pt idx="10993">
                  <c:v>-7437094</c:v>
                </c:pt>
                <c:pt idx="10994">
                  <c:v>-7090902</c:v>
                </c:pt>
                <c:pt idx="10995">
                  <c:v>-7107063</c:v>
                </c:pt>
                <c:pt idx="10996">
                  <c:v>-7251220</c:v>
                </c:pt>
                <c:pt idx="10997">
                  <c:v>-7269223</c:v>
                </c:pt>
                <c:pt idx="10998">
                  <c:v>-7299777</c:v>
                </c:pt>
                <c:pt idx="10999">
                  <c:v>-7469742</c:v>
                </c:pt>
                <c:pt idx="11000">
                  <c:v>-7268492</c:v>
                </c:pt>
                <c:pt idx="11001">
                  <c:v>-7217264</c:v>
                </c:pt>
                <c:pt idx="11002">
                  <c:v>-7348974</c:v>
                </c:pt>
                <c:pt idx="11003">
                  <c:v>-7305093</c:v>
                </c:pt>
                <c:pt idx="11004">
                  <c:v>-7305277</c:v>
                </c:pt>
                <c:pt idx="11005">
                  <c:v>-7431273</c:v>
                </c:pt>
                <c:pt idx="11006">
                  <c:v>-7228133</c:v>
                </c:pt>
                <c:pt idx="11007">
                  <c:v>-7301652</c:v>
                </c:pt>
                <c:pt idx="11008">
                  <c:v>-7186054</c:v>
                </c:pt>
                <c:pt idx="11009">
                  <c:v>-7408606</c:v>
                </c:pt>
                <c:pt idx="11010">
                  <c:v>-7167565</c:v>
                </c:pt>
                <c:pt idx="11011">
                  <c:v>-7487573</c:v>
                </c:pt>
                <c:pt idx="11012">
                  <c:v>-7198827</c:v>
                </c:pt>
                <c:pt idx="11013">
                  <c:v>-7448330</c:v>
                </c:pt>
                <c:pt idx="11014">
                  <c:v>-7337032</c:v>
                </c:pt>
                <c:pt idx="11015">
                  <c:v>-7331973</c:v>
                </c:pt>
                <c:pt idx="11016">
                  <c:v>-7339895</c:v>
                </c:pt>
                <c:pt idx="11017">
                  <c:v>-7120607</c:v>
                </c:pt>
                <c:pt idx="11018">
                  <c:v>-7414088</c:v>
                </c:pt>
                <c:pt idx="11019">
                  <c:v>-7146796</c:v>
                </c:pt>
                <c:pt idx="11020">
                  <c:v>-7448765</c:v>
                </c:pt>
                <c:pt idx="11021">
                  <c:v>-7245583</c:v>
                </c:pt>
                <c:pt idx="11022">
                  <c:v>-7313228</c:v>
                </c:pt>
                <c:pt idx="11023">
                  <c:v>-7146614</c:v>
                </c:pt>
                <c:pt idx="11024">
                  <c:v>-7095353</c:v>
                </c:pt>
                <c:pt idx="11025">
                  <c:v>-7279252</c:v>
                </c:pt>
                <c:pt idx="11026">
                  <c:v>-7330055</c:v>
                </c:pt>
                <c:pt idx="11027">
                  <c:v>-7149569</c:v>
                </c:pt>
                <c:pt idx="11028">
                  <c:v>-7330873</c:v>
                </c:pt>
                <c:pt idx="11029">
                  <c:v>-7279872</c:v>
                </c:pt>
                <c:pt idx="11030">
                  <c:v>-7496402</c:v>
                </c:pt>
                <c:pt idx="11031">
                  <c:v>-7273743</c:v>
                </c:pt>
                <c:pt idx="11032">
                  <c:v>-7279928</c:v>
                </c:pt>
                <c:pt idx="11033">
                  <c:v>-7221033</c:v>
                </c:pt>
                <c:pt idx="11034">
                  <c:v>-7190740</c:v>
                </c:pt>
                <c:pt idx="11035">
                  <c:v>-7419442</c:v>
                </c:pt>
                <c:pt idx="11036">
                  <c:v>-7275588</c:v>
                </c:pt>
                <c:pt idx="11037">
                  <c:v>-7468183</c:v>
                </c:pt>
                <c:pt idx="11038">
                  <c:v>-7235107</c:v>
                </c:pt>
                <c:pt idx="11039">
                  <c:v>-7220541</c:v>
                </c:pt>
                <c:pt idx="11040">
                  <c:v>-7439908</c:v>
                </c:pt>
                <c:pt idx="11041">
                  <c:v>-7303946</c:v>
                </c:pt>
                <c:pt idx="11042">
                  <c:v>-7428754</c:v>
                </c:pt>
                <c:pt idx="11043">
                  <c:v>-7371574</c:v>
                </c:pt>
                <c:pt idx="11044">
                  <c:v>-7165733</c:v>
                </c:pt>
                <c:pt idx="11045">
                  <c:v>-7470913</c:v>
                </c:pt>
                <c:pt idx="11046">
                  <c:v>-7105041</c:v>
                </c:pt>
                <c:pt idx="11047">
                  <c:v>-7363835</c:v>
                </c:pt>
                <c:pt idx="11048">
                  <c:v>-7104914</c:v>
                </c:pt>
                <c:pt idx="11049">
                  <c:v>-7278556</c:v>
                </c:pt>
                <c:pt idx="11050">
                  <c:v>-7269918</c:v>
                </c:pt>
                <c:pt idx="11051">
                  <c:v>-7348456</c:v>
                </c:pt>
                <c:pt idx="11052">
                  <c:v>-7335017</c:v>
                </c:pt>
                <c:pt idx="11053">
                  <c:v>-7367960</c:v>
                </c:pt>
                <c:pt idx="11054">
                  <c:v>-7158740</c:v>
                </c:pt>
                <c:pt idx="11055">
                  <c:v>-7192528</c:v>
                </c:pt>
                <c:pt idx="11056">
                  <c:v>-7463282</c:v>
                </c:pt>
                <c:pt idx="11057">
                  <c:v>-7334789</c:v>
                </c:pt>
                <c:pt idx="11058">
                  <c:v>-7162442</c:v>
                </c:pt>
                <c:pt idx="11059">
                  <c:v>-7290227</c:v>
                </c:pt>
                <c:pt idx="11060">
                  <c:v>-7268422</c:v>
                </c:pt>
                <c:pt idx="11061">
                  <c:v>-7470893</c:v>
                </c:pt>
                <c:pt idx="11062">
                  <c:v>-7359622</c:v>
                </c:pt>
                <c:pt idx="11063">
                  <c:v>-7471432</c:v>
                </c:pt>
                <c:pt idx="11064">
                  <c:v>-7274756</c:v>
                </c:pt>
                <c:pt idx="11065">
                  <c:v>-7245287</c:v>
                </c:pt>
                <c:pt idx="11066">
                  <c:v>-7334085</c:v>
                </c:pt>
                <c:pt idx="11067">
                  <c:v>-7118097</c:v>
                </c:pt>
                <c:pt idx="11068">
                  <c:v>-7433683</c:v>
                </c:pt>
                <c:pt idx="11069">
                  <c:v>-7131735</c:v>
                </c:pt>
                <c:pt idx="11070">
                  <c:v>-7466087</c:v>
                </c:pt>
                <c:pt idx="11071">
                  <c:v>-7406683</c:v>
                </c:pt>
                <c:pt idx="11072">
                  <c:v>-7516664</c:v>
                </c:pt>
                <c:pt idx="11073">
                  <c:v>-7154987</c:v>
                </c:pt>
                <c:pt idx="11074">
                  <c:v>-7515288</c:v>
                </c:pt>
                <c:pt idx="11075">
                  <c:v>-7102515</c:v>
                </c:pt>
                <c:pt idx="11076">
                  <c:v>-7499533</c:v>
                </c:pt>
                <c:pt idx="11077">
                  <c:v>-6887934</c:v>
                </c:pt>
                <c:pt idx="11078">
                  <c:v>-7276298</c:v>
                </c:pt>
                <c:pt idx="11079">
                  <c:v>-7351217</c:v>
                </c:pt>
                <c:pt idx="11080">
                  <c:v>-7163448</c:v>
                </c:pt>
                <c:pt idx="11081">
                  <c:v>-7369177</c:v>
                </c:pt>
                <c:pt idx="11082">
                  <c:v>-7429632</c:v>
                </c:pt>
                <c:pt idx="11083">
                  <c:v>-7378404</c:v>
                </c:pt>
                <c:pt idx="11084">
                  <c:v>-7251318</c:v>
                </c:pt>
                <c:pt idx="11085">
                  <c:v>-7406883</c:v>
                </c:pt>
                <c:pt idx="11086">
                  <c:v>-7441356</c:v>
                </c:pt>
                <c:pt idx="11087">
                  <c:v>-7348744</c:v>
                </c:pt>
                <c:pt idx="11088">
                  <c:v>-7136169</c:v>
                </c:pt>
                <c:pt idx="11089">
                  <c:v>-7093490</c:v>
                </c:pt>
                <c:pt idx="11090">
                  <c:v>-7439430</c:v>
                </c:pt>
                <c:pt idx="11091">
                  <c:v>-7298201</c:v>
                </c:pt>
                <c:pt idx="11092">
                  <c:v>-7152767</c:v>
                </c:pt>
                <c:pt idx="11093">
                  <c:v>-7302704</c:v>
                </c:pt>
                <c:pt idx="11094">
                  <c:v>-7340346</c:v>
                </c:pt>
                <c:pt idx="11095">
                  <c:v>-7322836</c:v>
                </c:pt>
                <c:pt idx="11096">
                  <c:v>-7410172</c:v>
                </c:pt>
                <c:pt idx="11097">
                  <c:v>-7370404</c:v>
                </c:pt>
                <c:pt idx="11098">
                  <c:v>-7247905</c:v>
                </c:pt>
                <c:pt idx="11099">
                  <c:v>-7098556</c:v>
                </c:pt>
                <c:pt idx="11100">
                  <c:v>-7412077</c:v>
                </c:pt>
                <c:pt idx="11101">
                  <c:v>-7577145</c:v>
                </c:pt>
                <c:pt idx="11102">
                  <c:v>-7417407</c:v>
                </c:pt>
                <c:pt idx="11103">
                  <c:v>-7234695</c:v>
                </c:pt>
                <c:pt idx="11104">
                  <c:v>-7469479</c:v>
                </c:pt>
                <c:pt idx="11105">
                  <c:v>-7478263</c:v>
                </c:pt>
                <c:pt idx="11106">
                  <c:v>-7444617</c:v>
                </c:pt>
                <c:pt idx="11107">
                  <c:v>-7275904</c:v>
                </c:pt>
                <c:pt idx="11108">
                  <c:v>-7275363</c:v>
                </c:pt>
                <c:pt idx="11109">
                  <c:v>-7415577</c:v>
                </c:pt>
                <c:pt idx="11110">
                  <c:v>-7407586</c:v>
                </c:pt>
                <c:pt idx="11111">
                  <c:v>-7461936</c:v>
                </c:pt>
                <c:pt idx="11112">
                  <c:v>-7489957</c:v>
                </c:pt>
                <c:pt idx="11113">
                  <c:v>-7428764</c:v>
                </c:pt>
                <c:pt idx="11114">
                  <c:v>-7351155</c:v>
                </c:pt>
                <c:pt idx="11115">
                  <c:v>-7132648</c:v>
                </c:pt>
                <c:pt idx="11116">
                  <c:v>-7176548</c:v>
                </c:pt>
                <c:pt idx="11117">
                  <c:v>-7448198</c:v>
                </c:pt>
                <c:pt idx="11118">
                  <c:v>-7147573</c:v>
                </c:pt>
                <c:pt idx="11119">
                  <c:v>-7255170</c:v>
                </c:pt>
                <c:pt idx="11120">
                  <c:v>-7487435</c:v>
                </c:pt>
                <c:pt idx="11121">
                  <c:v>-7208825</c:v>
                </c:pt>
                <c:pt idx="11122">
                  <c:v>-7306865</c:v>
                </c:pt>
                <c:pt idx="11123">
                  <c:v>-7447478</c:v>
                </c:pt>
                <c:pt idx="11124">
                  <c:v>-7195696</c:v>
                </c:pt>
                <c:pt idx="11125">
                  <c:v>-7417813</c:v>
                </c:pt>
                <c:pt idx="11126">
                  <c:v>-7134259</c:v>
                </c:pt>
                <c:pt idx="11127">
                  <c:v>-7473801</c:v>
                </c:pt>
                <c:pt idx="11128">
                  <c:v>-7245592</c:v>
                </c:pt>
                <c:pt idx="11129">
                  <c:v>-7514591</c:v>
                </c:pt>
                <c:pt idx="11130">
                  <c:v>-7267390</c:v>
                </c:pt>
                <c:pt idx="11131">
                  <c:v>-7471420</c:v>
                </c:pt>
                <c:pt idx="11132">
                  <c:v>-7253798</c:v>
                </c:pt>
                <c:pt idx="11133">
                  <c:v>-7312315</c:v>
                </c:pt>
                <c:pt idx="11134">
                  <c:v>-7315520</c:v>
                </c:pt>
                <c:pt idx="11135">
                  <c:v>-7108890</c:v>
                </c:pt>
                <c:pt idx="11136">
                  <c:v>-7504587</c:v>
                </c:pt>
                <c:pt idx="11137">
                  <c:v>-7405140</c:v>
                </c:pt>
                <c:pt idx="11138">
                  <c:v>-7365413</c:v>
                </c:pt>
                <c:pt idx="11139">
                  <c:v>-7488678</c:v>
                </c:pt>
                <c:pt idx="11140">
                  <c:v>-7293326</c:v>
                </c:pt>
                <c:pt idx="11141">
                  <c:v>-7430567</c:v>
                </c:pt>
                <c:pt idx="11142">
                  <c:v>-7284343</c:v>
                </c:pt>
                <c:pt idx="11143">
                  <c:v>-7435574</c:v>
                </c:pt>
                <c:pt idx="11144">
                  <c:v>-7212408</c:v>
                </c:pt>
                <c:pt idx="11145">
                  <c:v>-7303898</c:v>
                </c:pt>
                <c:pt idx="11146">
                  <c:v>-7353628</c:v>
                </c:pt>
                <c:pt idx="11147">
                  <c:v>-7274378</c:v>
                </c:pt>
                <c:pt idx="11148">
                  <c:v>-7369882</c:v>
                </c:pt>
                <c:pt idx="11149">
                  <c:v>-7431911</c:v>
                </c:pt>
                <c:pt idx="11150">
                  <c:v>-7109627</c:v>
                </c:pt>
                <c:pt idx="11151">
                  <c:v>-7248019</c:v>
                </c:pt>
                <c:pt idx="11152">
                  <c:v>-7514066</c:v>
                </c:pt>
                <c:pt idx="11153">
                  <c:v>-7191264</c:v>
                </c:pt>
                <c:pt idx="11154">
                  <c:v>-7214791</c:v>
                </c:pt>
                <c:pt idx="11155">
                  <c:v>-7406642</c:v>
                </c:pt>
                <c:pt idx="11156">
                  <c:v>-7428453</c:v>
                </c:pt>
                <c:pt idx="11157">
                  <c:v>-7470554</c:v>
                </c:pt>
                <c:pt idx="11158">
                  <c:v>-7388674</c:v>
                </c:pt>
                <c:pt idx="11159">
                  <c:v>-7432583</c:v>
                </c:pt>
                <c:pt idx="11160">
                  <c:v>-7292178</c:v>
                </c:pt>
                <c:pt idx="11161">
                  <c:v>-7460292</c:v>
                </c:pt>
                <c:pt idx="11162">
                  <c:v>-7432934</c:v>
                </c:pt>
                <c:pt idx="11163">
                  <c:v>-7112663</c:v>
                </c:pt>
                <c:pt idx="11164">
                  <c:v>-7437609</c:v>
                </c:pt>
                <c:pt idx="11165">
                  <c:v>-7487892</c:v>
                </c:pt>
                <c:pt idx="11166">
                  <c:v>-7516400</c:v>
                </c:pt>
                <c:pt idx="11167">
                  <c:v>-7430291</c:v>
                </c:pt>
                <c:pt idx="11168">
                  <c:v>-7340154</c:v>
                </c:pt>
                <c:pt idx="11169">
                  <c:v>-7414342</c:v>
                </c:pt>
                <c:pt idx="11170">
                  <c:v>-7438193</c:v>
                </c:pt>
                <c:pt idx="11171">
                  <c:v>-7292851</c:v>
                </c:pt>
                <c:pt idx="11172">
                  <c:v>-7233177</c:v>
                </c:pt>
                <c:pt idx="11173">
                  <c:v>-7469028</c:v>
                </c:pt>
                <c:pt idx="11174">
                  <c:v>-7418293</c:v>
                </c:pt>
                <c:pt idx="11175">
                  <c:v>-7055281</c:v>
                </c:pt>
                <c:pt idx="11176">
                  <c:v>-7432350</c:v>
                </c:pt>
                <c:pt idx="11177">
                  <c:v>-7286648</c:v>
                </c:pt>
                <c:pt idx="11178">
                  <c:v>-7502890</c:v>
                </c:pt>
                <c:pt idx="11179">
                  <c:v>-7106550</c:v>
                </c:pt>
                <c:pt idx="11180">
                  <c:v>-7356191</c:v>
                </c:pt>
                <c:pt idx="11181">
                  <c:v>-7148722</c:v>
                </c:pt>
                <c:pt idx="11182">
                  <c:v>-7193128</c:v>
                </c:pt>
                <c:pt idx="11183">
                  <c:v>-7417187</c:v>
                </c:pt>
                <c:pt idx="11184">
                  <c:v>-7430376</c:v>
                </c:pt>
                <c:pt idx="11185">
                  <c:v>-7367468</c:v>
                </c:pt>
                <c:pt idx="11186">
                  <c:v>-7278195</c:v>
                </c:pt>
                <c:pt idx="11187">
                  <c:v>-7139438</c:v>
                </c:pt>
                <c:pt idx="11188">
                  <c:v>-7318987</c:v>
                </c:pt>
                <c:pt idx="11189">
                  <c:v>-7425171</c:v>
                </c:pt>
                <c:pt idx="11190">
                  <c:v>-7383418</c:v>
                </c:pt>
                <c:pt idx="11191">
                  <c:v>-7446725</c:v>
                </c:pt>
                <c:pt idx="11192">
                  <c:v>-7469303</c:v>
                </c:pt>
                <c:pt idx="11193">
                  <c:v>-7181543</c:v>
                </c:pt>
                <c:pt idx="11194">
                  <c:v>-7161136</c:v>
                </c:pt>
                <c:pt idx="11195">
                  <c:v>-7300442</c:v>
                </c:pt>
                <c:pt idx="11196">
                  <c:v>-7282808</c:v>
                </c:pt>
                <c:pt idx="11197">
                  <c:v>-7097279</c:v>
                </c:pt>
                <c:pt idx="11198">
                  <c:v>-7204634</c:v>
                </c:pt>
                <c:pt idx="11199">
                  <c:v>-7470688</c:v>
                </c:pt>
                <c:pt idx="11200">
                  <c:v>-7272588</c:v>
                </c:pt>
                <c:pt idx="11201">
                  <c:v>-7416355</c:v>
                </c:pt>
                <c:pt idx="11202">
                  <c:v>-7387702</c:v>
                </c:pt>
                <c:pt idx="11203">
                  <c:v>-7294640</c:v>
                </c:pt>
                <c:pt idx="11204">
                  <c:v>-7431538</c:v>
                </c:pt>
                <c:pt idx="11205">
                  <c:v>-7100980</c:v>
                </c:pt>
                <c:pt idx="11206">
                  <c:v>-7341629</c:v>
                </c:pt>
                <c:pt idx="11207">
                  <c:v>-7215145</c:v>
                </c:pt>
                <c:pt idx="11208">
                  <c:v>-7355652</c:v>
                </c:pt>
                <c:pt idx="11209">
                  <c:v>-7225218</c:v>
                </c:pt>
                <c:pt idx="11210">
                  <c:v>-7225078</c:v>
                </c:pt>
                <c:pt idx="11211">
                  <c:v>-7224865</c:v>
                </c:pt>
                <c:pt idx="11212">
                  <c:v>-7225683</c:v>
                </c:pt>
                <c:pt idx="11213">
                  <c:v>-7223639</c:v>
                </c:pt>
                <c:pt idx="11214">
                  <c:v>-7226166</c:v>
                </c:pt>
                <c:pt idx="11215">
                  <c:v>-7274780</c:v>
                </c:pt>
                <c:pt idx="11216">
                  <c:v>-7354587</c:v>
                </c:pt>
                <c:pt idx="11217">
                  <c:v>-7225129</c:v>
                </c:pt>
                <c:pt idx="11218">
                  <c:v>-7429831</c:v>
                </c:pt>
                <c:pt idx="11219">
                  <c:v>-7223017</c:v>
                </c:pt>
                <c:pt idx="11220">
                  <c:v>-7495498</c:v>
                </c:pt>
                <c:pt idx="11221">
                  <c:v>-7430310</c:v>
                </c:pt>
                <c:pt idx="11222">
                  <c:v>-7224152</c:v>
                </c:pt>
                <c:pt idx="11223">
                  <c:v>-7355348</c:v>
                </c:pt>
                <c:pt idx="11224">
                  <c:v>-7225093</c:v>
                </c:pt>
                <c:pt idx="11225">
                  <c:v>-7353665</c:v>
                </c:pt>
                <c:pt idx="11226">
                  <c:v>-7353904</c:v>
                </c:pt>
                <c:pt idx="11227">
                  <c:v>-7223932</c:v>
                </c:pt>
                <c:pt idx="11228">
                  <c:v>-7224615</c:v>
                </c:pt>
                <c:pt idx="11229">
                  <c:v>-7274735</c:v>
                </c:pt>
                <c:pt idx="11230">
                  <c:v>-7495888</c:v>
                </c:pt>
                <c:pt idx="11231">
                  <c:v>-7275348</c:v>
                </c:pt>
                <c:pt idx="11232">
                  <c:v>-7275267</c:v>
                </c:pt>
                <c:pt idx="11233">
                  <c:v>-7355300</c:v>
                </c:pt>
                <c:pt idx="11234">
                  <c:v>-7353482</c:v>
                </c:pt>
                <c:pt idx="11235">
                  <c:v>-7274019</c:v>
                </c:pt>
                <c:pt idx="11236">
                  <c:v>-7352646</c:v>
                </c:pt>
                <c:pt idx="11237">
                  <c:v>-7307548</c:v>
                </c:pt>
                <c:pt idx="11238">
                  <c:v>-7225050</c:v>
                </c:pt>
                <c:pt idx="11239">
                  <c:v>-7221921</c:v>
                </c:pt>
                <c:pt idx="11240">
                  <c:v>-7282825</c:v>
                </c:pt>
                <c:pt idx="11241">
                  <c:v>-7353665</c:v>
                </c:pt>
                <c:pt idx="11242">
                  <c:v>-7275354</c:v>
                </c:pt>
                <c:pt idx="11243">
                  <c:v>-7275533</c:v>
                </c:pt>
                <c:pt idx="11244">
                  <c:v>-7275735</c:v>
                </c:pt>
                <c:pt idx="11245">
                  <c:v>-7225826</c:v>
                </c:pt>
                <c:pt idx="11246">
                  <c:v>-7494781</c:v>
                </c:pt>
                <c:pt idx="11247">
                  <c:v>-7353359</c:v>
                </c:pt>
                <c:pt idx="11248">
                  <c:v>-7224615</c:v>
                </c:pt>
                <c:pt idx="11249">
                  <c:v>-7429624</c:v>
                </c:pt>
                <c:pt idx="11250">
                  <c:v>-7091702</c:v>
                </c:pt>
                <c:pt idx="11251">
                  <c:v>-7494781</c:v>
                </c:pt>
                <c:pt idx="11252">
                  <c:v>-7130657</c:v>
                </c:pt>
                <c:pt idx="11253">
                  <c:v>-7225769</c:v>
                </c:pt>
                <c:pt idx="11254">
                  <c:v>-7279844</c:v>
                </c:pt>
                <c:pt idx="11255">
                  <c:v>-7351951</c:v>
                </c:pt>
                <c:pt idx="11256">
                  <c:v>-7430610</c:v>
                </c:pt>
                <c:pt idx="11257">
                  <c:v>-7352632</c:v>
                </c:pt>
                <c:pt idx="11258">
                  <c:v>-7355970</c:v>
                </c:pt>
                <c:pt idx="11259">
                  <c:v>-7130892</c:v>
                </c:pt>
                <c:pt idx="11260">
                  <c:v>-7353572</c:v>
                </c:pt>
                <c:pt idx="11261">
                  <c:v>-7225826</c:v>
                </c:pt>
                <c:pt idx="11262">
                  <c:v>-7517403</c:v>
                </c:pt>
                <c:pt idx="11263">
                  <c:v>-7283453</c:v>
                </c:pt>
                <c:pt idx="11264">
                  <c:v>-7225442</c:v>
                </c:pt>
                <c:pt idx="11265">
                  <c:v>-7225096</c:v>
                </c:pt>
                <c:pt idx="11266">
                  <c:v>-7130332</c:v>
                </c:pt>
                <c:pt idx="11267">
                  <c:v>-7130657</c:v>
                </c:pt>
                <c:pt idx="11268">
                  <c:v>-7353665</c:v>
                </c:pt>
                <c:pt idx="11269">
                  <c:v>-7198833</c:v>
                </c:pt>
                <c:pt idx="11270">
                  <c:v>-7354181</c:v>
                </c:pt>
                <c:pt idx="11271">
                  <c:v>-7110753</c:v>
                </c:pt>
                <c:pt idx="11272">
                  <c:v>-7516619</c:v>
                </c:pt>
                <c:pt idx="11273">
                  <c:v>-7353951</c:v>
                </c:pt>
                <c:pt idx="11274">
                  <c:v>-7110753</c:v>
                </c:pt>
                <c:pt idx="11275">
                  <c:v>-7226379</c:v>
                </c:pt>
                <c:pt idx="11276">
                  <c:v>-7228088</c:v>
                </c:pt>
                <c:pt idx="11277">
                  <c:v>-7225162</c:v>
                </c:pt>
                <c:pt idx="11278">
                  <c:v>-7274793</c:v>
                </c:pt>
                <c:pt idx="11279">
                  <c:v>-7306551</c:v>
                </c:pt>
                <c:pt idx="11280">
                  <c:v>-7276104</c:v>
                </c:pt>
                <c:pt idx="11281">
                  <c:v>-7351951</c:v>
                </c:pt>
                <c:pt idx="11282">
                  <c:v>-7283756</c:v>
                </c:pt>
                <c:pt idx="11283">
                  <c:v>-7274425</c:v>
                </c:pt>
                <c:pt idx="11284">
                  <c:v>-7275655</c:v>
                </c:pt>
                <c:pt idx="11285">
                  <c:v>-7276232</c:v>
                </c:pt>
                <c:pt idx="11286">
                  <c:v>-7198561</c:v>
                </c:pt>
                <c:pt idx="11287">
                  <c:v>-7091702</c:v>
                </c:pt>
                <c:pt idx="11288">
                  <c:v>-7198627</c:v>
                </c:pt>
                <c:pt idx="11289">
                  <c:v>-7429747</c:v>
                </c:pt>
                <c:pt idx="11290">
                  <c:v>-7225153</c:v>
                </c:pt>
                <c:pt idx="11291">
                  <c:v>-7355660</c:v>
                </c:pt>
                <c:pt idx="11292">
                  <c:v>-7307291</c:v>
                </c:pt>
                <c:pt idx="11293">
                  <c:v>-7355584</c:v>
                </c:pt>
                <c:pt idx="11294">
                  <c:v>-7275948</c:v>
                </c:pt>
                <c:pt idx="11295">
                  <c:v>-7354414</c:v>
                </c:pt>
                <c:pt idx="11296">
                  <c:v>-7192988</c:v>
                </c:pt>
                <c:pt idx="11297">
                  <c:v>-7225881</c:v>
                </c:pt>
                <c:pt idx="11298">
                  <c:v>-7462605</c:v>
                </c:pt>
                <c:pt idx="11299">
                  <c:v>-7090363</c:v>
                </c:pt>
                <c:pt idx="11300">
                  <c:v>-7223420</c:v>
                </c:pt>
                <c:pt idx="11301">
                  <c:v>-7353929</c:v>
                </c:pt>
                <c:pt idx="11302">
                  <c:v>-7516250</c:v>
                </c:pt>
                <c:pt idx="11303">
                  <c:v>-7354784</c:v>
                </c:pt>
                <c:pt idx="11304">
                  <c:v>-7276066</c:v>
                </c:pt>
                <c:pt idx="11305">
                  <c:v>-7225281</c:v>
                </c:pt>
                <c:pt idx="11306">
                  <c:v>-7461424</c:v>
                </c:pt>
                <c:pt idx="11307">
                  <c:v>-7276232</c:v>
                </c:pt>
                <c:pt idx="11308">
                  <c:v>-7307291</c:v>
                </c:pt>
                <c:pt idx="11309">
                  <c:v>-7495295</c:v>
                </c:pt>
                <c:pt idx="11310">
                  <c:v>-7224776</c:v>
                </c:pt>
                <c:pt idx="11311">
                  <c:v>-7283541</c:v>
                </c:pt>
                <c:pt idx="11312">
                  <c:v>-7283141</c:v>
                </c:pt>
                <c:pt idx="11313">
                  <c:v>-7224776</c:v>
                </c:pt>
                <c:pt idx="11314">
                  <c:v>-7192988</c:v>
                </c:pt>
                <c:pt idx="11315">
                  <c:v>-7227376</c:v>
                </c:pt>
                <c:pt idx="11316">
                  <c:v>-7430135</c:v>
                </c:pt>
                <c:pt idx="11317">
                  <c:v>-7353513</c:v>
                </c:pt>
                <c:pt idx="11318">
                  <c:v>-7275134</c:v>
                </c:pt>
                <c:pt idx="11319">
                  <c:v>-7274793</c:v>
                </c:pt>
                <c:pt idx="11320">
                  <c:v>-7283453</c:v>
                </c:pt>
                <c:pt idx="11321">
                  <c:v>-7353359</c:v>
                </c:pt>
                <c:pt idx="11322">
                  <c:v>-7516710</c:v>
                </c:pt>
                <c:pt idx="11323">
                  <c:v>-7355963</c:v>
                </c:pt>
                <c:pt idx="11324">
                  <c:v>-7226379</c:v>
                </c:pt>
                <c:pt idx="11325">
                  <c:v>-7275267</c:v>
                </c:pt>
                <c:pt idx="11326">
                  <c:v>-7283442</c:v>
                </c:pt>
                <c:pt idx="11327">
                  <c:v>-7223420</c:v>
                </c:pt>
                <c:pt idx="11328">
                  <c:v>-7090363</c:v>
                </c:pt>
                <c:pt idx="11329">
                  <c:v>-7355584</c:v>
                </c:pt>
                <c:pt idx="11330">
                  <c:v>-7129954</c:v>
                </c:pt>
                <c:pt idx="11331">
                  <c:v>-7353904</c:v>
                </c:pt>
                <c:pt idx="11332">
                  <c:v>-7430610</c:v>
                </c:pt>
                <c:pt idx="11333">
                  <c:v>-7351807</c:v>
                </c:pt>
                <c:pt idx="11334">
                  <c:v>-7283136</c:v>
                </c:pt>
                <c:pt idx="11335">
                  <c:v>-7275031</c:v>
                </c:pt>
                <c:pt idx="11336">
                  <c:v>-7225162</c:v>
                </c:pt>
                <c:pt idx="11337">
                  <c:v>-7355112</c:v>
                </c:pt>
                <c:pt idx="11338">
                  <c:v>-7275031</c:v>
                </c:pt>
                <c:pt idx="11339">
                  <c:v>-7222801</c:v>
                </c:pt>
                <c:pt idx="11340">
                  <c:v>-7461982</c:v>
                </c:pt>
                <c:pt idx="11341">
                  <c:v>-7224414</c:v>
                </c:pt>
                <c:pt idx="11342">
                  <c:v>-7226195</c:v>
                </c:pt>
                <c:pt idx="11343">
                  <c:v>-7306907</c:v>
                </c:pt>
                <c:pt idx="11344">
                  <c:v>-7307548</c:v>
                </c:pt>
                <c:pt idx="11345">
                  <c:v>-7353929</c:v>
                </c:pt>
                <c:pt idx="11346">
                  <c:v>-7274231</c:v>
                </c:pt>
                <c:pt idx="11347">
                  <c:v>-7462030</c:v>
                </c:pt>
                <c:pt idx="11348">
                  <c:v>-7352548</c:v>
                </c:pt>
                <c:pt idx="11349">
                  <c:v>-7223932</c:v>
                </c:pt>
                <c:pt idx="11350">
                  <c:v>-7221921</c:v>
                </c:pt>
                <c:pt idx="11351">
                  <c:v>-7130332</c:v>
                </c:pt>
                <c:pt idx="11352">
                  <c:v>-7354584</c:v>
                </c:pt>
                <c:pt idx="11353">
                  <c:v>-7192907</c:v>
                </c:pt>
                <c:pt idx="11354">
                  <c:v>-7431031</c:v>
                </c:pt>
                <c:pt idx="11355">
                  <c:v>-7355252</c:v>
                </c:pt>
                <c:pt idx="11356">
                  <c:v>-7467635</c:v>
                </c:pt>
                <c:pt idx="11357">
                  <c:v>-7369760</c:v>
                </c:pt>
                <c:pt idx="11358">
                  <c:v>-7463572</c:v>
                </c:pt>
                <c:pt idx="11359">
                  <c:v>-7563632</c:v>
                </c:pt>
                <c:pt idx="11360">
                  <c:v>-7569078</c:v>
                </c:pt>
                <c:pt idx="11361">
                  <c:v>-7451400</c:v>
                </c:pt>
                <c:pt idx="11362">
                  <c:v>-7663444</c:v>
                </c:pt>
                <c:pt idx="11363">
                  <c:v>-7682859</c:v>
                </c:pt>
                <c:pt idx="11364">
                  <c:v>-7523112</c:v>
                </c:pt>
                <c:pt idx="11365">
                  <c:v>-7362713</c:v>
                </c:pt>
                <c:pt idx="11366">
                  <c:v>-7507094</c:v>
                </c:pt>
                <c:pt idx="11367">
                  <c:v>-7487566</c:v>
                </c:pt>
                <c:pt idx="11368">
                  <c:v>-7491586</c:v>
                </c:pt>
                <c:pt idx="11369">
                  <c:v>-7553150</c:v>
                </c:pt>
                <c:pt idx="11370">
                  <c:v>-7512348</c:v>
                </c:pt>
                <c:pt idx="11371">
                  <c:v>-7489914</c:v>
                </c:pt>
                <c:pt idx="11372">
                  <c:v>-7531694</c:v>
                </c:pt>
                <c:pt idx="11373">
                  <c:v>-7512204</c:v>
                </c:pt>
                <c:pt idx="11374">
                  <c:v>-7651191</c:v>
                </c:pt>
                <c:pt idx="11375">
                  <c:v>-7377799</c:v>
                </c:pt>
                <c:pt idx="11376">
                  <c:v>-7454305</c:v>
                </c:pt>
                <c:pt idx="11377">
                  <c:v>-7521186</c:v>
                </c:pt>
                <c:pt idx="11378">
                  <c:v>-7286283</c:v>
                </c:pt>
                <c:pt idx="11379">
                  <c:v>-7646388</c:v>
                </c:pt>
                <c:pt idx="11380">
                  <c:v>-7533802</c:v>
                </c:pt>
                <c:pt idx="11381">
                  <c:v>-7468857</c:v>
                </c:pt>
                <c:pt idx="11382">
                  <c:v>-7632995</c:v>
                </c:pt>
                <c:pt idx="11383">
                  <c:v>-7533904</c:v>
                </c:pt>
                <c:pt idx="11384">
                  <c:v>-7610012</c:v>
                </c:pt>
                <c:pt idx="11385">
                  <c:v>-7298098</c:v>
                </c:pt>
                <c:pt idx="11386">
                  <c:v>-7398810</c:v>
                </c:pt>
                <c:pt idx="11387">
                  <c:v>-7645281</c:v>
                </c:pt>
                <c:pt idx="11388">
                  <c:v>-7464356</c:v>
                </c:pt>
                <c:pt idx="11389">
                  <c:v>-7653251</c:v>
                </c:pt>
                <c:pt idx="11390">
                  <c:v>-7651988</c:v>
                </c:pt>
                <c:pt idx="11391">
                  <c:v>-7541093</c:v>
                </c:pt>
                <c:pt idx="11392">
                  <c:v>-7647065</c:v>
                </c:pt>
                <c:pt idx="11393">
                  <c:v>-7704012</c:v>
                </c:pt>
                <c:pt idx="11394">
                  <c:v>-7637725</c:v>
                </c:pt>
                <c:pt idx="11395">
                  <c:v>-7640198</c:v>
                </c:pt>
                <c:pt idx="11396">
                  <c:v>-7688243</c:v>
                </c:pt>
                <c:pt idx="11397">
                  <c:v>-7592535</c:v>
                </c:pt>
                <c:pt idx="11398">
                  <c:v>-7621177</c:v>
                </c:pt>
                <c:pt idx="11399">
                  <c:v>-7314872</c:v>
                </c:pt>
                <c:pt idx="11400">
                  <c:v>-7448467</c:v>
                </c:pt>
                <c:pt idx="11401">
                  <c:v>-7542390</c:v>
                </c:pt>
                <c:pt idx="11402">
                  <c:v>-7473589</c:v>
                </c:pt>
                <c:pt idx="11403">
                  <c:v>-7656226</c:v>
                </c:pt>
                <c:pt idx="11404">
                  <c:v>-7728759</c:v>
                </c:pt>
                <c:pt idx="11405">
                  <c:v>-7484313</c:v>
                </c:pt>
                <c:pt idx="11406">
                  <c:v>-7367817</c:v>
                </c:pt>
                <c:pt idx="11407">
                  <c:v>-7670800</c:v>
                </c:pt>
                <c:pt idx="11408">
                  <c:v>-7507094</c:v>
                </c:pt>
                <c:pt idx="11409">
                  <c:v>-7310827</c:v>
                </c:pt>
                <c:pt idx="11410">
                  <c:v>-7507203</c:v>
                </c:pt>
                <c:pt idx="11411">
                  <c:v>-7661519</c:v>
                </c:pt>
                <c:pt idx="11412">
                  <c:v>-7722339</c:v>
                </c:pt>
                <c:pt idx="11413">
                  <c:v>-7485772</c:v>
                </c:pt>
                <c:pt idx="11414">
                  <c:v>-7337189</c:v>
                </c:pt>
                <c:pt idx="11415">
                  <c:v>-7383042</c:v>
                </c:pt>
                <c:pt idx="11416">
                  <c:v>-7598643</c:v>
                </c:pt>
                <c:pt idx="11417">
                  <c:v>-7441385</c:v>
                </c:pt>
                <c:pt idx="11418">
                  <c:v>-7495016</c:v>
                </c:pt>
                <c:pt idx="11419">
                  <c:v>-7502579</c:v>
                </c:pt>
                <c:pt idx="11420">
                  <c:v>-7459365</c:v>
                </c:pt>
                <c:pt idx="11421">
                  <c:v>-7640810</c:v>
                </c:pt>
                <c:pt idx="11422">
                  <c:v>-7452694</c:v>
                </c:pt>
                <c:pt idx="11423">
                  <c:v>-7385266</c:v>
                </c:pt>
                <c:pt idx="11424">
                  <c:v>-7476958</c:v>
                </c:pt>
                <c:pt idx="11425">
                  <c:v>-6964331</c:v>
                </c:pt>
                <c:pt idx="11426">
                  <c:v>-7565252</c:v>
                </c:pt>
                <c:pt idx="11427">
                  <c:v>-7649407</c:v>
                </c:pt>
                <c:pt idx="11428">
                  <c:v>-7630217</c:v>
                </c:pt>
                <c:pt idx="11429">
                  <c:v>-7695347</c:v>
                </c:pt>
                <c:pt idx="11430">
                  <c:v>-7372030</c:v>
                </c:pt>
                <c:pt idx="11431">
                  <c:v>-7366406</c:v>
                </c:pt>
                <c:pt idx="11432">
                  <c:v>-7485772</c:v>
                </c:pt>
                <c:pt idx="11433">
                  <c:v>-7606871</c:v>
                </c:pt>
                <c:pt idx="11434">
                  <c:v>-7497497</c:v>
                </c:pt>
                <c:pt idx="11435">
                  <c:v>-7659437</c:v>
                </c:pt>
                <c:pt idx="11436">
                  <c:v>-7676566</c:v>
                </c:pt>
                <c:pt idx="11437">
                  <c:v>-7411175</c:v>
                </c:pt>
                <c:pt idx="11438">
                  <c:v>-7384740</c:v>
                </c:pt>
                <c:pt idx="11439">
                  <c:v>-7409889</c:v>
                </c:pt>
                <c:pt idx="11440">
                  <c:v>-7510034</c:v>
                </c:pt>
                <c:pt idx="11441">
                  <c:v>-7483938</c:v>
                </c:pt>
                <c:pt idx="11442">
                  <c:v>-7595204</c:v>
                </c:pt>
                <c:pt idx="11443">
                  <c:v>-7551599</c:v>
                </c:pt>
                <c:pt idx="11444">
                  <c:v>-7598452</c:v>
                </c:pt>
                <c:pt idx="11445">
                  <c:v>-7349313</c:v>
                </c:pt>
                <c:pt idx="11446">
                  <c:v>-7567250</c:v>
                </c:pt>
                <c:pt idx="11447">
                  <c:v>-7394821</c:v>
                </c:pt>
                <c:pt idx="11448">
                  <c:v>-7416974</c:v>
                </c:pt>
                <c:pt idx="11449">
                  <c:v>-7621277</c:v>
                </c:pt>
                <c:pt idx="11450">
                  <c:v>-7512497</c:v>
                </c:pt>
                <c:pt idx="11451">
                  <c:v>-7425587</c:v>
                </c:pt>
                <c:pt idx="11452">
                  <c:v>-7657940</c:v>
                </c:pt>
                <c:pt idx="11453">
                  <c:v>-7501851</c:v>
                </c:pt>
                <c:pt idx="11454">
                  <c:v>-7649561</c:v>
                </c:pt>
                <c:pt idx="11455">
                  <c:v>-7452257</c:v>
                </c:pt>
                <c:pt idx="11456">
                  <c:v>-7391820</c:v>
                </c:pt>
                <c:pt idx="11457">
                  <c:v>-7280440</c:v>
                </c:pt>
                <c:pt idx="11458">
                  <c:v>-7734435</c:v>
                </c:pt>
                <c:pt idx="11459">
                  <c:v>-7627830</c:v>
                </c:pt>
                <c:pt idx="11460">
                  <c:v>-7632538</c:v>
                </c:pt>
                <c:pt idx="11461">
                  <c:v>-7496026</c:v>
                </c:pt>
                <c:pt idx="11462">
                  <c:v>-7678950</c:v>
                </c:pt>
                <c:pt idx="11463">
                  <c:v>-7606059</c:v>
                </c:pt>
                <c:pt idx="11464">
                  <c:v>-7413780</c:v>
                </c:pt>
                <c:pt idx="11465">
                  <c:v>-7488451</c:v>
                </c:pt>
                <c:pt idx="11466">
                  <c:v>-7372884</c:v>
                </c:pt>
                <c:pt idx="11467">
                  <c:v>-7531026</c:v>
                </c:pt>
                <c:pt idx="11468">
                  <c:v>-7475098</c:v>
                </c:pt>
                <c:pt idx="11469">
                  <c:v>-7656069</c:v>
                </c:pt>
                <c:pt idx="11470">
                  <c:v>-7505259</c:v>
                </c:pt>
                <c:pt idx="11471">
                  <c:v>-7593159</c:v>
                </c:pt>
                <c:pt idx="11472">
                  <c:v>-7500818</c:v>
                </c:pt>
                <c:pt idx="11473">
                  <c:v>-7508714</c:v>
                </c:pt>
                <c:pt idx="11474">
                  <c:v>-7743915</c:v>
                </c:pt>
                <c:pt idx="11475">
                  <c:v>-7360031</c:v>
                </c:pt>
                <c:pt idx="11476">
                  <c:v>-7436381</c:v>
                </c:pt>
                <c:pt idx="11477">
                  <c:v>-7657563</c:v>
                </c:pt>
                <c:pt idx="11478">
                  <c:v>-7599459</c:v>
                </c:pt>
                <c:pt idx="11479">
                  <c:v>-7519725</c:v>
                </c:pt>
                <c:pt idx="11480">
                  <c:v>-7680743</c:v>
                </c:pt>
                <c:pt idx="11481">
                  <c:v>-7511983</c:v>
                </c:pt>
                <c:pt idx="11482">
                  <c:v>-7397390</c:v>
                </c:pt>
                <c:pt idx="11483">
                  <c:v>-7501836</c:v>
                </c:pt>
                <c:pt idx="11484">
                  <c:v>-7402693</c:v>
                </c:pt>
                <c:pt idx="11485">
                  <c:v>-7633070</c:v>
                </c:pt>
                <c:pt idx="11486">
                  <c:v>-7634492</c:v>
                </c:pt>
                <c:pt idx="11487">
                  <c:v>-7645476</c:v>
                </c:pt>
                <c:pt idx="11488">
                  <c:v>-7428928</c:v>
                </c:pt>
                <c:pt idx="11489">
                  <c:v>-7558241</c:v>
                </c:pt>
                <c:pt idx="11490">
                  <c:v>-7689243</c:v>
                </c:pt>
                <c:pt idx="11491">
                  <c:v>-7488077</c:v>
                </c:pt>
                <c:pt idx="11492">
                  <c:v>-7469528</c:v>
                </c:pt>
                <c:pt idx="11493">
                  <c:v>-7656830</c:v>
                </c:pt>
                <c:pt idx="11494">
                  <c:v>-7426557</c:v>
                </c:pt>
                <c:pt idx="11495">
                  <c:v>-7622459</c:v>
                </c:pt>
                <c:pt idx="11496">
                  <c:v>-7626098</c:v>
                </c:pt>
                <c:pt idx="11497">
                  <c:v>-7380494</c:v>
                </c:pt>
                <c:pt idx="11498">
                  <c:v>-7656830</c:v>
                </c:pt>
                <c:pt idx="11499">
                  <c:v>-7522130</c:v>
                </c:pt>
                <c:pt idx="11500">
                  <c:v>-7436381</c:v>
                </c:pt>
                <c:pt idx="11501">
                  <c:v>-7577553</c:v>
                </c:pt>
                <c:pt idx="11502">
                  <c:v>-7436381</c:v>
                </c:pt>
                <c:pt idx="11503">
                  <c:v>-7394224</c:v>
                </c:pt>
                <c:pt idx="11504">
                  <c:v>-7427414</c:v>
                </c:pt>
                <c:pt idx="11505">
                  <c:v>-7635135</c:v>
                </c:pt>
                <c:pt idx="11506">
                  <c:v>-7667385</c:v>
                </c:pt>
                <c:pt idx="11507">
                  <c:v>-7436381</c:v>
                </c:pt>
                <c:pt idx="11508">
                  <c:v>-7363302</c:v>
                </c:pt>
                <c:pt idx="11509">
                  <c:v>-7635049</c:v>
                </c:pt>
                <c:pt idx="11510">
                  <c:v>-7584999</c:v>
                </c:pt>
                <c:pt idx="11511">
                  <c:v>-7572051</c:v>
                </c:pt>
                <c:pt idx="11512">
                  <c:v>-7418672</c:v>
                </c:pt>
                <c:pt idx="11513">
                  <c:v>-7489844</c:v>
                </c:pt>
                <c:pt idx="11514">
                  <c:v>-7526082</c:v>
                </c:pt>
                <c:pt idx="11515">
                  <c:v>-7423121</c:v>
                </c:pt>
                <c:pt idx="11516">
                  <c:v>-7526574</c:v>
                </c:pt>
                <c:pt idx="11517">
                  <c:v>-7559106</c:v>
                </c:pt>
                <c:pt idx="11518">
                  <c:v>-7456068</c:v>
                </c:pt>
                <c:pt idx="11519">
                  <c:v>-7468117</c:v>
                </c:pt>
                <c:pt idx="11520">
                  <c:v>-7361358</c:v>
                </c:pt>
                <c:pt idx="11521">
                  <c:v>-7498332</c:v>
                </c:pt>
                <c:pt idx="11522">
                  <c:v>-7621672</c:v>
                </c:pt>
                <c:pt idx="11523">
                  <c:v>-7273676</c:v>
                </c:pt>
                <c:pt idx="11524">
                  <c:v>-7465712</c:v>
                </c:pt>
                <c:pt idx="11525">
                  <c:v>-7660672</c:v>
                </c:pt>
                <c:pt idx="11526">
                  <c:v>-7668450</c:v>
                </c:pt>
                <c:pt idx="11527">
                  <c:v>-7384464</c:v>
                </c:pt>
                <c:pt idx="11528">
                  <c:v>-7505461</c:v>
                </c:pt>
                <c:pt idx="11529">
                  <c:v>-7660213</c:v>
                </c:pt>
                <c:pt idx="11530">
                  <c:v>-7436381</c:v>
                </c:pt>
                <c:pt idx="11531">
                  <c:v>-7489508</c:v>
                </c:pt>
                <c:pt idx="11532">
                  <c:v>-7679492</c:v>
                </c:pt>
                <c:pt idx="11533">
                  <c:v>-7558193</c:v>
                </c:pt>
                <c:pt idx="11534">
                  <c:v>-7564846</c:v>
                </c:pt>
                <c:pt idx="11535">
                  <c:v>-7382862</c:v>
                </c:pt>
                <c:pt idx="11536">
                  <c:v>-7621177</c:v>
                </c:pt>
                <c:pt idx="11537">
                  <c:v>-7678225</c:v>
                </c:pt>
                <c:pt idx="11538">
                  <c:v>-7388628</c:v>
                </c:pt>
                <c:pt idx="11539">
                  <c:v>-7655267</c:v>
                </c:pt>
                <c:pt idx="11540">
                  <c:v>-7654755</c:v>
                </c:pt>
                <c:pt idx="11541">
                  <c:v>-7674458</c:v>
                </c:pt>
                <c:pt idx="11542">
                  <c:v>-7642710</c:v>
                </c:pt>
                <c:pt idx="11543">
                  <c:v>-7513120</c:v>
                </c:pt>
                <c:pt idx="11544">
                  <c:v>-7730092</c:v>
                </c:pt>
                <c:pt idx="11545">
                  <c:v>-7430027</c:v>
                </c:pt>
                <c:pt idx="11546">
                  <c:v>-7458489</c:v>
                </c:pt>
                <c:pt idx="11547">
                  <c:v>-7569563</c:v>
                </c:pt>
                <c:pt idx="11548">
                  <c:v>-7650261</c:v>
                </c:pt>
                <c:pt idx="11549">
                  <c:v>-7658437</c:v>
                </c:pt>
                <c:pt idx="11550">
                  <c:v>-7490829</c:v>
                </c:pt>
                <c:pt idx="11551">
                  <c:v>-7450825</c:v>
                </c:pt>
                <c:pt idx="11552">
                  <c:v>-7710982</c:v>
                </c:pt>
                <c:pt idx="11553">
                  <c:v>-7475993</c:v>
                </c:pt>
                <c:pt idx="11554">
                  <c:v>-7286243</c:v>
                </c:pt>
                <c:pt idx="11555">
                  <c:v>-7693578</c:v>
                </c:pt>
                <c:pt idx="11556">
                  <c:v>-7548015</c:v>
                </c:pt>
                <c:pt idx="11557">
                  <c:v>-7602984</c:v>
                </c:pt>
                <c:pt idx="11558">
                  <c:v>-7361892</c:v>
                </c:pt>
                <c:pt idx="11559">
                  <c:v>-7667191</c:v>
                </c:pt>
                <c:pt idx="11560">
                  <c:v>-7649811</c:v>
                </c:pt>
                <c:pt idx="11561">
                  <c:v>-7585676</c:v>
                </c:pt>
                <c:pt idx="11562">
                  <c:v>-7533701</c:v>
                </c:pt>
                <c:pt idx="11563">
                  <c:v>-7436202</c:v>
                </c:pt>
                <c:pt idx="11564">
                  <c:v>-7648879</c:v>
                </c:pt>
                <c:pt idx="11565">
                  <c:v>-7434558</c:v>
                </c:pt>
                <c:pt idx="11566">
                  <c:v>-7664243</c:v>
                </c:pt>
                <c:pt idx="11567">
                  <c:v>-7374141</c:v>
                </c:pt>
                <c:pt idx="11568">
                  <c:v>-7670424</c:v>
                </c:pt>
                <c:pt idx="11569">
                  <c:v>-7678322</c:v>
                </c:pt>
                <c:pt idx="11570">
                  <c:v>-7585381</c:v>
                </c:pt>
                <c:pt idx="11571">
                  <c:v>-7410052</c:v>
                </c:pt>
                <c:pt idx="11572">
                  <c:v>-7667023</c:v>
                </c:pt>
                <c:pt idx="11573">
                  <c:v>-7450006</c:v>
                </c:pt>
                <c:pt idx="11574">
                  <c:v>-7357892</c:v>
                </c:pt>
                <c:pt idx="11575">
                  <c:v>-7429514</c:v>
                </c:pt>
                <c:pt idx="11576">
                  <c:v>-7695784</c:v>
                </c:pt>
                <c:pt idx="11577">
                  <c:v>-7548728</c:v>
                </c:pt>
                <c:pt idx="11578">
                  <c:v>-7370870</c:v>
                </c:pt>
                <c:pt idx="11579">
                  <c:v>-7492499</c:v>
                </c:pt>
                <c:pt idx="11580">
                  <c:v>-7684208</c:v>
                </c:pt>
                <c:pt idx="11581">
                  <c:v>-7364104</c:v>
                </c:pt>
                <c:pt idx="11582">
                  <c:v>-7671682</c:v>
                </c:pt>
                <c:pt idx="11583">
                  <c:v>-7680748</c:v>
                </c:pt>
                <c:pt idx="11584">
                  <c:v>-7660319</c:v>
                </c:pt>
                <c:pt idx="11585">
                  <c:v>-7512271</c:v>
                </c:pt>
                <c:pt idx="11586">
                  <c:v>-7594430</c:v>
                </c:pt>
                <c:pt idx="11587">
                  <c:v>-7343339</c:v>
                </c:pt>
                <c:pt idx="11588">
                  <c:v>-7470111</c:v>
                </c:pt>
                <c:pt idx="11589">
                  <c:v>-7673167</c:v>
                </c:pt>
                <c:pt idx="11590">
                  <c:v>-7512313</c:v>
                </c:pt>
                <c:pt idx="11591">
                  <c:v>-7341617</c:v>
                </c:pt>
                <c:pt idx="11592">
                  <c:v>-7422786</c:v>
                </c:pt>
                <c:pt idx="11593">
                  <c:v>-7399649</c:v>
                </c:pt>
                <c:pt idx="11594">
                  <c:v>-7667972</c:v>
                </c:pt>
                <c:pt idx="11595">
                  <c:v>-7588373</c:v>
                </c:pt>
                <c:pt idx="11596">
                  <c:v>-7403117</c:v>
                </c:pt>
                <c:pt idx="11597">
                  <c:v>-7467308</c:v>
                </c:pt>
                <c:pt idx="11598">
                  <c:v>-7355924</c:v>
                </c:pt>
                <c:pt idx="11599">
                  <c:v>-7653958</c:v>
                </c:pt>
                <c:pt idx="11600">
                  <c:v>-7655970</c:v>
                </c:pt>
                <c:pt idx="11601">
                  <c:v>-7653817</c:v>
                </c:pt>
                <c:pt idx="11602">
                  <c:v>-7655719</c:v>
                </c:pt>
                <c:pt idx="11603">
                  <c:v>-7656143</c:v>
                </c:pt>
                <c:pt idx="11604">
                  <c:v>-7654043</c:v>
                </c:pt>
                <c:pt idx="11605">
                  <c:v>-7655581</c:v>
                </c:pt>
                <c:pt idx="11606">
                  <c:v>-7657399</c:v>
                </c:pt>
                <c:pt idx="11607">
                  <c:v>-7656900</c:v>
                </c:pt>
                <c:pt idx="11608">
                  <c:v>-7654873</c:v>
                </c:pt>
                <c:pt idx="11609">
                  <c:v>-7653776</c:v>
                </c:pt>
                <c:pt idx="11610">
                  <c:v>-7655899</c:v>
                </c:pt>
                <c:pt idx="11611">
                  <c:v>-7653707</c:v>
                </c:pt>
                <c:pt idx="11612">
                  <c:v>-7654821</c:v>
                </c:pt>
                <c:pt idx="11613">
                  <c:v>-7280128</c:v>
                </c:pt>
                <c:pt idx="11614">
                  <c:v>-7127540</c:v>
                </c:pt>
                <c:pt idx="11615">
                  <c:v>-7206715</c:v>
                </c:pt>
                <c:pt idx="11616">
                  <c:v>-7258975</c:v>
                </c:pt>
                <c:pt idx="11617">
                  <c:v>-7193578</c:v>
                </c:pt>
                <c:pt idx="11618">
                  <c:v>-7053511</c:v>
                </c:pt>
                <c:pt idx="11619">
                  <c:v>-7177124</c:v>
                </c:pt>
                <c:pt idx="11620">
                  <c:v>-7108324</c:v>
                </c:pt>
                <c:pt idx="11621">
                  <c:v>-7205605</c:v>
                </c:pt>
                <c:pt idx="11622">
                  <c:v>-7103986</c:v>
                </c:pt>
                <c:pt idx="11623">
                  <c:v>-7220839</c:v>
                </c:pt>
                <c:pt idx="11624">
                  <c:v>-7243944</c:v>
                </c:pt>
                <c:pt idx="11625">
                  <c:v>-7170533</c:v>
                </c:pt>
                <c:pt idx="11626">
                  <c:v>-7258448</c:v>
                </c:pt>
                <c:pt idx="11627">
                  <c:v>-7193469</c:v>
                </c:pt>
                <c:pt idx="11628">
                  <c:v>-7145895</c:v>
                </c:pt>
                <c:pt idx="11629">
                  <c:v>-7260812</c:v>
                </c:pt>
                <c:pt idx="11630">
                  <c:v>-7191402</c:v>
                </c:pt>
                <c:pt idx="11631">
                  <c:v>-7178601</c:v>
                </c:pt>
                <c:pt idx="11632">
                  <c:v>-7207508</c:v>
                </c:pt>
                <c:pt idx="11633">
                  <c:v>-7241900</c:v>
                </c:pt>
                <c:pt idx="11634">
                  <c:v>-7250456</c:v>
                </c:pt>
                <c:pt idx="11635">
                  <c:v>-7161078</c:v>
                </c:pt>
                <c:pt idx="11636">
                  <c:v>-7190849</c:v>
                </c:pt>
                <c:pt idx="11637">
                  <c:v>-7191062</c:v>
                </c:pt>
                <c:pt idx="11638">
                  <c:v>-7087191</c:v>
                </c:pt>
                <c:pt idx="11639">
                  <c:v>-7165048</c:v>
                </c:pt>
                <c:pt idx="11640">
                  <c:v>-7229401</c:v>
                </c:pt>
                <c:pt idx="11641">
                  <c:v>-7223148</c:v>
                </c:pt>
                <c:pt idx="11642">
                  <c:v>-7193443</c:v>
                </c:pt>
                <c:pt idx="11643">
                  <c:v>-7284113</c:v>
                </c:pt>
                <c:pt idx="11644">
                  <c:v>-7187341</c:v>
                </c:pt>
                <c:pt idx="11645">
                  <c:v>-7272094</c:v>
                </c:pt>
                <c:pt idx="11646">
                  <c:v>-7180782</c:v>
                </c:pt>
                <c:pt idx="11647">
                  <c:v>-7217225</c:v>
                </c:pt>
                <c:pt idx="11648">
                  <c:v>-7203524</c:v>
                </c:pt>
                <c:pt idx="11649">
                  <c:v>-7266268</c:v>
                </c:pt>
                <c:pt idx="11650">
                  <c:v>-7193634</c:v>
                </c:pt>
                <c:pt idx="11651">
                  <c:v>-7140916</c:v>
                </c:pt>
                <c:pt idx="11652">
                  <c:v>-7244417</c:v>
                </c:pt>
                <c:pt idx="11653">
                  <c:v>-7295165</c:v>
                </c:pt>
                <c:pt idx="11654">
                  <c:v>-7277885</c:v>
                </c:pt>
                <c:pt idx="11655">
                  <c:v>-7096634</c:v>
                </c:pt>
                <c:pt idx="11656">
                  <c:v>-7259760</c:v>
                </c:pt>
                <c:pt idx="11657">
                  <c:v>-7140477</c:v>
                </c:pt>
                <c:pt idx="11658">
                  <c:v>-7098097</c:v>
                </c:pt>
                <c:pt idx="11659">
                  <c:v>-7250752</c:v>
                </c:pt>
                <c:pt idx="11660">
                  <c:v>-7221227</c:v>
                </c:pt>
                <c:pt idx="11661">
                  <c:v>-7250189</c:v>
                </c:pt>
                <c:pt idx="11662">
                  <c:v>-7219916</c:v>
                </c:pt>
                <c:pt idx="11663">
                  <c:v>-7117699</c:v>
                </c:pt>
                <c:pt idx="11664">
                  <c:v>-7191676</c:v>
                </c:pt>
                <c:pt idx="11665">
                  <c:v>-7159793</c:v>
                </c:pt>
                <c:pt idx="11666">
                  <c:v>-7057100</c:v>
                </c:pt>
                <c:pt idx="11667">
                  <c:v>-7265517</c:v>
                </c:pt>
                <c:pt idx="11668">
                  <c:v>-7167848</c:v>
                </c:pt>
                <c:pt idx="11669">
                  <c:v>-7225178</c:v>
                </c:pt>
                <c:pt idx="11670">
                  <c:v>-7198453</c:v>
                </c:pt>
                <c:pt idx="11671">
                  <c:v>-7184840</c:v>
                </c:pt>
                <c:pt idx="11672">
                  <c:v>-7207558</c:v>
                </c:pt>
                <c:pt idx="11673">
                  <c:v>-7237925</c:v>
                </c:pt>
                <c:pt idx="11674">
                  <c:v>-7207471</c:v>
                </c:pt>
                <c:pt idx="11675">
                  <c:v>-7195293</c:v>
                </c:pt>
                <c:pt idx="11676">
                  <c:v>-7205682</c:v>
                </c:pt>
                <c:pt idx="11677">
                  <c:v>-7140253</c:v>
                </c:pt>
                <c:pt idx="11678">
                  <c:v>-7204137</c:v>
                </c:pt>
                <c:pt idx="11679">
                  <c:v>-7191700</c:v>
                </c:pt>
                <c:pt idx="11680">
                  <c:v>-7202548</c:v>
                </c:pt>
                <c:pt idx="11681">
                  <c:v>-7226503</c:v>
                </c:pt>
                <c:pt idx="11682">
                  <c:v>-7259228</c:v>
                </c:pt>
                <c:pt idx="11683">
                  <c:v>-7264672</c:v>
                </c:pt>
                <c:pt idx="11684">
                  <c:v>-7170355</c:v>
                </c:pt>
                <c:pt idx="11685">
                  <c:v>-7213475</c:v>
                </c:pt>
                <c:pt idx="11686">
                  <c:v>-7217579</c:v>
                </c:pt>
                <c:pt idx="11687">
                  <c:v>-7222942</c:v>
                </c:pt>
                <c:pt idx="11688">
                  <c:v>-7106760</c:v>
                </c:pt>
                <c:pt idx="11689">
                  <c:v>-7138065</c:v>
                </c:pt>
                <c:pt idx="11690">
                  <c:v>-7075317</c:v>
                </c:pt>
                <c:pt idx="11691">
                  <c:v>-7185019</c:v>
                </c:pt>
                <c:pt idx="11692">
                  <c:v>-7171325</c:v>
                </c:pt>
                <c:pt idx="11693">
                  <c:v>-7286074</c:v>
                </c:pt>
                <c:pt idx="11694">
                  <c:v>-7246805</c:v>
                </c:pt>
                <c:pt idx="11695">
                  <c:v>-7273000</c:v>
                </c:pt>
                <c:pt idx="11696">
                  <c:v>-7155857</c:v>
                </c:pt>
                <c:pt idx="11697">
                  <c:v>-7141106</c:v>
                </c:pt>
                <c:pt idx="11698">
                  <c:v>-7136648</c:v>
                </c:pt>
                <c:pt idx="11699">
                  <c:v>-7234739</c:v>
                </c:pt>
                <c:pt idx="11700">
                  <c:v>-7240794</c:v>
                </c:pt>
                <c:pt idx="11701">
                  <c:v>-7157841</c:v>
                </c:pt>
                <c:pt idx="11702">
                  <c:v>-7237393</c:v>
                </c:pt>
                <c:pt idx="11703">
                  <c:v>-7228634</c:v>
                </c:pt>
                <c:pt idx="11704">
                  <c:v>-7246441</c:v>
                </c:pt>
                <c:pt idx="11705">
                  <c:v>-7124912</c:v>
                </c:pt>
                <c:pt idx="11706">
                  <c:v>-7186613</c:v>
                </c:pt>
                <c:pt idx="11707">
                  <c:v>-7231001</c:v>
                </c:pt>
                <c:pt idx="11708">
                  <c:v>-7235623</c:v>
                </c:pt>
                <c:pt idx="11709">
                  <c:v>-7207622</c:v>
                </c:pt>
                <c:pt idx="11710">
                  <c:v>-7168432</c:v>
                </c:pt>
                <c:pt idx="11711">
                  <c:v>-7228373</c:v>
                </c:pt>
                <c:pt idx="11712">
                  <c:v>-7258667</c:v>
                </c:pt>
                <c:pt idx="11713">
                  <c:v>-7106283</c:v>
                </c:pt>
                <c:pt idx="11714">
                  <c:v>-7220546</c:v>
                </c:pt>
                <c:pt idx="11715">
                  <c:v>-7223083</c:v>
                </c:pt>
                <c:pt idx="11716">
                  <c:v>-7239014</c:v>
                </c:pt>
                <c:pt idx="11717">
                  <c:v>-7195068</c:v>
                </c:pt>
                <c:pt idx="11718">
                  <c:v>-7250645</c:v>
                </c:pt>
                <c:pt idx="11719">
                  <c:v>-7222037</c:v>
                </c:pt>
                <c:pt idx="11720">
                  <c:v>-7206233</c:v>
                </c:pt>
                <c:pt idx="11721">
                  <c:v>-7193325</c:v>
                </c:pt>
                <c:pt idx="11722">
                  <c:v>-7222185</c:v>
                </c:pt>
                <c:pt idx="11723">
                  <c:v>-7159030</c:v>
                </c:pt>
                <c:pt idx="11724">
                  <c:v>-7149757</c:v>
                </c:pt>
                <c:pt idx="11725">
                  <c:v>-7248089</c:v>
                </c:pt>
                <c:pt idx="11726">
                  <c:v>-7283174</c:v>
                </c:pt>
                <c:pt idx="11727">
                  <c:v>-7249815</c:v>
                </c:pt>
                <c:pt idx="11728">
                  <c:v>-7300974</c:v>
                </c:pt>
                <c:pt idx="11729">
                  <c:v>-7223628</c:v>
                </c:pt>
                <c:pt idx="11730">
                  <c:v>-7048242</c:v>
                </c:pt>
                <c:pt idx="11731">
                  <c:v>-7175946</c:v>
                </c:pt>
                <c:pt idx="11732">
                  <c:v>-7272192</c:v>
                </c:pt>
                <c:pt idx="11733">
                  <c:v>-7097788</c:v>
                </c:pt>
                <c:pt idx="11734">
                  <c:v>-7194337</c:v>
                </c:pt>
                <c:pt idx="11735">
                  <c:v>-7024923</c:v>
                </c:pt>
                <c:pt idx="11736">
                  <c:v>-7265181</c:v>
                </c:pt>
                <c:pt idx="11737">
                  <c:v>-7210892</c:v>
                </c:pt>
                <c:pt idx="11738">
                  <c:v>-7120363</c:v>
                </c:pt>
                <c:pt idx="11739">
                  <c:v>-7143388</c:v>
                </c:pt>
                <c:pt idx="11740">
                  <c:v>-7261539</c:v>
                </c:pt>
                <c:pt idx="11741">
                  <c:v>-7250226</c:v>
                </c:pt>
                <c:pt idx="11742">
                  <c:v>-7233496</c:v>
                </c:pt>
                <c:pt idx="11743">
                  <c:v>-7261453</c:v>
                </c:pt>
                <c:pt idx="11744">
                  <c:v>-7267996</c:v>
                </c:pt>
                <c:pt idx="11745">
                  <c:v>-7161754</c:v>
                </c:pt>
                <c:pt idx="11746">
                  <c:v>-7140704</c:v>
                </c:pt>
                <c:pt idx="11747">
                  <c:v>-7264350</c:v>
                </c:pt>
                <c:pt idx="11748">
                  <c:v>-7264963</c:v>
                </c:pt>
                <c:pt idx="11749">
                  <c:v>-7263914</c:v>
                </c:pt>
                <c:pt idx="11750">
                  <c:v>-7264324</c:v>
                </c:pt>
                <c:pt idx="11751">
                  <c:v>-7264844</c:v>
                </c:pt>
                <c:pt idx="11752">
                  <c:v>-7264903</c:v>
                </c:pt>
                <c:pt idx="11753">
                  <c:v>-7263916</c:v>
                </c:pt>
                <c:pt idx="11754">
                  <c:v>-7264829</c:v>
                </c:pt>
                <c:pt idx="11755">
                  <c:v>-7264543</c:v>
                </c:pt>
                <c:pt idx="11756">
                  <c:v>-7264581</c:v>
                </c:pt>
                <c:pt idx="11757">
                  <c:v>-7264471</c:v>
                </c:pt>
                <c:pt idx="11758">
                  <c:v>-7265044</c:v>
                </c:pt>
                <c:pt idx="11759">
                  <c:v>-7264160</c:v>
                </c:pt>
                <c:pt idx="11760">
                  <c:v>-7266949</c:v>
                </c:pt>
                <c:pt idx="11761">
                  <c:v>-7269336</c:v>
                </c:pt>
                <c:pt idx="11762">
                  <c:v>-7229580</c:v>
                </c:pt>
                <c:pt idx="11763">
                  <c:v>-7119573</c:v>
                </c:pt>
                <c:pt idx="11764">
                  <c:v>-7263188</c:v>
                </c:pt>
                <c:pt idx="11765">
                  <c:v>-7266201</c:v>
                </c:pt>
                <c:pt idx="11766">
                  <c:v>-7096001</c:v>
                </c:pt>
                <c:pt idx="11767">
                  <c:v>-7265564</c:v>
                </c:pt>
                <c:pt idx="11768">
                  <c:v>-7264223</c:v>
                </c:pt>
                <c:pt idx="11769">
                  <c:v>-7264239</c:v>
                </c:pt>
                <c:pt idx="11770">
                  <c:v>-7265390</c:v>
                </c:pt>
                <c:pt idx="11771">
                  <c:v>-7265390</c:v>
                </c:pt>
                <c:pt idx="11772">
                  <c:v>-7119469</c:v>
                </c:pt>
                <c:pt idx="11773">
                  <c:v>-7265075</c:v>
                </c:pt>
                <c:pt idx="11774">
                  <c:v>-7265176</c:v>
                </c:pt>
                <c:pt idx="11775">
                  <c:v>-7265617</c:v>
                </c:pt>
                <c:pt idx="11776">
                  <c:v>-7264516</c:v>
                </c:pt>
                <c:pt idx="11777">
                  <c:v>-7264223</c:v>
                </c:pt>
                <c:pt idx="11778">
                  <c:v>-7264317</c:v>
                </c:pt>
                <c:pt idx="11779">
                  <c:v>-7265175</c:v>
                </c:pt>
                <c:pt idx="11780">
                  <c:v>-7262230</c:v>
                </c:pt>
                <c:pt idx="11781">
                  <c:v>-7264316</c:v>
                </c:pt>
                <c:pt idx="11782">
                  <c:v>-7265044</c:v>
                </c:pt>
                <c:pt idx="11783">
                  <c:v>-7264888</c:v>
                </c:pt>
                <c:pt idx="11784">
                  <c:v>-7270334</c:v>
                </c:pt>
                <c:pt idx="11785">
                  <c:v>-7266291</c:v>
                </c:pt>
                <c:pt idx="11786">
                  <c:v>-7265501</c:v>
                </c:pt>
                <c:pt idx="11787">
                  <c:v>-7266846</c:v>
                </c:pt>
                <c:pt idx="11788">
                  <c:v>-7260968</c:v>
                </c:pt>
                <c:pt idx="11789">
                  <c:v>-7262977</c:v>
                </c:pt>
                <c:pt idx="11790">
                  <c:v>-7264551</c:v>
                </c:pt>
                <c:pt idx="11791">
                  <c:v>-7259157</c:v>
                </c:pt>
                <c:pt idx="11792">
                  <c:v>-7264478</c:v>
                </c:pt>
                <c:pt idx="11793">
                  <c:v>-7264833</c:v>
                </c:pt>
                <c:pt idx="11794">
                  <c:v>-7264516</c:v>
                </c:pt>
                <c:pt idx="11795">
                  <c:v>-7264551</c:v>
                </c:pt>
                <c:pt idx="11796">
                  <c:v>-7264675</c:v>
                </c:pt>
                <c:pt idx="11797">
                  <c:v>-7263042</c:v>
                </c:pt>
                <c:pt idx="11798">
                  <c:v>-7158393</c:v>
                </c:pt>
                <c:pt idx="11799">
                  <c:v>-7259157</c:v>
                </c:pt>
                <c:pt idx="11800">
                  <c:v>-7263278</c:v>
                </c:pt>
                <c:pt idx="11801">
                  <c:v>-7160287</c:v>
                </c:pt>
                <c:pt idx="11802">
                  <c:v>-7264755</c:v>
                </c:pt>
                <c:pt idx="11803">
                  <c:v>-7266851</c:v>
                </c:pt>
                <c:pt idx="11804">
                  <c:v>-7157971</c:v>
                </c:pt>
                <c:pt idx="11805">
                  <c:v>-7226350</c:v>
                </c:pt>
                <c:pt idx="11806">
                  <c:v>-7267256</c:v>
                </c:pt>
                <c:pt idx="11807">
                  <c:v>-7268666</c:v>
                </c:pt>
                <c:pt idx="11808">
                  <c:v>-7262355</c:v>
                </c:pt>
                <c:pt idx="11809">
                  <c:v>-7120507</c:v>
                </c:pt>
                <c:pt idx="11810">
                  <c:v>-7264203</c:v>
                </c:pt>
                <c:pt idx="11811">
                  <c:v>-7262977</c:v>
                </c:pt>
                <c:pt idx="11812">
                  <c:v>-7264240</c:v>
                </c:pt>
                <c:pt idx="11813">
                  <c:v>-7264981</c:v>
                </c:pt>
                <c:pt idx="11814">
                  <c:v>-7264421</c:v>
                </c:pt>
                <c:pt idx="11815">
                  <c:v>-7264460</c:v>
                </c:pt>
                <c:pt idx="11816">
                  <c:v>-7267619</c:v>
                </c:pt>
                <c:pt idx="11817">
                  <c:v>-7119469</c:v>
                </c:pt>
                <c:pt idx="11818">
                  <c:v>-7264551</c:v>
                </c:pt>
                <c:pt idx="11819">
                  <c:v>-7264478</c:v>
                </c:pt>
                <c:pt idx="11820">
                  <c:v>-7097495</c:v>
                </c:pt>
                <c:pt idx="11821">
                  <c:v>-7264711</c:v>
                </c:pt>
                <c:pt idx="11822">
                  <c:v>-7258925</c:v>
                </c:pt>
                <c:pt idx="11823">
                  <c:v>-7576004</c:v>
                </c:pt>
                <c:pt idx="11824">
                  <c:v>-7687697</c:v>
                </c:pt>
                <c:pt idx="11825">
                  <c:v>-7601052</c:v>
                </c:pt>
                <c:pt idx="11826">
                  <c:v>-7695355</c:v>
                </c:pt>
                <c:pt idx="11827">
                  <c:v>-7673549</c:v>
                </c:pt>
                <c:pt idx="11828">
                  <c:v>-7667055</c:v>
                </c:pt>
                <c:pt idx="11829">
                  <c:v>-7613353</c:v>
                </c:pt>
                <c:pt idx="11830">
                  <c:v>-7514724</c:v>
                </c:pt>
                <c:pt idx="11831">
                  <c:v>-7519578</c:v>
                </c:pt>
                <c:pt idx="11832">
                  <c:v>-7680258</c:v>
                </c:pt>
                <c:pt idx="11833">
                  <c:v>-7548083</c:v>
                </c:pt>
                <c:pt idx="11834">
                  <c:v>-7616338</c:v>
                </c:pt>
                <c:pt idx="11835">
                  <c:v>-7688643</c:v>
                </c:pt>
                <c:pt idx="11836">
                  <c:v>-7500245</c:v>
                </c:pt>
                <c:pt idx="11837">
                  <c:v>-7592124</c:v>
                </c:pt>
                <c:pt idx="11838">
                  <c:v>-7555907</c:v>
                </c:pt>
                <c:pt idx="11839">
                  <c:v>-7569632</c:v>
                </c:pt>
                <c:pt idx="11840">
                  <c:v>-7472651</c:v>
                </c:pt>
                <c:pt idx="11841">
                  <c:v>-7701983</c:v>
                </c:pt>
                <c:pt idx="11842">
                  <c:v>-7579014</c:v>
                </c:pt>
                <c:pt idx="11843">
                  <c:v>-7644112</c:v>
                </c:pt>
                <c:pt idx="11844">
                  <c:v>-7681204</c:v>
                </c:pt>
                <c:pt idx="11845">
                  <c:v>-7503531</c:v>
                </c:pt>
                <c:pt idx="11846">
                  <c:v>-7662058</c:v>
                </c:pt>
                <c:pt idx="11847">
                  <c:v>-7659433</c:v>
                </c:pt>
                <c:pt idx="11848">
                  <c:v>-7704560</c:v>
                </c:pt>
                <c:pt idx="11849">
                  <c:v>-7670315</c:v>
                </c:pt>
                <c:pt idx="11850">
                  <c:v>-7691625</c:v>
                </c:pt>
                <c:pt idx="11851">
                  <c:v>-7665750</c:v>
                </c:pt>
                <c:pt idx="11852">
                  <c:v>-7695953</c:v>
                </c:pt>
                <c:pt idx="11853">
                  <c:v>-7660901</c:v>
                </c:pt>
                <c:pt idx="11854">
                  <c:v>-7581345</c:v>
                </c:pt>
                <c:pt idx="11855">
                  <c:v>-7696063</c:v>
                </c:pt>
                <c:pt idx="11856">
                  <c:v>-7645281</c:v>
                </c:pt>
                <c:pt idx="11857">
                  <c:v>-7676067</c:v>
                </c:pt>
                <c:pt idx="11858">
                  <c:v>-7555545</c:v>
                </c:pt>
                <c:pt idx="11859">
                  <c:v>-7546493</c:v>
                </c:pt>
                <c:pt idx="11860">
                  <c:v>-7494498</c:v>
                </c:pt>
                <c:pt idx="11861">
                  <c:v>-7613279</c:v>
                </c:pt>
                <c:pt idx="11862">
                  <c:v>-7695956</c:v>
                </c:pt>
                <c:pt idx="11863">
                  <c:v>-7507960</c:v>
                </c:pt>
                <c:pt idx="11864">
                  <c:v>-7584718</c:v>
                </c:pt>
                <c:pt idx="11865">
                  <c:v>-7515787</c:v>
                </c:pt>
                <c:pt idx="11866">
                  <c:v>-7631505</c:v>
                </c:pt>
                <c:pt idx="11867">
                  <c:v>-7593424</c:v>
                </c:pt>
                <c:pt idx="11868">
                  <c:v>-7619198</c:v>
                </c:pt>
                <c:pt idx="11869">
                  <c:v>-7676888</c:v>
                </c:pt>
                <c:pt idx="11870">
                  <c:v>-7493867</c:v>
                </c:pt>
                <c:pt idx="11871">
                  <c:v>-7654733</c:v>
                </c:pt>
                <c:pt idx="11872">
                  <c:v>-7626226</c:v>
                </c:pt>
                <c:pt idx="11873">
                  <c:v>-7620502</c:v>
                </c:pt>
                <c:pt idx="11874">
                  <c:v>-7677708</c:v>
                </c:pt>
                <c:pt idx="11875">
                  <c:v>-7553497</c:v>
                </c:pt>
                <c:pt idx="11876">
                  <c:v>-7647878</c:v>
                </c:pt>
                <c:pt idx="11877">
                  <c:v>-7531989</c:v>
                </c:pt>
                <c:pt idx="11878">
                  <c:v>-7685176</c:v>
                </c:pt>
                <c:pt idx="11879">
                  <c:v>-7461619</c:v>
                </c:pt>
                <c:pt idx="11880">
                  <c:v>-7478432</c:v>
                </c:pt>
                <c:pt idx="11881">
                  <c:v>-7513898</c:v>
                </c:pt>
                <c:pt idx="11882">
                  <c:v>-7597745</c:v>
                </c:pt>
                <c:pt idx="11883">
                  <c:v>-7617566</c:v>
                </c:pt>
                <c:pt idx="11884">
                  <c:v>-7533373</c:v>
                </c:pt>
                <c:pt idx="11885">
                  <c:v>-7509773</c:v>
                </c:pt>
                <c:pt idx="11886">
                  <c:v>-7546735</c:v>
                </c:pt>
                <c:pt idx="11887">
                  <c:v>-7537274</c:v>
                </c:pt>
                <c:pt idx="11888">
                  <c:v>-7626528</c:v>
                </c:pt>
                <c:pt idx="11889">
                  <c:v>-7601113</c:v>
                </c:pt>
                <c:pt idx="11890">
                  <c:v>-7633403</c:v>
                </c:pt>
                <c:pt idx="11891">
                  <c:v>-7587761</c:v>
                </c:pt>
                <c:pt idx="11892">
                  <c:v>-7696875</c:v>
                </c:pt>
                <c:pt idx="11893">
                  <c:v>-7599346</c:v>
                </c:pt>
                <c:pt idx="11894">
                  <c:v>-7563633</c:v>
                </c:pt>
                <c:pt idx="11895">
                  <c:v>-7688167</c:v>
                </c:pt>
                <c:pt idx="11896">
                  <c:v>-7581531</c:v>
                </c:pt>
                <c:pt idx="11897">
                  <c:v>-7646830</c:v>
                </c:pt>
                <c:pt idx="11898">
                  <c:v>-7635854</c:v>
                </c:pt>
                <c:pt idx="11899">
                  <c:v>-7643500</c:v>
                </c:pt>
                <c:pt idx="11900">
                  <c:v>-7619956</c:v>
                </c:pt>
                <c:pt idx="11901">
                  <c:v>-7495917</c:v>
                </c:pt>
                <c:pt idx="11902">
                  <c:v>-7553099</c:v>
                </c:pt>
                <c:pt idx="11903">
                  <c:v>-7630485</c:v>
                </c:pt>
                <c:pt idx="11904">
                  <c:v>-7653599</c:v>
                </c:pt>
                <c:pt idx="11905">
                  <c:v>-7473430</c:v>
                </c:pt>
                <c:pt idx="11906">
                  <c:v>-7712576</c:v>
                </c:pt>
                <c:pt idx="11907">
                  <c:v>-7622886</c:v>
                </c:pt>
                <c:pt idx="11908">
                  <c:v>-7655693</c:v>
                </c:pt>
                <c:pt idx="11909">
                  <c:v>-7654493</c:v>
                </c:pt>
                <c:pt idx="11910">
                  <c:v>-7622845</c:v>
                </c:pt>
                <c:pt idx="11911">
                  <c:v>-7525925</c:v>
                </c:pt>
                <c:pt idx="11912">
                  <c:v>-7570332</c:v>
                </c:pt>
                <c:pt idx="11913">
                  <c:v>-7456154</c:v>
                </c:pt>
                <c:pt idx="11914">
                  <c:v>-7549165</c:v>
                </c:pt>
                <c:pt idx="11915">
                  <c:v>-7680568</c:v>
                </c:pt>
                <c:pt idx="11916">
                  <c:v>-7660684</c:v>
                </c:pt>
                <c:pt idx="11917">
                  <c:v>-7709811</c:v>
                </c:pt>
                <c:pt idx="11918">
                  <c:v>-7664284</c:v>
                </c:pt>
                <c:pt idx="11919">
                  <c:v>-7544853</c:v>
                </c:pt>
                <c:pt idx="11920">
                  <c:v>-7590563</c:v>
                </c:pt>
                <c:pt idx="11921">
                  <c:v>-7620426</c:v>
                </c:pt>
                <c:pt idx="11922">
                  <c:v>-7572628</c:v>
                </c:pt>
                <c:pt idx="11923">
                  <c:v>-7611279</c:v>
                </c:pt>
                <c:pt idx="11924">
                  <c:v>-7557216</c:v>
                </c:pt>
                <c:pt idx="11925">
                  <c:v>-7490004</c:v>
                </c:pt>
                <c:pt idx="11926">
                  <c:v>-7571923</c:v>
                </c:pt>
                <c:pt idx="11927">
                  <c:v>-7476951</c:v>
                </c:pt>
                <c:pt idx="11928">
                  <c:v>-7499358</c:v>
                </c:pt>
                <c:pt idx="11929">
                  <c:v>-7604243</c:v>
                </c:pt>
                <c:pt idx="11930">
                  <c:v>-7610927</c:v>
                </c:pt>
                <c:pt idx="11931">
                  <c:v>-7616099</c:v>
                </c:pt>
                <c:pt idx="11932">
                  <c:v>-7535889</c:v>
                </c:pt>
                <c:pt idx="11933">
                  <c:v>-7684329</c:v>
                </c:pt>
                <c:pt idx="11934">
                  <c:v>-7668881</c:v>
                </c:pt>
                <c:pt idx="11935">
                  <c:v>-7546775</c:v>
                </c:pt>
                <c:pt idx="11936">
                  <c:v>-7638323</c:v>
                </c:pt>
                <c:pt idx="11937">
                  <c:v>-7601861</c:v>
                </c:pt>
                <c:pt idx="11938">
                  <c:v>-7662711</c:v>
                </c:pt>
                <c:pt idx="11939">
                  <c:v>-7643790</c:v>
                </c:pt>
                <c:pt idx="11940">
                  <c:v>-7630331</c:v>
                </c:pt>
                <c:pt idx="11941">
                  <c:v>-7630152</c:v>
                </c:pt>
                <c:pt idx="11942">
                  <c:v>-7689419</c:v>
                </c:pt>
                <c:pt idx="11943">
                  <c:v>-7495960</c:v>
                </c:pt>
                <c:pt idx="11944">
                  <c:v>-7735309</c:v>
                </c:pt>
                <c:pt idx="11945">
                  <c:v>-7652277</c:v>
                </c:pt>
                <c:pt idx="11946">
                  <c:v>-7661632</c:v>
                </c:pt>
                <c:pt idx="11947">
                  <c:v>-7525349</c:v>
                </c:pt>
                <c:pt idx="11948">
                  <c:v>-7681277</c:v>
                </c:pt>
                <c:pt idx="11949">
                  <c:v>-7518131</c:v>
                </c:pt>
                <c:pt idx="11950">
                  <c:v>-7663581</c:v>
                </c:pt>
                <c:pt idx="11951">
                  <c:v>-7508662</c:v>
                </c:pt>
                <c:pt idx="11952">
                  <c:v>-7475470</c:v>
                </c:pt>
                <c:pt idx="11953">
                  <c:v>-7560310</c:v>
                </c:pt>
                <c:pt idx="11954">
                  <c:v>-7625304</c:v>
                </c:pt>
                <c:pt idx="11955">
                  <c:v>-7639842</c:v>
                </c:pt>
                <c:pt idx="11956">
                  <c:v>-7648833</c:v>
                </c:pt>
                <c:pt idx="11957">
                  <c:v>-7573918</c:v>
                </c:pt>
                <c:pt idx="11958">
                  <c:v>-7634603</c:v>
                </c:pt>
                <c:pt idx="11959">
                  <c:v>-7488880</c:v>
                </c:pt>
                <c:pt idx="11960">
                  <c:v>-7505823</c:v>
                </c:pt>
                <c:pt idx="11961">
                  <c:v>-7589869</c:v>
                </c:pt>
                <c:pt idx="11962">
                  <c:v>-7626906</c:v>
                </c:pt>
                <c:pt idx="11963">
                  <c:v>-7665132</c:v>
                </c:pt>
                <c:pt idx="11964">
                  <c:v>-7486772</c:v>
                </c:pt>
                <c:pt idx="11965">
                  <c:v>-7667815</c:v>
                </c:pt>
                <c:pt idx="11966">
                  <c:v>-7691366</c:v>
                </c:pt>
                <c:pt idx="11967">
                  <c:v>-7685959</c:v>
                </c:pt>
                <c:pt idx="11968">
                  <c:v>-7616398</c:v>
                </c:pt>
                <c:pt idx="11969">
                  <c:v>-7629161</c:v>
                </c:pt>
                <c:pt idx="11970">
                  <c:v>-7655022</c:v>
                </c:pt>
                <c:pt idx="11971">
                  <c:v>-7656380</c:v>
                </c:pt>
                <c:pt idx="11972">
                  <c:v>-7583945</c:v>
                </c:pt>
                <c:pt idx="11973">
                  <c:v>-7663745</c:v>
                </c:pt>
                <c:pt idx="11974">
                  <c:v>-7570249</c:v>
                </c:pt>
                <c:pt idx="11975">
                  <c:v>-7695944</c:v>
                </c:pt>
                <c:pt idx="11976">
                  <c:v>-7578858</c:v>
                </c:pt>
                <c:pt idx="11977">
                  <c:v>-7555778</c:v>
                </c:pt>
                <c:pt idx="11978">
                  <c:v>-7640567</c:v>
                </c:pt>
                <c:pt idx="11979">
                  <c:v>-7664628</c:v>
                </c:pt>
                <c:pt idx="11980">
                  <c:v>-7622538</c:v>
                </c:pt>
                <c:pt idx="11981">
                  <c:v>-7558824</c:v>
                </c:pt>
                <c:pt idx="11982">
                  <c:v>-7607685</c:v>
                </c:pt>
                <c:pt idx="11983">
                  <c:v>-7478268</c:v>
                </c:pt>
                <c:pt idx="11984">
                  <c:v>-7617005</c:v>
                </c:pt>
                <c:pt idx="11985">
                  <c:v>-7568111</c:v>
                </c:pt>
                <c:pt idx="11986">
                  <c:v>-7487764</c:v>
                </c:pt>
                <c:pt idx="11987">
                  <c:v>-7579719</c:v>
                </c:pt>
                <c:pt idx="11988">
                  <c:v>-7605853</c:v>
                </c:pt>
                <c:pt idx="11989">
                  <c:v>-7544010</c:v>
                </c:pt>
                <c:pt idx="11990">
                  <c:v>-7653547</c:v>
                </c:pt>
                <c:pt idx="11991">
                  <c:v>-7658436</c:v>
                </c:pt>
                <c:pt idx="11992">
                  <c:v>-7655070</c:v>
                </c:pt>
                <c:pt idx="11993">
                  <c:v>-7645381</c:v>
                </c:pt>
                <c:pt idx="11994">
                  <c:v>-7517216</c:v>
                </c:pt>
                <c:pt idx="11995">
                  <c:v>-7647988</c:v>
                </c:pt>
                <c:pt idx="11996">
                  <c:v>-7632213</c:v>
                </c:pt>
                <c:pt idx="11997">
                  <c:v>-7640444</c:v>
                </c:pt>
                <c:pt idx="11998">
                  <c:v>-7457298</c:v>
                </c:pt>
                <c:pt idx="11999">
                  <c:v>-7563491</c:v>
                </c:pt>
                <c:pt idx="12000">
                  <c:v>-7519045</c:v>
                </c:pt>
                <c:pt idx="12001">
                  <c:v>-7542177</c:v>
                </c:pt>
                <c:pt idx="12002">
                  <c:v>-7479431</c:v>
                </c:pt>
                <c:pt idx="12003">
                  <c:v>-7453635</c:v>
                </c:pt>
                <c:pt idx="12004">
                  <c:v>-7638828</c:v>
                </c:pt>
                <c:pt idx="12005">
                  <c:v>-7562533</c:v>
                </c:pt>
                <c:pt idx="12006">
                  <c:v>-7606723</c:v>
                </c:pt>
                <c:pt idx="12007">
                  <c:v>-7640957</c:v>
                </c:pt>
                <c:pt idx="12008">
                  <c:v>-7561487</c:v>
                </c:pt>
                <c:pt idx="12009">
                  <c:v>-7638550</c:v>
                </c:pt>
                <c:pt idx="12010">
                  <c:v>-7576317</c:v>
                </c:pt>
                <c:pt idx="12011">
                  <c:v>-7557711</c:v>
                </c:pt>
                <c:pt idx="12012">
                  <c:v>-7564094</c:v>
                </c:pt>
                <c:pt idx="12013">
                  <c:v>-7477586</c:v>
                </c:pt>
                <c:pt idx="12014">
                  <c:v>-7520489</c:v>
                </c:pt>
                <c:pt idx="12015">
                  <c:v>-7647683</c:v>
                </c:pt>
                <c:pt idx="12016">
                  <c:v>-7638906</c:v>
                </c:pt>
                <c:pt idx="12017">
                  <c:v>-7479869</c:v>
                </c:pt>
                <c:pt idx="12018">
                  <c:v>-7583577</c:v>
                </c:pt>
                <c:pt idx="12019">
                  <c:v>-7586673</c:v>
                </c:pt>
                <c:pt idx="12020">
                  <c:v>-7631559</c:v>
                </c:pt>
                <c:pt idx="12021">
                  <c:v>-7642679</c:v>
                </c:pt>
                <c:pt idx="12022">
                  <c:v>-7528734</c:v>
                </c:pt>
                <c:pt idx="12023">
                  <c:v>-7528835</c:v>
                </c:pt>
                <c:pt idx="12024">
                  <c:v>-7540616</c:v>
                </c:pt>
                <c:pt idx="12025">
                  <c:v>-7519997</c:v>
                </c:pt>
                <c:pt idx="12026">
                  <c:v>-7493508</c:v>
                </c:pt>
                <c:pt idx="12027">
                  <c:v>-7699770</c:v>
                </c:pt>
                <c:pt idx="12028">
                  <c:v>-7650786</c:v>
                </c:pt>
                <c:pt idx="12029">
                  <c:v>-7657915</c:v>
                </c:pt>
                <c:pt idx="12030">
                  <c:v>-7595474</c:v>
                </c:pt>
                <c:pt idx="12031">
                  <c:v>-7549473</c:v>
                </c:pt>
                <c:pt idx="12032">
                  <c:v>-7615520</c:v>
                </c:pt>
                <c:pt idx="12033">
                  <c:v>-7645092</c:v>
                </c:pt>
                <c:pt idx="12034">
                  <c:v>-7681413</c:v>
                </c:pt>
                <c:pt idx="12035">
                  <c:v>-7481095</c:v>
                </c:pt>
                <c:pt idx="12036">
                  <c:v>-7511764</c:v>
                </c:pt>
                <c:pt idx="12037">
                  <c:v>-7550335</c:v>
                </c:pt>
                <c:pt idx="12038">
                  <c:v>-7608357</c:v>
                </c:pt>
                <c:pt idx="12039">
                  <c:v>-7522962</c:v>
                </c:pt>
                <c:pt idx="12040">
                  <c:v>-7587596</c:v>
                </c:pt>
                <c:pt idx="12041">
                  <c:v>-7654248</c:v>
                </c:pt>
                <c:pt idx="12042">
                  <c:v>-7704876</c:v>
                </c:pt>
                <c:pt idx="12043">
                  <c:v>-7711173</c:v>
                </c:pt>
                <c:pt idx="12044">
                  <c:v>-7599668</c:v>
                </c:pt>
                <c:pt idx="12045">
                  <c:v>-7637176</c:v>
                </c:pt>
                <c:pt idx="12046">
                  <c:v>-7548617</c:v>
                </c:pt>
                <c:pt idx="12047">
                  <c:v>-7453551</c:v>
                </c:pt>
                <c:pt idx="12048">
                  <c:v>-7732905</c:v>
                </c:pt>
                <c:pt idx="12049">
                  <c:v>-7661716</c:v>
                </c:pt>
                <c:pt idx="12050">
                  <c:v>-7669744</c:v>
                </c:pt>
                <c:pt idx="12051">
                  <c:v>-7619515</c:v>
                </c:pt>
                <c:pt idx="12052">
                  <c:v>-7660865</c:v>
                </c:pt>
                <c:pt idx="12053">
                  <c:v>-7449492</c:v>
                </c:pt>
                <c:pt idx="12054">
                  <c:v>-7627222</c:v>
                </c:pt>
                <c:pt idx="12055">
                  <c:v>-7480350</c:v>
                </c:pt>
                <c:pt idx="12056">
                  <c:v>-7582490</c:v>
                </c:pt>
                <c:pt idx="12057">
                  <c:v>-7558691</c:v>
                </c:pt>
                <c:pt idx="12058">
                  <c:v>-7535981</c:v>
                </c:pt>
                <c:pt idx="12059">
                  <c:v>-7654669</c:v>
                </c:pt>
                <c:pt idx="12060">
                  <c:v>-7641777</c:v>
                </c:pt>
                <c:pt idx="12061">
                  <c:v>-7582850</c:v>
                </c:pt>
                <c:pt idx="12062">
                  <c:v>-7538848</c:v>
                </c:pt>
                <c:pt idx="12063">
                  <c:v>-7477921</c:v>
                </c:pt>
                <c:pt idx="12064">
                  <c:v>-7647774</c:v>
                </c:pt>
                <c:pt idx="12065">
                  <c:v>-7607115</c:v>
                </c:pt>
                <c:pt idx="12066">
                  <c:v>-7529412</c:v>
                </c:pt>
                <c:pt idx="12067">
                  <c:v>-7576038</c:v>
                </c:pt>
                <c:pt idx="12068">
                  <c:v>-7692641</c:v>
                </c:pt>
                <c:pt idx="12069">
                  <c:v>-7575445</c:v>
                </c:pt>
                <c:pt idx="12070">
                  <c:v>-7515487</c:v>
                </c:pt>
                <c:pt idx="12071">
                  <c:v>-7662449</c:v>
                </c:pt>
                <c:pt idx="12072">
                  <c:v>-7494066</c:v>
                </c:pt>
                <c:pt idx="12073">
                  <c:v>-7510017</c:v>
                </c:pt>
                <c:pt idx="12074">
                  <c:v>-7624186</c:v>
                </c:pt>
                <c:pt idx="12075">
                  <c:v>-7655168</c:v>
                </c:pt>
                <c:pt idx="12076">
                  <c:v>-7604697</c:v>
                </c:pt>
                <c:pt idx="12077">
                  <c:v>-7680103</c:v>
                </c:pt>
                <c:pt idx="12078">
                  <c:v>-7627491</c:v>
                </c:pt>
                <c:pt idx="12079">
                  <c:v>-7666214</c:v>
                </c:pt>
                <c:pt idx="12080">
                  <c:v>-7592177</c:v>
                </c:pt>
                <c:pt idx="12081">
                  <c:v>-7540703</c:v>
                </c:pt>
                <c:pt idx="12082">
                  <c:v>-7590499</c:v>
                </c:pt>
                <c:pt idx="12083">
                  <c:v>-7664189</c:v>
                </c:pt>
                <c:pt idx="12084">
                  <c:v>-7565106</c:v>
                </c:pt>
                <c:pt idx="12085">
                  <c:v>-7652500</c:v>
                </c:pt>
                <c:pt idx="12086">
                  <c:v>-7651256</c:v>
                </c:pt>
                <c:pt idx="12087">
                  <c:v>-7675159</c:v>
                </c:pt>
                <c:pt idx="12088">
                  <c:v>-7669831</c:v>
                </c:pt>
                <c:pt idx="12089">
                  <c:v>-7673433</c:v>
                </c:pt>
                <c:pt idx="12090">
                  <c:v>-7584857</c:v>
                </c:pt>
                <c:pt idx="12091">
                  <c:v>-7518970</c:v>
                </c:pt>
                <c:pt idx="12092">
                  <c:v>-7512413</c:v>
                </c:pt>
                <c:pt idx="12093">
                  <c:v>-7626449</c:v>
                </c:pt>
                <c:pt idx="12094">
                  <c:v>-7695627</c:v>
                </c:pt>
                <c:pt idx="12095">
                  <c:v>-7529009</c:v>
                </c:pt>
                <c:pt idx="12096">
                  <c:v>-7506131</c:v>
                </c:pt>
                <c:pt idx="12097">
                  <c:v>-7550518</c:v>
                </c:pt>
                <c:pt idx="12098">
                  <c:v>-7646081</c:v>
                </c:pt>
                <c:pt idx="12099">
                  <c:v>-7656139</c:v>
                </c:pt>
                <c:pt idx="12100">
                  <c:v>-7452308</c:v>
                </c:pt>
                <c:pt idx="12101">
                  <c:v>-7714074</c:v>
                </c:pt>
                <c:pt idx="12102">
                  <c:v>-7613754</c:v>
                </c:pt>
                <c:pt idx="12103">
                  <c:v>-7582399</c:v>
                </c:pt>
                <c:pt idx="12104">
                  <c:v>-7652919</c:v>
                </c:pt>
                <c:pt idx="12105">
                  <c:v>-7673899</c:v>
                </c:pt>
                <c:pt idx="12106">
                  <c:v>-7611849</c:v>
                </c:pt>
                <c:pt idx="12107">
                  <c:v>-7575907</c:v>
                </c:pt>
                <c:pt idx="12108">
                  <c:v>-7568237</c:v>
                </c:pt>
                <c:pt idx="12109">
                  <c:v>-7697649</c:v>
                </c:pt>
                <c:pt idx="12110">
                  <c:v>-7447988</c:v>
                </c:pt>
                <c:pt idx="12111">
                  <c:v>-7657574</c:v>
                </c:pt>
                <c:pt idx="12112">
                  <c:v>-7626189</c:v>
                </c:pt>
                <c:pt idx="12113">
                  <c:v>-7598908</c:v>
                </c:pt>
                <c:pt idx="12114">
                  <c:v>-7625796</c:v>
                </c:pt>
                <c:pt idx="12115">
                  <c:v>-7590132</c:v>
                </c:pt>
                <c:pt idx="12116">
                  <c:v>-7671005</c:v>
                </c:pt>
                <c:pt idx="12117">
                  <c:v>-7664747</c:v>
                </c:pt>
                <c:pt idx="12118">
                  <c:v>-7533479</c:v>
                </c:pt>
                <c:pt idx="12119">
                  <c:v>-7562101</c:v>
                </c:pt>
                <c:pt idx="12120">
                  <c:v>-7636452</c:v>
                </c:pt>
                <c:pt idx="12121">
                  <c:v>-7577445</c:v>
                </c:pt>
                <c:pt idx="12122">
                  <c:v>-7635851</c:v>
                </c:pt>
                <c:pt idx="12123">
                  <c:v>-7569470</c:v>
                </c:pt>
                <c:pt idx="12124">
                  <c:v>-7508910</c:v>
                </c:pt>
                <c:pt idx="12125">
                  <c:v>-7573770</c:v>
                </c:pt>
                <c:pt idx="12126">
                  <c:v>-7514517</c:v>
                </c:pt>
                <c:pt idx="12127">
                  <c:v>-7635958</c:v>
                </c:pt>
                <c:pt idx="12128">
                  <c:v>-7701367</c:v>
                </c:pt>
                <c:pt idx="12129">
                  <c:v>-7577118</c:v>
                </c:pt>
                <c:pt idx="12130">
                  <c:v>-7546501</c:v>
                </c:pt>
                <c:pt idx="12131">
                  <c:v>-7655612</c:v>
                </c:pt>
                <c:pt idx="12132">
                  <c:v>-7662377</c:v>
                </c:pt>
                <c:pt idx="12133">
                  <c:v>-7621396</c:v>
                </c:pt>
                <c:pt idx="12134">
                  <c:v>-7683572</c:v>
                </c:pt>
                <c:pt idx="12135">
                  <c:v>-7620589</c:v>
                </c:pt>
                <c:pt idx="12136">
                  <c:v>-7643130</c:v>
                </c:pt>
                <c:pt idx="12137">
                  <c:v>-7637505</c:v>
                </c:pt>
                <c:pt idx="12138">
                  <c:v>-7682069</c:v>
                </c:pt>
                <c:pt idx="12139">
                  <c:v>-7518610</c:v>
                </c:pt>
                <c:pt idx="12140">
                  <c:v>-7447100</c:v>
                </c:pt>
                <c:pt idx="12141">
                  <c:v>-7655359</c:v>
                </c:pt>
                <c:pt idx="12142">
                  <c:v>-7522823</c:v>
                </c:pt>
                <c:pt idx="12143">
                  <c:v>-7477921</c:v>
                </c:pt>
                <c:pt idx="12144">
                  <c:v>-7513799</c:v>
                </c:pt>
                <c:pt idx="12145">
                  <c:v>-7634883</c:v>
                </c:pt>
                <c:pt idx="12146">
                  <c:v>-7576314</c:v>
                </c:pt>
                <c:pt idx="12147">
                  <c:v>-7550402</c:v>
                </c:pt>
                <c:pt idx="12148">
                  <c:v>-7711756</c:v>
                </c:pt>
                <c:pt idx="12149">
                  <c:v>-7626059</c:v>
                </c:pt>
                <c:pt idx="12150">
                  <c:v>-7649702</c:v>
                </c:pt>
                <c:pt idx="12151">
                  <c:v>-7654273</c:v>
                </c:pt>
                <c:pt idx="12152">
                  <c:v>-7628273</c:v>
                </c:pt>
                <c:pt idx="12153">
                  <c:v>-7589266</c:v>
                </c:pt>
                <c:pt idx="12154">
                  <c:v>-7595965</c:v>
                </c:pt>
                <c:pt idx="12155">
                  <c:v>-7481100</c:v>
                </c:pt>
                <c:pt idx="12156">
                  <c:v>-7489688</c:v>
                </c:pt>
                <c:pt idx="12157">
                  <c:v>-7675394</c:v>
                </c:pt>
                <c:pt idx="12158">
                  <c:v>-7585043</c:v>
                </c:pt>
                <c:pt idx="12159">
                  <c:v>-7656574</c:v>
                </c:pt>
                <c:pt idx="12160">
                  <c:v>-7654784</c:v>
                </c:pt>
                <c:pt idx="12161">
                  <c:v>-7579482</c:v>
                </c:pt>
                <c:pt idx="12162">
                  <c:v>-7509021</c:v>
                </c:pt>
                <c:pt idx="12163">
                  <c:v>-7588290</c:v>
                </c:pt>
                <c:pt idx="12164">
                  <c:v>-7514906</c:v>
                </c:pt>
                <c:pt idx="12165">
                  <c:v>-7564464</c:v>
                </c:pt>
                <c:pt idx="12166">
                  <c:v>-7522255</c:v>
                </c:pt>
                <c:pt idx="12167">
                  <c:v>-7520019</c:v>
                </c:pt>
                <c:pt idx="12168">
                  <c:v>-7695449</c:v>
                </c:pt>
                <c:pt idx="12169">
                  <c:v>-7476526</c:v>
                </c:pt>
                <c:pt idx="12170">
                  <c:v>-7653112</c:v>
                </c:pt>
                <c:pt idx="12171">
                  <c:v>-7464877</c:v>
                </c:pt>
                <c:pt idx="12172">
                  <c:v>-7589605</c:v>
                </c:pt>
                <c:pt idx="12173">
                  <c:v>-7671472</c:v>
                </c:pt>
                <c:pt idx="12174">
                  <c:v>-7591438</c:v>
                </c:pt>
                <c:pt idx="12175">
                  <c:v>-7535960</c:v>
                </c:pt>
                <c:pt idx="12176">
                  <c:v>-7643141</c:v>
                </c:pt>
                <c:pt idx="12177">
                  <c:v>-7659279</c:v>
                </c:pt>
                <c:pt idx="12178">
                  <c:v>-7579634</c:v>
                </c:pt>
                <c:pt idx="12179">
                  <c:v>-7675511</c:v>
                </c:pt>
                <c:pt idx="12180">
                  <c:v>-7589050</c:v>
                </c:pt>
                <c:pt idx="12181">
                  <c:v>-7572014</c:v>
                </c:pt>
                <c:pt idx="12182">
                  <c:v>-7640801</c:v>
                </c:pt>
                <c:pt idx="12183">
                  <c:v>-7642045</c:v>
                </c:pt>
                <c:pt idx="12184">
                  <c:v>-7619956</c:v>
                </c:pt>
                <c:pt idx="12185">
                  <c:v>-7661988</c:v>
                </c:pt>
                <c:pt idx="12186">
                  <c:v>-7596590</c:v>
                </c:pt>
                <c:pt idx="12187">
                  <c:v>-7505523</c:v>
                </c:pt>
                <c:pt idx="12188">
                  <c:v>-7474797</c:v>
                </c:pt>
                <c:pt idx="12189">
                  <c:v>-7572396</c:v>
                </c:pt>
                <c:pt idx="12190">
                  <c:v>-7582967</c:v>
                </c:pt>
                <c:pt idx="12191">
                  <c:v>-7590902</c:v>
                </c:pt>
                <c:pt idx="12192">
                  <c:v>-7469809</c:v>
                </c:pt>
                <c:pt idx="12193">
                  <c:v>-7669028</c:v>
                </c:pt>
                <c:pt idx="12194">
                  <c:v>-7596590</c:v>
                </c:pt>
                <c:pt idx="12195">
                  <c:v>-7487064</c:v>
                </c:pt>
                <c:pt idx="12196">
                  <c:v>-7586281</c:v>
                </c:pt>
                <c:pt idx="12197">
                  <c:v>-7475286</c:v>
                </c:pt>
                <c:pt idx="12198">
                  <c:v>-7586517</c:v>
                </c:pt>
                <c:pt idx="12199">
                  <c:v>-7450243</c:v>
                </c:pt>
                <c:pt idx="12200">
                  <c:v>-7666023</c:v>
                </c:pt>
                <c:pt idx="12201">
                  <c:v>-7485893</c:v>
                </c:pt>
                <c:pt idx="12202">
                  <c:v>-7700331</c:v>
                </c:pt>
                <c:pt idx="12203">
                  <c:v>-7588765</c:v>
                </c:pt>
                <c:pt idx="12204">
                  <c:v>-7510747</c:v>
                </c:pt>
                <c:pt idx="12205">
                  <c:v>-7598878</c:v>
                </c:pt>
                <c:pt idx="12206">
                  <c:v>-7503350</c:v>
                </c:pt>
                <c:pt idx="12207">
                  <c:v>-7694154</c:v>
                </c:pt>
                <c:pt idx="12208">
                  <c:v>-7695246</c:v>
                </c:pt>
                <c:pt idx="12209">
                  <c:v>-7653724</c:v>
                </c:pt>
                <c:pt idx="12210">
                  <c:v>-7587560</c:v>
                </c:pt>
                <c:pt idx="12211">
                  <c:v>-7575230</c:v>
                </c:pt>
                <c:pt idx="12212">
                  <c:v>-7632098</c:v>
                </c:pt>
                <c:pt idx="12213">
                  <c:v>-7624771</c:v>
                </c:pt>
                <c:pt idx="12214">
                  <c:v>-7695359</c:v>
                </c:pt>
                <c:pt idx="12215">
                  <c:v>-7730798</c:v>
                </c:pt>
                <c:pt idx="12216">
                  <c:v>-7686344</c:v>
                </c:pt>
                <c:pt idx="12217">
                  <c:v>-7664264</c:v>
                </c:pt>
                <c:pt idx="12218">
                  <c:v>-7631284</c:v>
                </c:pt>
                <c:pt idx="12219">
                  <c:v>-7645876</c:v>
                </c:pt>
                <c:pt idx="12220">
                  <c:v>-7609517</c:v>
                </c:pt>
                <c:pt idx="12221">
                  <c:v>-7578014</c:v>
                </c:pt>
                <c:pt idx="12222">
                  <c:v>-7507407</c:v>
                </c:pt>
                <c:pt idx="12223">
                  <c:v>-7556754</c:v>
                </c:pt>
                <c:pt idx="12224">
                  <c:v>-7713059</c:v>
                </c:pt>
                <c:pt idx="12225">
                  <c:v>-7583897</c:v>
                </c:pt>
                <c:pt idx="12226">
                  <c:v>-7655350</c:v>
                </c:pt>
                <c:pt idx="12227">
                  <c:v>-7486542</c:v>
                </c:pt>
                <c:pt idx="12228">
                  <c:v>-7679278</c:v>
                </c:pt>
                <c:pt idx="12229">
                  <c:v>-7613711</c:v>
                </c:pt>
                <c:pt idx="12230">
                  <c:v>-7630766</c:v>
                </c:pt>
                <c:pt idx="12231">
                  <c:v>-7630463</c:v>
                </c:pt>
                <c:pt idx="12232">
                  <c:v>-7589441</c:v>
                </c:pt>
                <c:pt idx="12233">
                  <c:v>-7522676</c:v>
                </c:pt>
                <c:pt idx="12234">
                  <c:v>-7485819</c:v>
                </c:pt>
                <c:pt idx="12235">
                  <c:v>-7614572</c:v>
                </c:pt>
                <c:pt idx="12236">
                  <c:v>-7556581</c:v>
                </c:pt>
                <c:pt idx="12237">
                  <c:v>-7699325</c:v>
                </c:pt>
                <c:pt idx="12238">
                  <c:v>-7564199</c:v>
                </c:pt>
                <c:pt idx="12239">
                  <c:v>-7581979</c:v>
                </c:pt>
                <c:pt idx="12240">
                  <c:v>-7702432</c:v>
                </c:pt>
                <c:pt idx="12241">
                  <c:v>-7592749</c:v>
                </c:pt>
                <c:pt idx="12242">
                  <c:v>-7702709</c:v>
                </c:pt>
                <c:pt idx="12243">
                  <c:v>-7647057</c:v>
                </c:pt>
                <c:pt idx="12244">
                  <c:v>-7659090</c:v>
                </c:pt>
                <c:pt idx="12245">
                  <c:v>-7570663</c:v>
                </c:pt>
                <c:pt idx="12246">
                  <c:v>-7597733</c:v>
                </c:pt>
                <c:pt idx="12247">
                  <c:v>-7674289</c:v>
                </c:pt>
                <c:pt idx="12248">
                  <c:v>-7634242</c:v>
                </c:pt>
                <c:pt idx="12249">
                  <c:v>-7572126</c:v>
                </c:pt>
                <c:pt idx="12250">
                  <c:v>-7643629</c:v>
                </c:pt>
                <c:pt idx="12251">
                  <c:v>-7495620</c:v>
                </c:pt>
                <c:pt idx="12252">
                  <c:v>-7637688</c:v>
                </c:pt>
                <c:pt idx="12253">
                  <c:v>-7473273</c:v>
                </c:pt>
                <c:pt idx="12254">
                  <c:v>-7520713</c:v>
                </c:pt>
                <c:pt idx="12255">
                  <c:v>-7652281</c:v>
                </c:pt>
                <c:pt idx="12256">
                  <c:v>-7685936</c:v>
                </c:pt>
                <c:pt idx="12257">
                  <c:v>-7674411</c:v>
                </c:pt>
                <c:pt idx="12258">
                  <c:v>-7469750</c:v>
                </c:pt>
                <c:pt idx="12259">
                  <c:v>-7691337</c:v>
                </c:pt>
                <c:pt idx="12260">
                  <c:v>-7621705</c:v>
                </c:pt>
                <c:pt idx="12261">
                  <c:v>-7615657</c:v>
                </c:pt>
                <c:pt idx="12262">
                  <c:v>-7690372</c:v>
                </c:pt>
                <c:pt idx="12263">
                  <c:v>-7673145</c:v>
                </c:pt>
                <c:pt idx="12264">
                  <c:v>-7472728</c:v>
                </c:pt>
                <c:pt idx="12265">
                  <c:v>-7684676</c:v>
                </c:pt>
                <c:pt idx="12266">
                  <c:v>-7524743</c:v>
                </c:pt>
                <c:pt idx="12267">
                  <c:v>-7510431</c:v>
                </c:pt>
                <c:pt idx="12268">
                  <c:v>-7651420</c:v>
                </c:pt>
                <c:pt idx="12269">
                  <c:v>-7679332</c:v>
                </c:pt>
                <c:pt idx="12270">
                  <c:v>-7511259</c:v>
                </c:pt>
                <c:pt idx="12271">
                  <c:v>-7483904</c:v>
                </c:pt>
                <c:pt idx="12272">
                  <c:v>-7693415</c:v>
                </c:pt>
                <c:pt idx="12273">
                  <c:v>-7688897</c:v>
                </c:pt>
                <c:pt idx="12274">
                  <c:v>-7508635</c:v>
                </c:pt>
                <c:pt idx="12275">
                  <c:v>-7544029</c:v>
                </c:pt>
                <c:pt idx="12276">
                  <c:v>-7637211</c:v>
                </c:pt>
                <c:pt idx="12277">
                  <c:v>-7709287</c:v>
                </c:pt>
                <c:pt idx="12278">
                  <c:v>-7664954</c:v>
                </c:pt>
                <c:pt idx="12279">
                  <c:v>-7640233</c:v>
                </c:pt>
                <c:pt idx="12280">
                  <c:v>-7537619</c:v>
                </c:pt>
                <c:pt idx="12281">
                  <c:v>-7630110</c:v>
                </c:pt>
                <c:pt idx="12282">
                  <c:v>-7514314</c:v>
                </c:pt>
                <c:pt idx="12283">
                  <c:v>-7646812</c:v>
                </c:pt>
                <c:pt idx="12284">
                  <c:v>-7667758</c:v>
                </c:pt>
                <c:pt idx="12285">
                  <c:v>-7617236</c:v>
                </c:pt>
                <c:pt idx="12286">
                  <c:v>-7564683</c:v>
                </c:pt>
                <c:pt idx="12287">
                  <c:v>-7576266</c:v>
                </c:pt>
                <c:pt idx="12288">
                  <c:v>-7470004</c:v>
                </c:pt>
                <c:pt idx="12289">
                  <c:v>-7554136</c:v>
                </c:pt>
                <c:pt idx="12290">
                  <c:v>-7657608</c:v>
                </c:pt>
                <c:pt idx="12291">
                  <c:v>-7527756</c:v>
                </c:pt>
                <c:pt idx="12292">
                  <c:v>-7702190</c:v>
                </c:pt>
                <c:pt idx="12293">
                  <c:v>-7492392</c:v>
                </c:pt>
                <c:pt idx="12294">
                  <c:v>-7518574</c:v>
                </c:pt>
                <c:pt idx="12295">
                  <c:v>-7673338</c:v>
                </c:pt>
                <c:pt idx="12296">
                  <c:v>-7624621</c:v>
                </c:pt>
                <c:pt idx="12297">
                  <c:v>-7628267</c:v>
                </c:pt>
                <c:pt idx="12298">
                  <c:v>-7521708</c:v>
                </c:pt>
                <c:pt idx="12299">
                  <c:v>-7630094</c:v>
                </c:pt>
                <c:pt idx="12300">
                  <c:v>-7718221</c:v>
                </c:pt>
                <c:pt idx="12301">
                  <c:v>-7543336</c:v>
                </c:pt>
                <c:pt idx="12302">
                  <c:v>-7597101</c:v>
                </c:pt>
                <c:pt idx="12303">
                  <c:v>-7672672</c:v>
                </c:pt>
                <c:pt idx="12304">
                  <c:v>-7673963</c:v>
                </c:pt>
                <c:pt idx="12305">
                  <c:v>-7565737</c:v>
                </c:pt>
                <c:pt idx="12306">
                  <c:v>-7451425</c:v>
                </c:pt>
                <c:pt idx="12307">
                  <c:v>-7654385</c:v>
                </c:pt>
                <c:pt idx="12308">
                  <c:v>-7681104</c:v>
                </c:pt>
                <c:pt idx="12309">
                  <c:v>-7641821</c:v>
                </c:pt>
                <c:pt idx="12310">
                  <c:v>-7573957</c:v>
                </c:pt>
                <c:pt idx="12311">
                  <c:v>-7516457</c:v>
                </c:pt>
                <c:pt idx="12312">
                  <c:v>-7625918</c:v>
                </c:pt>
                <c:pt idx="12313">
                  <c:v>-7520271</c:v>
                </c:pt>
                <c:pt idx="12314">
                  <c:v>-7685890</c:v>
                </c:pt>
                <c:pt idx="12315">
                  <c:v>-7502719</c:v>
                </c:pt>
                <c:pt idx="12316">
                  <c:v>-7680841</c:v>
                </c:pt>
                <c:pt idx="12317">
                  <c:v>-7641861</c:v>
                </c:pt>
                <c:pt idx="12318">
                  <c:v>-7442375</c:v>
                </c:pt>
                <c:pt idx="12319">
                  <c:v>-7586185</c:v>
                </c:pt>
                <c:pt idx="12320">
                  <c:v>-7604131</c:v>
                </c:pt>
                <c:pt idx="12321">
                  <c:v>-7660121</c:v>
                </c:pt>
                <c:pt idx="12322">
                  <c:v>-7473670</c:v>
                </c:pt>
                <c:pt idx="12323">
                  <c:v>-7688353</c:v>
                </c:pt>
                <c:pt idx="12324">
                  <c:v>-7676306</c:v>
                </c:pt>
                <c:pt idx="12325">
                  <c:v>-7487289</c:v>
                </c:pt>
                <c:pt idx="12326">
                  <c:v>-7506774</c:v>
                </c:pt>
                <c:pt idx="12327">
                  <c:v>-7457273</c:v>
                </c:pt>
                <c:pt idx="12328">
                  <c:v>-7534898</c:v>
                </c:pt>
                <c:pt idx="12329">
                  <c:v>-7670129</c:v>
                </c:pt>
                <c:pt idx="12330">
                  <c:v>-7612018</c:v>
                </c:pt>
                <c:pt idx="12331">
                  <c:v>-7586971</c:v>
                </c:pt>
                <c:pt idx="12332">
                  <c:v>-7624430</c:v>
                </c:pt>
                <c:pt idx="12333">
                  <c:v>-7641571</c:v>
                </c:pt>
                <c:pt idx="12334">
                  <c:v>-7475516</c:v>
                </c:pt>
                <c:pt idx="12335">
                  <c:v>-7602782</c:v>
                </c:pt>
                <c:pt idx="12336">
                  <c:v>-7599022</c:v>
                </c:pt>
                <c:pt idx="12337">
                  <c:v>-7540469</c:v>
                </c:pt>
                <c:pt idx="12338">
                  <c:v>-7612965</c:v>
                </c:pt>
                <c:pt idx="12339">
                  <c:v>-7649060</c:v>
                </c:pt>
                <c:pt idx="12340">
                  <c:v>-7482739</c:v>
                </c:pt>
                <c:pt idx="12341">
                  <c:v>-7472830</c:v>
                </c:pt>
                <c:pt idx="12342">
                  <c:v>-7624465</c:v>
                </c:pt>
                <c:pt idx="12343">
                  <c:v>-7647774</c:v>
                </c:pt>
                <c:pt idx="12344">
                  <c:v>-7548480</c:v>
                </c:pt>
                <c:pt idx="12345">
                  <c:v>-7548333</c:v>
                </c:pt>
                <c:pt idx="12346">
                  <c:v>-7508483</c:v>
                </c:pt>
                <c:pt idx="12347">
                  <c:v>-7465854</c:v>
                </c:pt>
                <c:pt idx="12348">
                  <c:v>-7462453</c:v>
                </c:pt>
                <c:pt idx="12349">
                  <c:v>-7529987</c:v>
                </c:pt>
                <c:pt idx="12350">
                  <c:v>-7625536</c:v>
                </c:pt>
                <c:pt idx="12351">
                  <c:v>-7460366</c:v>
                </c:pt>
                <c:pt idx="12352">
                  <c:v>-7592157</c:v>
                </c:pt>
                <c:pt idx="12353">
                  <c:v>-7598565</c:v>
                </c:pt>
                <c:pt idx="12354">
                  <c:v>-7684127</c:v>
                </c:pt>
                <c:pt idx="12355">
                  <c:v>-7468404</c:v>
                </c:pt>
                <c:pt idx="12356">
                  <c:v>-7629435</c:v>
                </c:pt>
                <c:pt idx="12357">
                  <c:v>-7464202</c:v>
                </c:pt>
                <c:pt idx="12358">
                  <c:v>-7587297</c:v>
                </c:pt>
                <c:pt idx="12359">
                  <c:v>-7584080</c:v>
                </c:pt>
                <c:pt idx="12360">
                  <c:v>-7584374</c:v>
                </c:pt>
                <c:pt idx="12361">
                  <c:v>-7593740</c:v>
                </c:pt>
                <c:pt idx="12362">
                  <c:v>-7578200</c:v>
                </c:pt>
                <c:pt idx="12363">
                  <c:v>-7584392</c:v>
                </c:pt>
                <c:pt idx="12364">
                  <c:v>-7586342</c:v>
                </c:pt>
                <c:pt idx="12365">
                  <c:v>-7603101</c:v>
                </c:pt>
                <c:pt idx="12366">
                  <c:v>-7583228</c:v>
                </c:pt>
                <c:pt idx="12367">
                  <c:v>-7583036</c:v>
                </c:pt>
                <c:pt idx="12368">
                  <c:v>-7591884</c:v>
                </c:pt>
                <c:pt idx="12369">
                  <c:v>-7578517</c:v>
                </c:pt>
                <c:pt idx="12370">
                  <c:v>-7582431</c:v>
                </c:pt>
                <c:pt idx="12371">
                  <c:v>-7578290</c:v>
                </c:pt>
                <c:pt idx="12372">
                  <c:v>-7585370</c:v>
                </c:pt>
                <c:pt idx="12373">
                  <c:v>-7591129</c:v>
                </c:pt>
                <c:pt idx="12374">
                  <c:v>-7582787</c:v>
                </c:pt>
                <c:pt idx="12375">
                  <c:v>-7584720</c:v>
                </c:pt>
                <c:pt idx="12376">
                  <c:v>-7580575</c:v>
                </c:pt>
                <c:pt idx="12377">
                  <c:v>-7585555</c:v>
                </c:pt>
                <c:pt idx="12378">
                  <c:v>-7584490</c:v>
                </c:pt>
                <c:pt idx="12379">
                  <c:v>-7587168</c:v>
                </c:pt>
                <c:pt idx="12380">
                  <c:v>-7582746</c:v>
                </c:pt>
                <c:pt idx="12381">
                  <c:v>-7594026</c:v>
                </c:pt>
                <c:pt idx="12382">
                  <c:v>-7583444</c:v>
                </c:pt>
                <c:pt idx="12383">
                  <c:v>-7592510</c:v>
                </c:pt>
                <c:pt idx="12384">
                  <c:v>-7577158</c:v>
                </c:pt>
                <c:pt idx="12385">
                  <c:v>-7589940</c:v>
                </c:pt>
                <c:pt idx="12386">
                  <c:v>-7578201</c:v>
                </c:pt>
                <c:pt idx="12387">
                  <c:v>-7585101</c:v>
                </c:pt>
                <c:pt idx="12388">
                  <c:v>-7585530</c:v>
                </c:pt>
                <c:pt idx="12389">
                  <c:v>-7589936</c:v>
                </c:pt>
                <c:pt idx="12390">
                  <c:v>-7603152</c:v>
                </c:pt>
                <c:pt idx="12391">
                  <c:v>-7579134</c:v>
                </c:pt>
                <c:pt idx="12392">
                  <c:v>-7560433</c:v>
                </c:pt>
                <c:pt idx="12393">
                  <c:v>-7583218</c:v>
                </c:pt>
                <c:pt idx="12394">
                  <c:v>-7579468</c:v>
                </c:pt>
                <c:pt idx="12395">
                  <c:v>-7575518</c:v>
                </c:pt>
                <c:pt idx="12396">
                  <c:v>-7580331</c:v>
                </c:pt>
                <c:pt idx="12397">
                  <c:v>-7584456</c:v>
                </c:pt>
                <c:pt idx="12398">
                  <c:v>-7588503</c:v>
                </c:pt>
                <c:pt idx="12399">
                  <c:v>-7577677</c:v>
                </c:pt>
                <c:pt idx="12400">
                  <c:v>-7585301</c:v>
                </c:pt>
                <c:pt idx="12401">
                  <c:v>-7576970</c:v>
                </c:pt>
                <c:pt idx="12402">
                  <c:v>-7588800</c:v>
                </c:pt>
                <c:pt idx="12403">
                  <c:v>-7585567</c:v>
                </c:pt>
                <c:pt idx="12404">
                  <c:v>-7582883</c:v>
                </c:pt>
                <c:pt idx="12405">
                  <c:v>-7521628</c:v>
                </c:pt>
                <c:pt idx="12406">
                  <c:v>-7584425</c:v>
                </c:pt>
                <c:pt idx="12407">
                  <c:v>-7576211</c:v>
                </c:pt>
                <c:pt idx="12408">
                  <c:v>-7592647</c:v>
                </c:pt>
                <c:pt idx="12409">
                  <c:v>-7586375</c:v>
                </c:pt>
                <c:pt idx="12410">
                  <c:v>-7581462</c:v>
                </c:pt>
                <c:pt idx="12411">
                  <c:v>-7585081</c:v>
                </c:pt>
                <c:pt idx="12412">
                  <c:v>-7584889</c:v>
                </c:pt>
                <c:pt idx="12413">
                  <c:v>-7593641</c:v>
                </c:pt>
                <c:pt idx="12414">
                  <c:v>-7583178</c:v>
                </c:pt>
                <c:pt idx="12415">
                  <c:v>-7583076</c:v>
                </c:pt>
                <c:pt idx="12416">
                  <c:v>-7577519</c:v>
                </c:pt>
                <c:pt idx="12417">
                  <c:v>-7588283</c:v>
                </c:pt>
                <c:pt idx="12418">
                  <c:v>-7589166</c:v>
                </c:pt>
                <c:pt idx="12419">
                  <c:v>-7579474</c:v>
                </c:pt>
                <c:pt idx="12420">
                  <c:v>-7575299</c:v>
                </c:pt>
                <c:pt idx="12421">
                  <c:v>-7593955</c:v>
                </c:pt>
                <c:pt idx="12422">
                  <c:v>-7595801</c:v>
                </c:pt>
                <c:pt idx="12423">
                  <c:v>-7586628</c:v>
                </c:pt>
                <c:pt idx="12424">
                  <c:v>-7584781</c:v>
                </c:pt>
                <c:pt idx="12425">
                  <c:v>-7580149</c:v>
                </c:pt>
                <c:pt idx="12426">
                  <c:v>-7598236</c:v>
                </c:pt>
                <c:pt idx="12427">
                  <c:v>-7582632</c:v>
                </c:pt>
                <c:pt idx="12428">
                  <c:v>-7591449</c:v>
                </c:pt>
                <c:pt idx="12429">
                  <c:v>-7533518</c:v>
                </c:pt>
                <c:pt idx="12430">
                  <c:v>-7584338</c:v>
                </c:pt>
                <c:pt idx="12431">
                  <c:v>-7594746</c:v>
                </c:pt>
                <c:pt idx="12432">
                  <c:v>-7585696</c:v>
                </c:pt>
                <c:pt idx="12433">
                  <c:v>-7581637</c:v>
                </c:pt>
                <c:pt idx="12434">
                  <c:v>-7583047</c:v>
                </c:pt>
                <c:pt idx="12435">
                  <c:v>-7595473</c:v>
                </c:pt>
                <c:pt idx="12436">
                  <c:v>-7584648</c:v>
                </c:pt>
                <c:pt idx="12437">
                  <c:v>-7588734</c:v>
                </c:pt>
                <c:pt idx="12438">
                  <c:v>-7594787</c:v>
                </c:pt>
                <c:pt idx="12439">
                  <c:v>-7588705</c:v>
                </c:pt>
                <c:pt idx="12440">
                  <c:v>-7582630</c:v>
                </c:pt>
                <c:pt idx="12441">
                  <c:v>-7583350</c:v>
                </c:pt>
                <c:pt idx="12442">
                  <c:v>-7592795</c:v>
                </c:pt>
                <c:pt idx="12443">
                  <c:v>-7590950</c:v>
                </c:pt>
                <c:pt idx="12444">
                  <c:v>-7581858</c:v>
                </c:pt>
                <c:pt idx="12445">
                  <c:v>-7586219</c:v>
                </c:pt>
                <c:pt idx="12446">
                  <c:v>-7616199</c:v>
                </c:pt>
                <c:pt idx="12447">
                  <c:v>-7597194</c:v>
                </c:pt>
                <c:pt idx="12448">
                  <c:v>-7582632</c:v>
                </c:pt>
                <c:pt idx="12449">
                  <c:v>-7587719</c:v>
                </c:pt>
                <c:pt idx="12450">
                  <c:v>-7590209</c:v>
                </c:pt>
                <c:pt idx="12451">
                  <c:v>-7590464</c:v>
                </c:pt>
                <c:pt idx="12452">
                  <c:v>-7587016</c:v>
                </c:pt>
                <c:pt idx="12453">
                  <c:v>-7589699</c:v>
                </c:pt>
                <c:pt idx="12454">
                  <c:v>-7584362</c:v>
                </c:pt>
                <c:pt idx="12455">
                  <c:v>-7645387</c:v>
                </c:pt>
                <c:pt idx="12456">
                  <c:v>-7582630</c:v>
                </c:pt>
                <c:pt idx="12457">
                  <c:v>-7595380</c:v>
                </c:pt>
                <c:pt idx="12458">
                  <c:v>-7525818</c:v>
                </c:pt>
                <c:pt idx="12459">
                  <c:v>-7684795</c:v>
                </c:pt>
                <c:pt idx="12460">
                  <c:v>-7593969</c:v>
                </c:pt>
                <c:pt idx="12461">
                  <c:v>-7588035</c:v>
                </c:pt>
                <c:pt idx="12462">
                  <c:v>-7591901</c:v>
                </c:pt>
                <c:pt idx="12463">
                  <c:v>-7583251</c:v>
                </c:pt>
                <c:pt idx="12464">
                  <c:v>-7592935</c:v>
                </c:pt>
                <c:pt idx="12465">
                  <c:v>-7588301</c:v>
                </c:pt>
                <c:pt idx="12466">
                  <c:v>-7585777</c:v>
                </c:pt>
                <c:pt idx="12467">
                  <c:v>-7591805</c:v>
                </c:pt>
                <c:pt idx="12468">
                  <c:v>-7486220</c:v>
                </c:pt>
                <c:pt idx="12469">
                  <c:v>-7597907</c:v>
                </c:pt>
                <c:pt idx="12470">
                  <c:v>-7586688</c:v>
                </c:pt>
                <c:pt idx="12471">
                  <c:v>-7586088</c:v>
                </c:pt>
                <c:pt idx="12472">
                  <c:v>-7585358</c:v>
                </c:pt>
                <c:pt idx="12473">
                  <c:v>-7587534</c:v>
                </c:pt>
                <c:pt idx="12474">
                  <c:v>-7589851</c:v>
                </c:pt>
                <c:pt idx="12475">
                  <c:v>-7594888</c:v>
                </c:pt>
                <c:pt idx="12476">
                  <c:v>-7600675</c:v>
                </c:pt>
                <c:pt idx="12477">
                  <c:v>-7576081</c:v>
                </c:pt>
                <c:pt idx="12478">
                  <c:v>-7582288</c:v>
                </c:pt>
                <c:pt idx="12479">
                  <c:v>-7589862</c:v>
                </c:pt>
                <c:pt idx="12480">
                  <c:v>-7591951</c:v>
                </c:pt>
                <c:pt idx="12481">
                  <c:v>-7581637</c:v>
                </c:pt>
                <c:pt idx="12482">
                  <c:v>-7582967</c:v>
                </c:pt>
                <c:pt idx="12483">
                  <c:v>-7582976</c:v>
                </c:pt>
                <c:pt idx="12484">
                  <c:v>-7600432</c:v>
                </c:pt>
                <c:pt idx="12485">
                  <c:v>-7578877</c:v>
                </c:pt>
                <c:pt idx="12486">
                  <c:v>-7583927</c:v>
                </c:pt>
                <c:pt idx="12487">
                  <c:v>-7591528</c:v>
                </c:pt>
                <c:pt idx="12488">
                  <c:v>-7592980</c:v>
                </c:pt>
                <c:pt idx="12489">
                  <c:v>-7646083</c:v>
                </c:pt>
                <c:pt idx="12490">
                  <c:v>-7588176</c:v>
                </c:pt>
                <c:pt idx="12491">
                  <c:v>-7591724</c:v>
                </c:pt>
                <c:pt idx="12492">
                  <c:v>-7684326</c:v>
                </c:pt>
                <c:pt idx="12493">
                  <c:v>-7594931</c:v>
                </c:pt>
                <c:pt idx="12494">
                  <c:v>-7592098</c:v>
                </c:pt>
                <c:pt idx="12495">
                  <c:v>-7589432</c:v>
                </c:pt>
                <c:pt idx="12496">
                  <c:v>-7596093</c:v>
                </c:pt>
                <c:pt idx="12497">
                  <c:v>-7586582</c:v>
                </c:pt>
                <c:pt idx="12498">
                  <c:v>-7591912</c:v>
                </c:pt>
                <c:pt idx="12499">
                  <c:v>-7592707</c:v>
                </c:pt>
                <c:pt idx="12500">
                  <c:v>-7591207</c:v>
                </c:pt>
                <c:pt idx="12501">
                  <c:v>-7593066</c:v>
                </c:pt>
                <c:pt idx="12502">
                  <c:v>-7584768</c:v>
                </c:pt>
                <c:pt idx="12503">
                  <c:v>-7595621</c:v>
                </c:pt>
                <c:pt idx="12504">
                  <c:v>-7583165</c:v>
                </c:pt>
                <c:pt idx="12505">
                  <c:v>-7586688</c:v>
                </c:pt>
                <c:pt idx="12506">
                  <c:v>-7592357</c:v>
                </c:pt>
                <c:pt idx="12507">
                  <c:v>-7589706</c:v>
                </c:pt>
                <c:pt idx="12508">
                  <c:v>-7597070</c:v>
                </c:pt>
                <c:pt idx="12509">
                  <c:v>-7592423</c:v>
                </c:pt>
                <c:pt idx="12510">
                  <c:v>-7591998</c:v>
                </c:pt>
                <c:pt idx="12511">
                  <c:v>-7584362</c:v>
                </c:pt>
                <c:pt idx="12512">
                  <c:v>-7587512</c:v>
                </c:pt>
                <c:pt idx="12513">
                  <c:v>-7590800</c:v>
                </c:pt>
                <c:pt idx="12514">
                  <c:v>-7591242</c:v>
                </c:pt>
                <c:pt idx="12515">
                  <c:v>-7586613</c:v>
                </c:pt>
                <c:pt idx="12516">
                  <c:v>-7585283</c:v>
                </c:pt>
                <c:pt idx="12517">
                  <c:v>-7589561</c:v>
                </c:pt>
                <c:pt idx="12518">
                  <c:v>-7584670</c:v>
                </c:pt>
                <c:pt idx="12519">
                  <c:v>-7600360</c:v>
                </c:pt>
                <c:pt idx="12520">
                  <c:v>-7525675</c:v>
                </c:pt>
                <c:pt idx="12521">
                  <c:v>-7585930</c:v>
                </c:pt>
                <c:pt idx="12522">
                  <c:v>-7590513</c:v>
                </c:pt>
                <c:pt idx="12523">
                  <c:v>-7584042</c:v>
                </c:pt>
                <c:pt idx="12524">
                  <c:v>-7646209</c:v>
                </c:pt>
                <c:pt idx="12525">
                  <c:v>-7592735</c:v>
                </c:pt>
                <c:pt idx="12526">
                  <c:v>-7593007</c:v>
                </c:pt>
                <c:pt idx="12527">
                  <c:v>-7589982</c:v>
                </c:pt>
                <c:pt idx="12528">
                  <c:v>-7584739</c:v>
                </c:pt>
                <c:pt idx="12529">
                  <c:v>-7588342</c:v>
                </c:pt>
                <c:pt idx="12530">
                  <c:v>-7594698</c:v>
                </c:pt>
                <c:pt idx="12531">
                  <c:v>-7518621</c:v>
                </c:pt>
                <c:pt idx="12532">
                  <c:v>-7582630</c:v>
                </c:pt>
                <c:pt idx="12533">
                  <c:v>-7590687</c:v>
                </c:pt>
                <c:pt idx="12534">
                  <c:v>-7590946</c:v>
                </c:pt>
                <c:pt idx="12535">
                  <c:v>-7587016</c:v>
                </c:pt>
                <c:pt idx="12536">
                  <c:v>-7589338</c:v>
                </c:pt>
                <c:pt idx="12537">
                  <c:v>-7589687</c:v>
                </c:pt>
                <c:pt idx="12538">
                  <c:v>-7581141</c:v>
                </c:pt>
                <c:pt idx="12539">
                  <c:v>-7591539</c:v>
                </c:pt>
                <c:pt idx="12540">
                  <c:v>-7596038</c:v>
                </c:pt>
                <c:pt idx="12541">
                  <c:v>-7594592</c:v>
                </c:pt>
                <c:pt idx="12542">
                  <c:v>-7586793</c:v>
                </c:pt>
                <c:pt idx="12543">
                  <c:v>-7588193</c:v>
                </c:pt>
                <c:pt idx="12544">
                  <c:v>-7584715</c:v>
                </c:pt>
                <c:pt idx="12545">
                  <c:v>-7594137</c:v>
                </c:pt>
                <c:pt idx="12546">
                  <c:v>-7594499</c:v>
                </c:pt>
                <c:pt idx="12547">
                  <c:v>-7591682</c:v>
                </c:pt>
                <c:pt idx="12548">
                  <c:v>-7584287</c:v>
                </c:pt>
                <c:pt idx="12549">
                  <c:v>-7602371</c:v>
                </c:pt>
                <c:pt idx="12550">
                  <c:v>-7587515</c:v>
                </c:pt>
                <c:pt idx="12551">
                  <c:v>-7585283</c:v>
                </c:pt>
                <c:pt idx="12552">
                  <c:v>-7588734</c:v>
                </c:pt>
                <c:pt idx="12553">
                  <c:v>-7589207</c:v>
                </c:pt>
                <c:pt idx="12554">
                  <c:v>-7588339</c:v>
                </c:pt>
                <c:pt idx="12555">
                  <c:v>-7583251</c:v>
                </c:pt>
                <c:pt idx="12556">
                  <c:v>-7590569</c:v>
                </c:pt>
                <c:pt idx="12557">
                  <c:v>-7521250</c:v>
                </c:pt>
                <c:pt idx="12558">
                  <c:v>-7559450</c:v>
                </c:pt>
                <c:pt idx="12559">
                  <c:v>-7598876</c:v>
                </c:pt>
                <c:pt idx="12560">
                  <c:v>-7583178</c:v>
                </c:pt>
                <c:pt idx="12561">
                  <c:v>-7595221</c:v>
                </c:pt>
                <c:pt idx="12562">
                  <c:v>-7521250</c:v>
                </c:pt>
                <c:pt idx="12563">
                  <c:v>-7588404</c:v>
                </c:pt>
                <c:pt idx="12564">
                  <c:v>-7587060</c:v>
                </c:pt>
                <c:pt idx="12565">
                  <c:v>-7593854</c:v>
                </c:pt>
                <c:pt idx="12566">
                  <c:v>-7591325</c:v>
                </c:pt>
                <c:pt idx="12567">
                  <c:v>-7591316</c:v>
                </c:pt>
                <c:pt idx="12568">
                  <c:v>-7585516</c:v>
                </c:pt>
                <c:pt idx="12569">
                  <c:v>-7581054</c:v>
                </c:pt>
                <c:pt idx="12570">
                  <c:v>-7586688</c:v>
                </c:pt>
                <c:pt idx="12571">
                  <c:v>-7585324</c:v>
                </c:pt>
                <c:pt idx="12572">
                  <c:v>-7596347</c:v>
                </c:pt>
                <c:pt idx="12573">
                  <c:v>-7591984</c:v>
                </c:pt>
                <c:pt idx="12574">
                  <c:v>-7577558</c:v>
                </c:pt>
                <c:pt idx="12575">
                  <c:v>-7593165</c:v>
                </c:pt>
                <c:pt idx="12576">
                  <c:v>-7646598</c:v>
                </c:pt>
                <c:pt idx="12577">
                  <c:v>-7588824</c:v>
                </c:pt>
                <c:pt idx="12578">
                  <c:v>-7593810</c:v>
                </c:pt>
                <c:pt idx="12579">
                  <c:v>-7596868</c:v>
                </c:pt>
                <c:pt idx="12580">
                  <c:v>-7574346</c:v>
                </c:pt>
                <c:pt idx="12581">
                  <c:v>-7586500</c:v>
                </c:pt>
                <c:pt idx="12582">
                  <c:v>-7521477</c:v>
                </c:pt>
                <c:pt idx="12583">
                  <c:v>-7584426</c:v>
                </c:pt>
                <c:pt idx="12584">
                  <c:v>-7592859</c:v>
                </c:pt>
                <c:pt idx="12585">
                  <c:v>-7597228</c:v>
                </c:pt>
                <c:pt idx="12586">
                  <c:v>-7586358</c:v>
                </c:pt>
                <c:pt idx="12587">
                  <c:v>-7578415</c:v>
                </c:pt>
                <c:pt idx="12588">
                  <c:v>-7601491</c:v>
                </c:pt>
                <c:pt idx="12589">
                  <c:v>-7581312</c:v>
                </c:pt>
                <c:pt idx="12590">
                  <c:v>-7586763</c:v>
                </c:pt>
                <c:pt idx="12591">
                  <c:v>-7520478</c:v>
                </c:pt>
                <c:pt idx="12592">
                  <c:v>-7591498</c:v>
                </c:pt>
                <c:pt idx="12593">
                  <c:v>-7593829</c:v>
                </c:pt>
                <c:pt idx="12594">
                  <c:v>-7587118</c:v>
                </c:pt>
                <c:pt idx="12595">
                  <c:v>-7584770</c:v>
                </c:pt>
                <c:pt idx="12596">
                  <c:v>-7595529</c:v>
                </c:pt>
                <c:pt idx="12597">
                  <c:v>-7591197</c:v>
                </c:pt>
                <c:pt idx="12598">
                  <c:v>-7589409</c:v>
                </c:pt>
                <c:pt idx="12599">
                  <c:v>-7590830</c:v>
                </c:pt>
                <c:pt idx="12600">
                  <c:v>-7584446</c:v>
                </c:pt>
                <c:pt idx="12601">
                  <c:v>-7581637</c:v>
                </c:pt>
                <c:pt idx="12602">
                  <c:v>-7585829</c:v>
                </c:pt>
                <c:pt idx="12603">
                  <c:v>-7591658</c:v>
                </c:pt>
                <c:pt idx="12604">
                  <c:v>-7581723</c:v>
                </c:pt>
                <c:pt idx="12605">
                  <c:v>-7586530</c:v>
                </c:pt>
                <c:pt idx="12606">
                  <c:v>-7593043</c:v>
                </c:pt>
                <c:pt idx="12607">
                  <c:v>-7597960</c:v>
                </c:pt>
                <c:pt idx="12608">
                  <c:v>-7521457</c:v>
                </c:pt>
                <c:pt idx="12609">
                  <c:v>-7593774</c:v>
                </c:pt>
                <c:pt idx="12610">
                  <c:v>-7590783</c:v>
                </c:pt>
                <c:pt idx="12611">
                  <c:v>-7583234</c:v>
                </c:pt>
                <c:pt idx="12612">
                  <c:v>-7595715</c:v>
                </c:pt>
                <c:pt idx="12613">
                  <c:v>-7591758</c:v>
                </c:pt>
                <c:pt idx="12614">
                  <c:v>-7589409</c:v>
                </c:pt>
                <c:pt idx="12615">
                  <c:v>-7593214</c:v>
                </c:pt>
                <c:pt idx="12616">
                  <c:v>-7616285</c:v>
                </c:pt>
                <c:pt idx="12617">
                  <c:v>-7587351</c:v>
                </c:pt>
                <c:pt idx="12618">
                  <c:v>-7594787</c:v>
                </c:pt>
                <c:pt idx="12619">
                  <c:v>-7589050</c:v>
                </c:pt>
                <c:pt idx="12620">
                  <c:v>-7591961</c:v>
                </c:pt>
                <c:pt idx="12621">
                  <c:v>-7591398</c:v>
                </c:pt>
                <c:pt idx="12622">
                  <c:v>-7584670</c:v>
                </c:pt>
                <c:pt idx="12623">
                  <c:v>-7592763</c:v>
                </c:pt>
                <c:pt idx="12624">
                  <c:v>-7591724</c:v>
                </c:pt>
                <c:pt idx="12625">
                  <c:v>-7584150</c:v>
                </c:pt>
                <c:pt idx="12626">
                  <c:v>-7589595</c:v>
                </c:pt>
                <c:pt idx="12627">
                  <c:v>-7585829</c:v>
                </c:pt>
                <c:pt idx="12628">
                  <c:v>-7581940</c:v>
                </c:pt>
                <c:pt idx="12629">
                  <c:v>-7593456</c:v>
                </c:pt>
                <c:pt idx="12630">
                  <c:v>-7596395</c:v>
                </c:pt>
                <c:pt idx="12631">
                  <c:v>-7595782</c:v>
                </c:pt>
                <c:pt idx="12632">
                  <c:v>-7590752</c:v>
                </c:pt>
                <c:pt idx="12633">
                  <c:v>-7585423</c:v>
                </c:pt>
                <c:pt idx="12634">
                  <c:v>-7603475</c:v>
                </c:pt>
                <c:pt idx="12635">
                  <c:v>-7588018</c:v>
                </c:pt>
                <c:pt idx="12636">
                  <c:v>-7590298</c:v>
                </c:pt>
                <c:pt idx="12637">
                  <c:v>-7589862</c:v>
                </c:pt>
                <c:pt idx="12638">
                  <c:v>-7594623</c:v>
                </c:pt>
                <c:pt idx="12639">
                  <c:v>-7602893</c:v>
                </c:pt>
                <c:pt idx="12640">
                  <c:v>-7585988</c:v>
                </c:pt>
                <c:pt idx="12641">
                  <c:v>-7560323</c:v>
                </c:pt>
                <c:pt idx="12642">
                  <c:v>-7583861</c:v>
                </c:pt>
                <c:pt idx="12643">
                  <c:v>-7585324</c:v>
                </c:pt>
                <c:pt idx="12644">
                  <c:v>-7592998</c:v>
                </c:pt>
                <c:pt idx="12645">
                  <c:v>-7590950</c:v>
                </c:pt>
                <c:pt idx="12646">
                  <c:v>-7593933</c:v>
                </c:pt>
                <c:pt idx="12647">
                  <c:v>-7583595</c:v>
                </c:pt>
                <c:pt idx="12648">
                  <c:v>-7588482</c:v>
                </c:pt>
                <c:pt idx="12649">
                  <c:v>-7588639</c:v>
                </c:pt>
                <c:pt idx="12650">
                  <c:v>-7571422</c:v>
                </c:pt>
                <c:pt idx="12651">
                  <c:v>-7592957</c:v>
                </c:pt>
                <c:pt idx="12652">
                  <c:v>-7593663</c:v>
                </c:pt>
                <c:pt idx="12653">
                  <c:v>-7593147</c:v>
                </c:pt>
                <c:pt idx="12654">
                  <c:v>-7556578</c:v>
                </c:pt>
                <c:pt idx="12655">
                  <c:v>-7588020</c:v>
                </c:pt>
                <c:pt idx="12656">
                  <c:v>-7584176</c:v>
                </c:pt>
                <c:pt idx="12657">
                  <c:v>-7589371</c:v>
                </c:pt>
                <c:pt idx="12658">
                  <c:v>-7595088</c:v>
                </c:pt>
                <c:pt idx="12659">
                  <c:v>-7592371</c:v>
                </c:pt>
                <c:pt idx="12660">
                  <c:v>-7589317</c:v>
                </c:pt>
                <c:pt idx="12661">
                  <c:v>-7592187</c:v>
                </c:pt>
                <c:pt idx="12662">
                  <c:v>-7586514</c:v>
                </c:pt>
                <c:pt idx="12663">
                  <c:v>-7579428</c:v>
                </c:pt>
                <c:pt idx="12664">
                  <c:v>-7588847</c:v>
                </c:pt>
                <c:pt idx="12665">
                  <c:v>-7592701</c:v>
                </c:pt>
                <c:pt idx="12666">
                  <c:v>-7584712</c:v>
                </c:pt>
                <c:pt idx="12667">
                  <c:v>-7581887</c:v>
                </c:pt>
                <c:pt idx="12668">
                  <c:v>-7585324</c:v>
                </c:pt>
                <c:pt idx="12669">
                  <c:v>-7593516</c:v>
                </c:pt>
                <c:pt idx="12670">
                  <c:v>-7594963</c:v>
                </c:pt>
                <c:pt idx="12671">
                  <c:v>-7593522</c:v>
                </c:pt>
                <c:pt idx="12672">
                  <c:v>-7589618</c:v>
                </c:pt>
                <c:pt idx="12673">
                  <c:v>-7591486</c:v>
                </c:pt>
                <c:pt idx="12674">
                  <c:v>-7589493</c:v>
                </c:pt>
                <c:pt idx="12675">
                  <c:v>-7586049</c:v>
                </c:pt>
                <c:pt idx="12676">
                  <c:v>-7642009</c:v>
                </c:pt>
                <c:pt idx="12677">
                  <c:v>-7521250</c:v>
                </c:pt>
                <c:pt idx="12678">
                  <c:v>-7520062</c:v>
                </c:pt>
                <c:pt idx="12679">
                  <c:v>-7584050</c:v>
                </c:pt>
                <c:pt idx="12680">
                  <c:v>-7589262</c:v>
                </c:pt>
                <c:pt idx="12681">
                  <c:v>-7587515</c:v>
                </c:pt>
                <c:pt idx="12682">
                  <c:v>-7597134</c:v>
                </c:pt>
                <c:pt idx="12683">
                  <c:v>-7586570</c:v>
                </c:pt>
                <c:pt idx="12684">
                  <c:v>-7589248</c:v>
                </c:pt>
                <c:pt idx="12685">
                  <c:v>-7596674</c:v>
                </c:pt>
                <c:pt idx="12686">
                  <c:v>-7576835</c:v>
                </c:pt>
                <c:pt idx="12687">
                  <c:v>-7599106</c:v>
                </c:pt>
                <c:pt idx="12688">
                  <c:v>-7580750</c:v>
                </c:pt>
                <c:pt idx="12689">
                  <c:v>-7590897</c:v>
                </c:pt>
                <c:pt idx="12690">
                  <c:v>-7591449</c:v>
                </c:pt>
                <c:pt idx="12691">
                  <c:v>-7583350</c:v>
                </c:pt>
                <c:pt idx="12692">
                  <c:v>-7482295</c:v>
                </c:pt>
                <c:pt idx="12693">
                  <c:v>-7600323</c:v>
                </c:pt>
                <c:pt idx="12694">
                  <c:v>-7589824</c:v>
                </c:pt>
                <c:pt idx="12695">
                  <c:v>-7586807</c:v>
                </c:pt>
                <c:pt idx="12696">
                  <c:v>-7584549</c:v>
                </c:pt>
                <c:pt idx="12697">
                  <c:v>-7584781</c:v>
                </c:pt>
                <c:pt idx="12698">
                  <c:v>-7517031</c:v>
                </c:pt>
                <c:pt idx="12699">
                  <c:v>-7590640</c:v>
                </c:pt>
                <c:pt idx="12700">
                  <c:v>-7589161</c:v>
                </c:pt>
                <c:pt idx="12701">
                  <c:v>-7588069</c:v>
                </c:pt>
                <c:pt idx="12702">
                  <c:v>-7588334</c:v>
                </c:pt>
                <c:pt idx="12703">
                  <c:v>-7540713</c:v>
                </c:pt>
                <c:pt idx="12704">
                  <c:v>-7601651</c:v>
                </c:pt>
                <c:pt idx="12705">
                  <c:v>-7584287</c:v>
                </c:pt>
                <c:pt idx="12706">
                  <c:v>-7585101</c:v>
                </c:pt>
                <c:pt idx="12707">
                  <c:v>-7594784</c:v>
                </c:pt>
                <c:pt idx="12708">
                  <c:v>-7588734</c:v>
                </c:pt>
                <c:pt idx="12709">
                  <c:v>-7591721</c:v>
                </c:pt>
                <c:pt idx="12710">
                  <c:v>-7590617</c:v>
                </c:pt>
                <c:pt idx="12711">
                  <c:v>-7586088</c:v>
                </c:pt>
                <c:pt idx="12712">
                  <c:v>-7602069</c:v>
                </c:pt>
                <c:pt idx="12713">
                  <c:v>-7588466</c:v>
                </c:pt>
                <c:pt idx="12714">
                  <c:v>-7590778</c:v>
                </c:pt>
                <c:pt idx="12715">
                  <c:v>-7595042</c:v>
                </c:pt>
                <c:pt idx="12716">
                  <c:v>-7690686</c:v>
                </c:pt>
                <c:pt idx="12717">
                  <c:v>-7590124</c:v>
                </c:pt>
                <c:pt idx="12718">
                  <c:v>-7597073</c:v>
                </c:pt>
                <c:pt idx="12719">
                  <c:v>-7584770</c:v>
                </c:pt>
                <c:pt idx="12720">
                  <c:v>-7589850</c:v>
                </c:pt>
                <c:pt idx="12721">
                  <c:v>-7594265</c:v>
                </c:pt>
                <c:pt idx="12722">
                  <c:v>-7594310</c:v>
                </c:pt>
                <c:pt idx="12723">
                  <c:v>-7583661</c:v>
                </c:pt>
                <c:pt idx="12724">
                  <c:v>-7594163</c:v>
                </c:pt>
                <c:pt idx="12725">
                  <c:v>-7583350</c:v>
                </c:pt>
                <c:pt idx="12726">
                  <c:v>-7472932</c:v>
                </c:pt>
                <c:pt idx="12727">
                  <c:v>-7589856</c:v>
                </c:pt>
                <c:pt idx="12728">
                  <c:v>-7591292</c:v>
                </c:pt>
                <c:pt idx="12729">
                  <c:v>-7591023</c:v>
                </c:pt>
                <c:pt idx="12730">
                  <c:v>-7579774</c:v>
                </c:pt>
                <c:pt idx="12731">
                  <c:v>-7584338</c:v>
                </c:pt>
                <c:pt idx="12732">
                  <c:v>-7584648</c:v>
                </c:pt>
                <c:pt idx="12733">
                  <c:v>-7590752</c:v>
                </c:pt>
                <c:pt idx="12734">
                  <c:v>-7602998</c:v>
                </c:pt>
                <c:pt idx="12735">
                  <c:v>-7589599</c:v>
                </c:pt>
                <c:pt idx="12736">
                  <c:v>-7579134</c:v>
                </c:pt>
                <c:pt idx="12737">
                  <c:v>-7598776</c:v>
                </c:pt>
                <c:pt idx="12738">
                  <c:v>-7582263</c:v>
                </c:pt>
                <c:pt idx="12739">
                  <c:v>-7591835</c:v>
                </c:pt>
                <c:pt idx="12740">
                  <c:v>-7597047</c:v>
                </c:pt>
                <c:pt idx="12741">
                  <c:v>-7585383</c:v>
                </c:pt>
                <c:pt idx="12742">
                  <c:v>-7584549</c:v>
                </c:pt>
                <c:pt idx="12743">
                  <c:v>-7587942</c:v>
                </c:pt>
                <c:pt idx="12744">
                  <c:v>-7583632</c:v>
                </c:pt>
                <c:pt idx="12745">
                  <c:v>-7593222</c:v>
                </c:pt>
                <c:pt idx="12746">
                  <c:v>-7472762</c:v>
                </c:pt>
                <c:pt idx="12747">
                  <c:v>-7593931</c:v>
                </c:pt>
                <c:pt idx="12748">
                  <c:v>-7590068</c:v>
                </c:pt>
                <c:pt idx="12749">
                  <c:v>-7602893</c:v>
                </c:pt>
                <c:pt idx="12750">
                  <c:v>-7560538</c:v>
                </c:pt>
                <c:pt idx="12751">
                  <c:v>-7584400</c:v>
                </c:pt>
                <c:pt idx="12752">
                  <c:v>-7590263</c:v>
                </c:pt>
                <c:pt idx="12753">
                  <c:v>-7592215</c:v>
                </c:pt>
                <c:pt idx="12754">
                  <c:v>-7588905</c:v>
                </c:pt>
                <c:pt idx="12755">
                  <c:v>-7596489</c:v>
                </c:pt>
                <c:pt idx="12756">
                  <c:v>-7584739</c:v>
                </c:pt>
                <c:pt idx="12757">
                  <c:v>-7590108</c:v>
                </c:pt>
                <c:pt idx="12758">
                  <c:v>-7591154</c:v>
                </c:pt>
                <c:pt idx="12759">
                  <c:v>-7584446</c:v>
                </c:pt>
                <c:pt idx="12760">
                  <c:v>-7587479</c:v>
                </c:pt>
                <c:pt idx="12761">
                  <c:v>-7585478</c:v>
                </c:pt>
                <c:pt idx="12762">
                  <c:v>-7587623</c:v>
                </c:pt>
                <c:pt idx="12763">
                  <c:v>-7595866</c:v>
                </c:pt>
                <c:pt idx="12764">
                  <c:v>-7595773</c:v>
                </c:pt>
                <c:pt idx="12765">
                  <c:v>-7574764</c:v>
                </c:pt>
                <c:pt idx="12766">
                  <c:v>-7589902</c:v>
                </c:pt>
                <c:pt idx="12767">
                  <c:v>-7579163</c:v>
                </c:pt>
                <c:pt idx="12768">
                  <c:v>-7585283</c:v>
                </c:pt>
                <c:pt idx="12769">
                  <c:v>-7587900</c:v>
                </c:pt>
                <c:pt idx="12770">
                  <c:v>-7591183</c:v>
                </c:pt>
                <c:pt idx="12771">
                  <c:v>-7587627</c:v>
                </c:pt>
                <c:pt idx="12772">
                  <c:v>-7593724</c:v>
                </c:pt>
                <c:pt idx="12773">
                  <c:v>-7585448</c:v>
                </c:pt>
                <c:pt idx="12774">
                  <c:v>-7584286</c:v>
                </c:pt>
                <c:pt idx="12775">
                  <c:v>-7588800</c:v>
                </c:pt>
                <c:pt idx="12776">
                  <c:v>-7592747</c:v>
                </c:pt>
                <c:pt idx="12777">
                  <c:v>-7589546</c:v>
                </c:pt>
                <c:pt idx="12778">
                  <c:v>-7591247</c:v>
                </c:pt>
                <c:pt idx="12779">
                  <c:v>-7592035</c:v>
                </c:pt>
                <c:pt idx="12780">
                  <c:v>-7584613</c:v>
                </c:pt>
                <c:pt idx="12781">
                  <c:v>-7582161</c:v>
                </c:pt>
                <c:pt idx="12782">
                  <c:v>-7591586</c:v>
                </c:pt>
                <c:pt idx="12783">
                  <c:v>-7584374</c:v>
                </c:pt>
                <c:pt idx="12784">
                  <c:v>-7588639</c:v>
                </c:pt>
                <c:pt idx="12785">
                  <c:v>-7585816</c:v>
                </c:pt>
                <c:pt idx="12786">
                  <c:v>-7597881</c:v>
                </c:pt>
                <c:pt idx="12787">
                  <c:v>-7589616</c:v>
                </c:pt>
                <c:pt idx="12788">
                  <c:v>-7588583</c:v>
                </c:pt>
                <c:pt idx="12789">
                  <c:v>-7594964</c:v>
                </c:pt>
                <c:pt idx="12790">
                  <c:v>-7587060</c:v>
                </c:pt>
                <c:pt idx="12791">
                  <c:v>-7597771</c:v>
                </c:pt>
                <c:pt idx="12792">
                  <c:v>-7595502</c:v>
                </c:pt>
                <c:pt idx="12793">
                  <c:v>-7585448</c:v>
                </c:pt>
                <c:pt idx="12794">
                  <c:v>-7579745</c:v>
                </c:pt>
                <c:pt idx="12795">
                  <c:v>-7582166</c:v>
                </c:pt>
                <c:pt idx="12796">
                  <c:v>-7520493</c:v>
                </c:pt>
                <c:pt idx="12797">
                  <c:v>-7592082</c:v>
                </c:pt>
                <c:pt idx="12798">
                  <c:v>-7581073</c:v>
                </c:pt>
                <c:pt idx="12799">
                  <c:v>-7586649</c:v>
                </c:pt>
                <c:pt idx="12800">
                  <c:v>-7599745</c:v>
                </c:pt>
                <c:pt idx="12801">
                  <c:v>-7592035</c:v>
                </c:pt>
                <c:pt idx="12802">
                  <c:v>-7593456</c:v>
                </c:pt>
                <c:pt idx="12803">
                  <c:v>-7593194</c:v>
                </c:pt>
                <c:pt idx="12804">
                  <c:v>-7592035</c:v>
                </c:pt>
                <c:pt idx="12805">
                  <c:v>-7599799</c:v>
                </c:pt>
                <c:pt idx="12806">
                  <c:v>-7594172</c:v>
                </c:pt>
                <c:pt idx="12807">
                  <c:v>-7585538</c:v>
                </c:pt>
                <c:pt idx="12808">
                  <c:v>-7589561</c:v>
                </c:pt>
                <c:pt idx="12809">
                  <c:v>-7591449</c:v>
                </c:pt>
                <c:pt idx="12810">
                  <c:v>-7559381</c:v>
                </c:pt>
                <c:pt idx="12811">
                  <c:v>-7592286</c:v>
                </c:pt>
                <c:pt idx="12812">
                  <c:v>-7593886</c:v>
                </c:pt>
                <c:pt idx="12813">
                  <c:v>-7579903</c:v>
                </c:pt>
                <c:pt idx="12814">
                  <c:v>-7578415</c:v>
                </c:pt>
                <c:pt idx="12815">
                  <c:v>-7585448</c:v>
                </c:pt>
                <c:pt idx="12816">
                  <c:v>-7583165</c:v>
                </c:pt>
                <c:pt idx="12817">
                  <c:v>-7602893</c:v>
                </c:pt>
                <c:pt idx="12818">
                  <c:v>-7591312</c:v>
                </c:pt>
                <c:pt idx="12819">
                  <c:v>-7586446</c:v>
                </c:pt>
                <c:pt idx="12820">
                  <c:v>-7589314</c:v>
                </c:pt>
                <c:pt idx="12821">
                  <c:v>-7581329</c:v>
                </c:pt>
                <c:pt idx="12822">
                  <c:v>-7590322</c:v>
                </c:pt>
                <c:pt idx="12823">
                  <c:v>-7472767</c:v>
                </c:pt>
                <c:pt idx="12824">
                  <c:v>-7594627</c:v>
                </c:pt>
                <c:pt idx="12825">
                  <c:v>-7596056</c:v>
                </c:pt>
                <c:pt idx="12826">
                  <c:v>-7584739</c:v>
                </c:pt>
                <c:pt idx="12827">
                  <c:v>-7587479</c:v>
                </c:pt>
                <c:pt idx="12828">
                  <c:v>-7597468</c:v>
                </c:pt>
                <c:pt idx="12829">
                  <c:v>-7592744</c:v>
                </c:pt>
                <c:pt idx="12830">
                  <c:v>-7595402</c:v>
                </c:pt>
                <c:pt idx="12831">
                  <c:v>-7582867</c:v>
                </c:pt>
                <c:pt idx="12832">
                  <c:v>-7593440</c:v>
                </c:pt>
                <c:pt idx="12833">
                  <c:v>-7582976</c:v>
                </c:pt>
                <c:pt idx="12834">
                  <c:v>-7583057</c:v>
                </c:pt>
                <c:pt idx="12835">
                  <c:v>-7593635</c:v>
                </c:pt>
                <c:pt idx="12836">
                  <c:v>-7574757</c:v>
                </c:pt>
                <c:pt idx="12837">
                  <c:v>-7589212</c:v>
                </c:pt>
                <c:pt idx="12838">
                  <c:v>-7593764</c:v>
                </c:pt>
                <c:pt idx="12839">
                  <c:v>-7593007</c:v>
                </c:pt>
                <c:pt idx="12840">
                  <c:v>-7580804</c:v>
                </c:pt>
                <c:pt idx="12841">
                  <c:v>-7584867</c:v>
                </c:pt>
                <c:pt idx="12842">
                  <c:v>-7590763</c:v>
                </c:pt>
                <c:pt idx="12843">
                  <c:v>-7589506</c:v>
                </c:pt>
                <c:pt idx="12844">
                  <c:v>-7581488</c:v>
                </c:pt>
                <c:pt idx="12845">
                  <c:v>-7580176</c:v>
                </c:pt>
                <c:pt idx="12846">
                  <c:v>-7370133</c:v>
                </c:pt>
                <c:pt idx="12847">
                  <c:v>-7413322</c:v>
                </c:pt>
                <c:pt idx="12848">
                  <c:v>-7404012</c:v>
                </c:pt>
                <c:pt idx="12849">
                  <c:v>-7256858</c:v>
                </c:pt>
                <c:pt idx="12850">
                  <c:v>-7412759</c:v>
                </c:pt>
                <c:pt idx="12851">
                  <c:v>-7247867</c:v>
                </c:pt>
                <c:pt idx="12852">
                  <c:v>-7274844</c:v>
                </c:pt>
                <c:pt idx="12853">
                  <c:v>-7221846</c:v>
                </c:pt>
                <c:pt idx="12854">
                  <c:v>-7353161</c:v>
                </c:pt>
                <c:pt idx="12855">
                  <c:v>-7357469</c:v>
                </c:pt>
                <c:pt idx="12856">
                  <c:v>-7241033</c:v>
                </c:pt>
                <c:pt idx="12857">
                  <c:v>-7187081</c:v>
                </c:pt>
                <c:pt idx="12858">
                  <c:v>-7445015</c:v>
                </c:pt>
                <c:pt idx="12859">
                  <c:v>-7212928</c:v>
                </c:pt>
                <c:pt idx="12860">
                  <c:v>-7402054</c:v>
                </c:pt>
                <c:pt idx="12861">
                  <c:v>-7386233</c:v>
                </c:pt>
                <c:pt idx="12862">
                  <c:v>-7324058</c:v>
                </c:pt>
                <c:pt idx="12863">
                  <c:v>-7355318</c:v>
                </c:pt>
                <c:pt idx="12864">
                  <c:v>-7348214</c:v>
                </c:pt>
                <c:pt idx="12865">
                  <c:v>-7263232</c:v>
                </c:pt>
                <c:pt idx="12866">
                  <c:v>-7270233</c:v>
                </c:pt>
                <c:pt idx="12867">
                  <c:v>-7377873</c:v>
                </c:pt>
                <c:pt idx="12868">
                  <c:v>-7387281</c:v>
                </c:pt>
                <c:pt idx="12869">
                  <c:v>-7326060</c:v>
                </c:pt>
                <c:pt idx="12870">
                  <c:v>-7296195</c:v>
                </c:pt>
                <c:pt idx="12871">
                  <c:v>-7240393</c:v>
                </c:pt>
                <c:pt idx="12872">
                  <c:v>-7350730</c:v>
                </c:pt>
                <c:pt idx="12873">
                  <c:v>-7432225</c:v>
                </c:pt>
                <c:pt idx="12874">
                  <c:v>-7382405</c:v>
                </c:pt>
                <c:pt idx="12875">
                  <c:v>-7251973</c:v>
                </c:pt>
                <c:pt idx="12876">
                  <c:v>-7340709</c:v>
                </c:pt>
                <c:pt idx="12877">
                  <c:v>-7219842</c:v>
                </c:pt>
                <c:pt idx="12878">
                  <c:v>-7306696</c:v>
                </c:pt>
                <c:pt idx="12879">
                  <c:v>-7384951</c:v>
                </c:pt>
                <c:pt idx="12880">
                  <c:v>-7434717</c:v>
                </c:pt>
                <c:pt idx="12881">
                  <c:v>-7388905</c:v>
                </c:pt>
                <c:pt idx="12882">
                  <c:v>-7350052</c:v>
                </c:pt>
                <c:pt idx="12883">
                  <c:v>-7207810</c:v>
                </c:pt>
                <c:pt idx="12884">
                  <c:v>-7384469</c:v>
                </c:pt>
                <c:pt idx="12885">
                  <c:v>-7344912</c:v>
                </c:pt>
                <c:pt idx="12886">
                  <c:v>-7181558</c:v>
                </c:pt>
                <c:pt idx="12887">
                  <c:v>-7374125</c:v>
                </c:pt>
                <c:pt idx="12888">
                  <c:v>-7374899</c:v>
                </c:pt>
                <c:pt idx="12889">
                  <c:v>-7407604</c:v>
                </c:pt>
                <c:pt idx="12890">
                  <c:v>-7220893</c:v>
                </c:pt>
                <c:pt idx="12891">
                  <c:v>-7239184</c:v>
                </c:pt>
                <c:pt idx="12892">
                  <c:v>-7274416</c:v>
                </c:pt>
                <c:pt idx="12893">
                  <c:v>-7414682</c:v>
                </c:pt>
                <c:pt idx="12894">
                  <c:v>-7256904</c:v>
                </c:pt>
                <c:pt idx="12895">
                  <c:v>-7396407</c:v>
                </c:pt>
                <c:pt idx="12896">
                  <c:v>-7232972</c:v>
                </c:pt>
                <c:pt idx="12897">
                  <c:v>-7302150</c:v>
                </c:pt>
                <c:pt idx="12898">
                  <c:v>-7328045</c:v>
                </c:pt>
                <c:pt idx="12899">
                  <c:v>-7220042</c:v>
                </c:pt>
                <c:pt idx="12900">
                  <c:v>-7328238</c:v>
                </c:pt>
                <c:pt idx="12901">
                  <c:v>-7398809</c:v>
                </c:pt>
                <c:pt idx="12902">
                  <c:v>-7414965</c:v>
                </c:pt>
                <c:pt idx="12903">
                  <c:v>-7328919</c:v>
                </c:pt>
                <c:pt idx="12904">
                  <c:v>-7210803</c:v>
                </c:pt>
                <c:pt idx="12905">
                  <c:v>-7241093</c:v>
                </c:pt>
                <c:pt idx="12906">
                  <c:v>-7410911</c:v>
                </c:pt>
                <c:pt idx="12907">
                  <c:v>-7382863</c:v>
                </c:pt>
                <c:pt idx="12908">
                  <c:v>-7342438</c:v>
                </c:pt>
                <c:pt idx="12909">
                  <c:v>-7347722</c:v>
                </c:pt>
                <c:pt idx="12910">
                  <c:v>-7260649</c:v>
                </c:pt>
                <c:pt idx="12911">
                  <c:v>-7385151</c:v>
                </c:pt>
                <c:pt idx="12912">
                  <c:v>-7376551</c:v>
                </c:pt>
                <c:pt idx="12913">
                  <c:v>-7337521</c:v>
                </c:pt>
                <c:pt idx="12914">
                  <c:v>-7325928</c:v>
                </c:pt>
                <c:pt idx="12915">
                  <c:v>-7324964</c:v>
                </c:pt>
                <c:pt idx="12916">
                  <c:v>-7294133</c:v>
                </c:pt>
                <c:pt idx="12917">
                  <c:v>-7227686</c:v>
                </c:pt>
                <c:pt idx="12918">
                  <c:v>-7309808</c:v>
                </c:pt>
                <c:pt idx="12919">
                  <c:v>-7355440</c:v>
                </c:pt>
                <c:pt idx="12920">
                  <c:v>-7239957</c:v>
                </c:pt>
                <c:pt idx="12921">
                  <c:v>-7370824</c:v>
                </c:pt>
                <c:pt idx="12922">
                  <c:v>-7264731</c:v>
                </c:pt>
                <c:pt idx="12923">
                  <c:v>-7276171</c:v>
                </c:pt>
                <c:pt idx="12924">
                  <c:v>-7372041</c:v>
                </c:pt>
                <c:pt idx="12925">
                  <c:v>-7425456</c:v>
                </c:pt>
                <c:pt idx="12926">
                  <c:v>-7278864</c:v>
                </c:pt>
                <c:pt idx="12927">
                  <c:v>-7221966</c:v>
                </c:pt>
                <c:pt idx="12928">
                  <c:v>-7346762</c:v>
                </c:pt>
                <c:pt idx="12929">
                  <c:v>-7295405</c:v>
                </c:pt>
                <c:pt idx="12930">
                  <c:v>-7289968</c:v>
                </c:pt>
                <c:pt idx="12931">
                  <c:v>-7225482</c:v>
                </c:pt>
                <c:pt idx="12932">
                  <c:v>-7276661</c:v>
                </c:pt>
                <c:pt idx="12933">
                  <c:v>-7259741</c:v>
                </c:pt>
                <c:pt idx="12934">
                  <c:v>-7331278</c:v>
                </c:pt>
                <c:pt idx="12935">
                  <c:v>-7428766</c:v>
                </c:pt>
                <c:pt idx="12936">
                  <c:v>-7379525</c:v>
                </c:pt>
                <c:pt idx="12937">
                  <c:v>-7385566</c:v>
                </c:pt>
                <c:pt idx="12938">
                  <c:v>-7214327</c:v>
                </c:pt>
                <c:pt idx="12939">
                  <c:v>-7384478</c:v>
                </c:pt>
                <c:pt idx="12940">
                  <c:v>-7274844</c:v>
                </c:pt>
                <c:pt idx="12941">
                  <c:v>-7374686</c:v>
                </c:pt>
                <c:pt idx="12942">
                  <c:v>-7346007</c:v>
                </c:pt>
                <c:pt idx="12943">
                  <c:v>-7215816</c:v>
                </c:pt>
                <c:pt idx="12944">
                  <c:v>-7260629</c:v>
                </c:pt>
                <c:pt idx="12945">
                  <c:v>-7389392</c:v>
                </c:pt>
                <c:pt idx="12946">
                  <c:v>-7300461</c:v>
                </c:pt>
                <c:pt idx="12947">
                  <c:v>-7210329</c:v>
                </c:pt>
                <c:pt idx="12948">
                  <c:v>-7408114</c:v>
                </c:pt>
                <c:pt idx="12949">
                  <c:v>-7436799</c:v>
                </c:pt>
                <c:pt idx="12950">
                  <c:v>-7233450</c:v>
                </c:pt>
                <c:pt idx="12951">
                  <c:v>-7184059</c:v>
                </c:pt>
                <c:pt idx="12952">
                  <c:v>-7383571</c:v>
                </c:pt>
                <c:pt idx="12953">
                  <c:v>-7371848</c:v>
                </c:pt>
                <c:pt idx="12954">
                  <c:v>-7334466</c:v>
                </c:pt>
                <c:pt idx="12955">
                  <c:v>-7341694</c:v>
                </c:pt>
                <c:pt idx="12956">
                  <c:v>-7350489</c:v>
                </c:pt>
                <c:pt idx="12957">
                  <c:v>-7187081</c:v>
                </c:pt>
                <c:pt idx="12958">
                  <c:v>-7339692</c:v>
                </c:pt>
                <c:pt idx="12959">
                  <c:v>-7378680</c:v>
                </c:pt>
                <c:pt idx="12960">
                  <c:v>-7299210</c:v>
                </c:pt>
                <c:pt idx="12961">
                  <c:v>-7286293</c:v>
                </c:pt>
                <c:pt idx="12962">
                  <c:v>-7339042</c:v>
                </c:pt>
                <c:pt idx="12963">
                  <c:v>-7252009</c:v>
                </c:pt>
                <c:pt idx="12964">
                  <c:v>-7388114</c:v>
                </c:pt>
                <c:pt idx="12965">
                  <c:v>-7337024</c:v>
                </c:pt>
                <c:pt idx="12966">
                  <c:v>-7417279</c:v>
                </c:pt>
                <c:pt idx="12967">
                  <c:v>-7210545</c:v>
                </c:pt>
                <c:pt idx="12968">
                  <c:v>-7375485</c:v>
                </c:pt>
                <c:pt idx="12969">
                  <c:v>-7324990</c:v>
                </c:pt>
                <c:pt idx="12970">
                  <c:v>-7439947</c:v>
                </c:pt>
                <c:pt idx="12971">
                  <c:v>-7251953</c:v>
                </c:pt>
                <c:pt idx="12972">
                  <c:v>-7369668</c:v>
                </c:pt>
                <c:pt idx="12973">
                  <c:v>-7196941</c:v>
                </c:pt>
                <c:pt idx="12974">
                  <c:v>-7250477</c:v>
                </c:pt>
                <c:pt idx="12975">
                  <c:v>-7363122</c:v>
                </c:pt>
                <c:pt idx="12976">
                  <c:v>-7258911</c:v>
                </c:pt>
                <c:pt idx="12977">
                  <c:v>-7312959</c:v>
                </c:pt>
                <c:pt idx="12978">
                  <c:v>-7348471</c:v>
                </c:pt>
                <c:pt idx="12979">
                  <c:v>-7257072</c:v>
                </c:pt>
                <c:pt idx="12980">
                  <c:v>-7349160</c:v>
                </c:pt>
                <c:pt idx="12981">
                  <c:v>-7186505</c:v>
                </c:pt>
                <c:pt idx="12982">
                  <c:v>-7312668</c:v>
                </c:pt>
                <c:pt idx="12983">
                  <c:v>-7454284</c:v>
                </c:pt>
                <c:pt idx="12984">
                  <c:v>-7307061</c:v>
                </c:pt>
                <c:pt idx="12985">
                  <c:v>-7409429</c:v>
                </c:pt>
                <c:pt idx="12986">
                  <c:v>-7324147</c:v>
                </c:pt>
                <c:pt idx="12987">
                  <c:v>-7336684</c:v>
                </c:pt>
                <c:pt idx="12988">
                  <c:v>-7408344</c:v>
                </c:pt>
                <c:pt idx="12989">
                  <c:v>-7333577</c:v>
                </c:pt>
                <c:pt idx="12990">
                  <c:v>-7292838</c:v>
                </c:pt>
                <c:pt idx="12991">
                  <c:v>-7382415</c:v>
                </c:pt>
                <c:pt idx="12992">
                  <c:v>-7217943</c:v>
                </c:pt>
                <c:pt idx="12993">
                  <c:v>-7385172</c:v>
                </c:pt>
                <c:pt idx="12994">
                  <c:v>-7316282</c:v>
                </c:pt>
                <c:pt idx="12995">
                  <c:v>-7337231</c:v>
                </c:pt>
                <c:pt idx="12996">
                  <c:v>-7280322</c:v>
                </c:pt>
                <c:pt idx="12997">
                  <c:v>-7294931</c:v>
                </c:pt>
                <c:pt idx="12998">
                  <c:v>-7406992</c:v>
                </c:pt>
                <c:pt idx="12999">
                  <c:v>-7282017</c:v>
                </c:pt>
                <c:pt idx="13000">
                  <c:v>-7212891</c:v>
                </c:pt>
                <c:pt idx="13001">
                  <c:v>-7585477</c:v>
                </c:pt>
                <c:pt idx="13002">
                  <c:v>-7320438</c:v>
                </c:pt>
                <c:pt idx="13003">
                  <c:v>-7369664</c:v>
                </c:pt>
                <c:pt idx="13004">
                  <c:v>-7224101</c:v>
                </c:pt>
                <c:pt idx="13005">
                  <c:v>-7384783</c:v>
                </c:pt>
                <c:pt idx="13006">
                  <c:v>-7333824</c:v>
                </c:pt>
                <c:pt idx="13007">
                  <c:v>-7417295</c:v>
                </c:pt>
                <c:pt idx="13008">
                  <c:v>-7396658</c:v>
                </c:pt>
                <c:pt idx="13009">
                  <c:v>-7283555</c:v>
                </c:pt>
                <c:pt idx="13010">
                  <c:v>-7345733</c:v>
                </c:pt>
                <c:pt idx="13011">
                  <c:v>-7267155</c:v>
                </c:pt>
                <c:pt idx="13012">
                  <c:v>-7421741</c:v>
                </c:pt>
                <c:pt idx="13013">
                  <c:v>-7243028</c:v>
                </c:pt>
                <c:pt idx="13014">
                  <c:v>-7320020</c:v>
                </c:pt>
                <c:pt idx="13015">
                  <c:v>-7287565</c:v>
                </c:pt>
                <c:pt idx="13016">
                  <c:v>-7322039</c:v>
                </c:pt>
                <c:pt idx="13017">
                  <c:v>-7428431</c:v>
                </c:pt>
                <c:pt idx="13018">
                  <c:v>-7339538</c:v>
                </c:pt>
                <c:pt idx="13019">
                  <c:v>-7416688</c:v>
                </c:pt>
                <c:pt idx="13020">
                  <c:v>-7288550</c:v>
                </c:pt>
                <c:pt idx="13021">
                  <c:v>-7405813</c:v>
                </c:pt>
                <c:pt idx="13022">
                  <c:v>-7422513</c:v>
                </c:pt>
                <c:pt idx="13023">
                  <c:v>-7383148</c:v>
                </c:pt>
                <c:pt idx="13024">
                  <c:v>-7293869</c:v>
                </c:pt>
                <c:pt idx="13025">
                  <c:v>-7383106</c:v>
                </c:pt>
                <c:pt idx="13026">
                  <c:v>-7280803</c:v>
                </c:pt>
                <c:pt idx="13027">
                  <c:v>-7372593</c:v>
                </c:pt>
                <c:pt idx="13028">
                  <c:v>-7175174</c:v>
                </c:pt>
                <c:pt idx="13029">
                  <c:v>-7189452</c:v>
                </c:pt>
                <c:pt idx="13030">
                  <c:v>-7342917</c:v>
                </c:pt>
                <c:pt idx="13031">
                  <c:v>-7374196</c:v>
                </c:pt>
                <c:pt idx="13032">
                  <c:v>-7325153</c:v>
                </c:pt>
                <c:pt idx="13033">
                  <c:v>-7359244</c:v>
                </c:pt>
                <c:pt idx="13034">
                  <c:v>-7341335</c:v>
                </c:pt>
                <c:pt idx="13035">
                  <c:v>-7212638</c:v>
                </c:pt>
                <c:pt idx="13036">
                  <c:v>-7330872</c:v>
                </c:pt>
                <c:pt idx="13037">
                  <c:v>-7327715</c:v>
                </c:pt>
                <c:pt idx="13038">
                  <c:v>-7333999</c:v>
                </c:pt>
                <c:pt idx="13039">
                  <c:v>-7447612</c:v>
                </c:pt>
                <c:pt idx="13040">
                  <c:v>-7219941</c:v>
                </c:pt>
                <c:pt idx="13041">
                  <c:v>-7348263</c:v>
                </c:pt>
                <c:pt idx="13042">
                  <c:v>-7380726</c:v>
                </c:pt>
                <c:pt idx="13043">
                  <c:v>-7232492</c:v>
                </c:pt>
                <c:pt idx="13044">
                  <c:v>-7221819</c:v>
                </c:pt>
                <c:pt idx="13045">
                  <c:v>-7287508</c:v>
                </c:pt>
                <c:pt idx="13046">
                  <c:v>-7379007</c:v>
                </c:pt>
                <c:pt idx="13047">
                  <c:v>-7346203</c:v>
                </c:pt>
                <c:pt idx="13048">
                  <c:v>-7314184</c:v>
                </c:pt>
                <c:pt idx="13049">
                  <c:v>-7405353</c:v>
                </c:pt>
                <c:pt idx="13050">
                  <c:v>-7256931</c:v>
                </c:pt>
                <c:pt idx="13051">
                  <c:v>-7406515</c:v>
                </c:pt>
                <c:pt idx="13052">
                  <c:v>-7327020</c:v>
                </c:pt>
                <c:pt idx="13053">
                  <c:v>-7246701</c:v>
                </c:pt>
                <c:pt idx="13054">
                  <c:v>-7340401</c:v>
                </c:pt>
                <c:pt idx="13055">
                  <c:v>-7337009</c:v>
                </c:pt>
                <c:pt idx="13056">
                  <c:v>-7330286</c:v>
                </c:pt>
                <c:pt idx="13057">
                  <c:v>-7350716</c:v>
                </c:pt>
                <c:pt idx="13058">
                  <c:v>-7383324</c:v>
                </c:pt>
                <c:pt idx="13059">
                  <c:v>-7389957</c:v>
                </c:pt>
                <c:pt idx="13060">
                  <c:v>-7374070</c:v>
                </c:pt>
                <c:pt idx="13061">
                  <c:v>-7259487</c:v>
                </c:pt>
                <c:pt idx="13062">
                  <c:v>-7237925</c:v>
                </c:pt>
                <c:pt idx="13063">
                  <c:v>-7383817</c:v>
                </c:pt>
                <c:pt idx="13064">
                  <c:v>-7340959</c:v>
                </c:pt>
                <c:pt idx="13065">
                  <c:v>-7375900</c:v>
                </c:pt>
                <c:pt idx="13066">
                  <c:v>-7336136</c:v>
                </c:pt>
                <c:pt idx="13067">
                  <c:v>-7280519</c:v>
                </c:pt>
                <c:pt idx="13068">
                  <c:v>-7437746</c:v>
                </c:pt>
                <c:pt idx="13069">
                  <c:v>-7359599</c:v>
                </c:pt>
                <c:pt idx="13070">
                  <c:v>-7320921</c:v>
                </c:pt>
                <c:pt idx="13071">
                  <c:v>-7244996</c:v>
                </c:pt>
                <c:pt idx="13072">
                  <c:v>-7295398</c:v>
                </c:pt>
                <c:pt idx="13073">
                  <c:v>-7383061</c:v>
                </c:pt>
                <c:pt idx="13074">
                  <c:v>-7271075</c:v>
                </c:pt>
                <c:pt idx="13075">
                  <c:v>-7346225</c:v>
                </c:pt>
                <c:pt idx="13076">
                  <c:v>-7357741</c:v>
                </c:pt>
                <c:pt idx="13077">
                  <c:v>-7263232</c:v>
                </c:pt>
                <c:pt idx="13078">
                  <c:v>-7406953</c:v>
                </c:pt>
                <c:pt idx="13079">
                  <c:v>-7224614</c:v>
                </c:pt>
                <c:pt idx="13080">
                  <c:v>-7327721</c:v>
                </c:pt>
                <c:pt idx="13081">
                  <c:v>-7273580</c:v>
                </c:pt>
                <c:pt idx="13082">
                  <c:v>-7443620</c:v>
                </c:pt>
                <c:pt idx="13083">
                  <c:v>-7358440</c:v>
                </c:pt>
                <c:pt idx="13084">
                  <c:v>-7245491</c:v>
                </c:pt>
                <c:pt idx="13085">
                  <c:v>-7370844</c:v>
                </c:pt>
                <c:pt idx="13086">
                  <c:v>-7325606</c:v>
                </c:pt>
                <c:pt idx="13087">
                  <c:v>-7316110</c:v>
                </c:pt>
                <c:pt idx="13088">
                  <c:v>-7199709</c:v>
                </c:pt>
                <c:pt idx="13089">
                  <c:v>-7392075</c:v>
                </c:pt>
                <c:pt idx="13090">
                  <c:v>-7413084</c:v>
                </c:pt>
                <c:pt idx="13091">
                  <c:v>-7221348</c:v>
                </c:pt>
                <c:pt idx="13092">
                  <c:v>-7215757</c:v>
                </c:pt>
                <c:pt idx="13093">
                  <c:v>-7440289</c:v>
                </c:pt>
                <c:pt idx="13094">
                  <c:v>-7431095</c:v>
                </c:pt>
                <c:pt idx="13095">
                  <c:v>-7261871</c:v>
                </c:pt>
                <c:pt idx="13096">
                  <c:v>-7400140</c:v>
                </c:pt>
                <c:pt idx="13097">
                  <c:v>-7420175</c:v>
                </c:pt>
                <c:pt idx="13098">
                  <c:v>-7397678</c:v>
                </c:pt>
                <c:pt idx="13099">
                  <c:v>-7236047</c:v>
                </c:pt>
                <c:pt idx="13100">
                  <c:v>-7169041</c:v>
                </c:pt>
                <c:pt idx="13101">
                  <c:v>-7277520</c:v>
                </c:pt>
                <c:pt idx="13102">
                  <c:v>-7376149</c:v>
                </c:pt>
                <c:pt idx="13103">
                  <c:v>-7317449</c:v>
                </c:pt>
                <c:pt idx="13104">
                  <c:v>-7286861</c:v>
                </c:pt>
                <c:pt idx="13105">
                  <c:v>-7401526</c:v>
                </c:pt>
                <c:pt idx="13106">
                  <c:v>-7338478</c:v>
                </c:pt>
                <c:pt idx="13107">
                  <c:v>-7233114</c:v>
                </c:pt>
                <c:pt idx="13108">
                  <c:v>-7242311</c:v>
                </c:pt>
                <c:pt idx="13109">
                  <c:v>-7251858</c:v>
                </c:pt>
                <c:pt idx="13110">
                  <c:v>-7383496</c:v>
                </c:pt>
                <c:pt idx="13111">
                  <c:v>-7384432</c:v>
                </c:pt>
                <c:pt idx="13112">
                  <c:v>-7307470</c:v>
                </c:pt>
                <c:pt idx="13113">
                  <c:v>-7583700</c:v>
                </c:pt>
                <c:pt idx="13114">
                  <c:v>-7227197</c:v>
                </c:pt>
                <c:pt idx="13115">
                  <c:v>-7216502</c:v>
                </c:pt>
                <c:pt idx="13116">
                  <c:v>-7338136</c:v>
                </c:pt>
                <c:pt idx="13117">
                  <c:v>-7349040</c:v>
                </c:pt>
                <c:pt idx="13118">
                  <c:v>-7357076</c:v>
                </c:pt>
                <c:pt idx="13119">
                  <c:v>-7378131</c:v>
                </c:pt>
                <c:pt idx="13120">
                  <c:v>-7423922</c:v>
                </c:pt>
                <c:pt idx="13121">
                  <c:v>-7392727</c:v>
                </c:pt>
                <c:pt idx="13122">
                  <c:v>-7303082</c:v>
                </c:pt>
                <c:pt idx="13123">
                  <c:v>-7256498</c:v>
                </c:pt>
                <c:pt idx="13124">
                  <c:v>-7385686</c:v>
                </c:pt>
                <c:pt idx="13125">
                  <c:v>-7364876</c:v>
                </c:pt>
                <c:pt idx="13126">
                  <c:v>-7375715</c:v>
                </c:pt>
                <c:pt idx="13127">
                  <c:v>-7363384</c:v>
                </c:pt>
                <c:pt idx="13128">
                  <c:v>-7363086</c:v>
                </c:pt>
                <c:pt idx="13129">
                  <c:v>-7362237</c:v>
                </c:pt>
                <c:pt idx="13130">
                  <c:v>-7378662</c:v>
                </c:pt>
                <c:pt idx="13131">
                  <c:v>-7382460</c:v>
                </c:pt>
                <c:pt idx="13132">
                  <c:v>-7363529</c:v>
                </c:pt>
                <c:pt idx="13133">
                  <c:v>-7363082</c:v>
                </c:pt>
                <c:pt idx="13134">
                  <c:v>-7351347</c:v>
                </c:pt>
                <c:pt idx="13135">
                  <c:v>-7364102</c:v>
                </c:pt>
                <c:pt idx="13136">
                  <c:v>-7364743</c:v>
                </c:pt>
                <c:pt idx="13137">
                  <c:v>-7378109</c:v>
                </c:pt>
                <c:pt idx="13138">
                  <c:v>-7363113</c:v>
                </c:pt>
                <c:pt idx="13139">
                  <c:v>-7361919</c:v>
                </c:pt>
                <c:pt idx="13140">
                  <c:v>-7382043</c:v>
                </c:pt>
                <c:pt idx="13141">
                  <c:v>-7358405</c:v>
                </c:pt>
                <c:pt idx="13142">
                  <c:v>-7373475</c:v>
                </c:pt>
                <c:pt idx="13143">
                  <c:v>-7351447</c:v>
                </c:pt>
                <c:pt idx="13144">
                  <c:v>-7368084</c:v>
                </c:pt>
                <c:pt idx="13145">
                  <c:v>-7382043</c:v>
                </c:pt>
                <c:pt idx="13146">
                  <c:v>-7365241</c:v>
                </c:pt>
                <c:pt idx="13147">
                  <c:v>-7375524</c:v>
                </c:pt>
                <c:pt idx="13148">
                  <c:v>-7364249</c:v>
                </c:pt>
                <c:pt idx="13149">
                  <c:v>-7358433</c:v>
                </c:pt>
                <c:pt idx="13150">
                  <c:v>-7368643</c:v>
                </c:pt>
                <c:pt idx="13151">
                  <c:v>-7363384</c:v>
                </c:pt>
                <c:pt idx="13152">
                  <c:v>-7357198</c:v>
                </c:pt>
                <c:pt idx="13153">
                  <c:v>-7365881</c:v>
                </c:pt>
                <c:pt idx="13154">
                  <c:v>-7369596</c:v>
                </c:pt>
                <c:pt idx="13155">
                  <c:v>-7364650</c:v>
                </c:pt>
                <c:pt idx="13156">
                  <c:v>-7359263</c:v>
                </c:pt>
                <c:pt idx="13157">
                  <c:v>-7369336</c:v>
                </c:pt>
                <c:pt idx="13158">
                  <c:v>-7381908</c:v>
                </c:pt>
                <c:pt idx="13159">
                  <c:v>-7377846</c:v>
                </c:pt>
                <c:pt idx="13160">
                  <c:v>-7364680</c:v>
                </c:pt>
                <c:pt idx="13161">
                  <c:v>-7363959</c:v>
                </c:pt>
                <c:pt idx="13162">
                  <c:v>-7362363</c:v>
                </c:pt>
                <c:pt idx="13163">
                  <c:v>-7364189</c:v>
                </c:pt>
                <c:pt idx="13164">
                  <c:v>-7352013</c:v>
                </c:pt>
                <c:pt idx="13165">
                  <c:v>-7371128</c:v>
                </c:pt>
                <c:pt idx="13166">
                  <c:v>-7365505</c:v>
                </c:pt>
                <c:pt idx="13167">
                  <c:v>-7360808</c:v>
                </c:pt>
                <c:pt idx="13168">
                  <c:v>-7364754</c:v>
                </c:pt>
                <c:pt idx="13169">
                  <c:v>-7366276</c:v>
                </c:pt>
                <c:pt idx="13170">
                  <c:v>-7363111</c:v>
                </c:pt>
                <c:pt idx="13171">
                  <c:v>-7360231</c:v>
                </c:pt>
                <c:pt idx="13172">
                  <c:v>-7367392</c:v>
                </c:pt>
                <c:pt idx="13173">
                  <c:v>-7365471</c:v>
                </c:pt>
                <c:pt idx="13174">
                  <c:v>-7364976</c:v>
                </c:pt>
                <c:pt idx="13175">
                  <c:v>-7378314</c:v>
                </c:pt>
                <c:pt idx="13176">
                  <c:v>-7339303</c:v>
                </c:pt>
                <c:pt idx="13177">
                  <c:v>-7365590</c:v>
                </c:pt>
                <c:pt idx="13178">
                  <c:v>-7362380</c:v>
                </c:pt>
                <c:pt idx="13179">
                  <c:v>-7438165</c:v>
                </c:pt>
                <c:pt idx="13180">
                  <c:v>-7293796</c:v>
                </c:pt>
                <c:pt idx="13181">
                  <c:v>-7379327</c:v>
                </c:pt>
                <c:pt idx="13182">
                  <c:v>-7368955</c:v>
                </c:pt>
                <c:pt idx="13183">
                  <c:v>-7365188</c:v>
                </c:pt>
                <c:pt idx="13184">
                  <c:v>-7378180</c:v>
                </c:pt>
                <c:pt idx="13185">
                  <c:v>-7349827</c:v>
                </c:pt>
                <c:pt idx="13186">
                  <c:v>-7382056</c:v>
                </c:pt>
                <c:pt idx="13187">
                  <c:v>-7363941</c:v>
                </c:pt>
                <c:pt idx="13188">
                  <c:v>-7253037</c:v>
                </c:pt>
                <c:pt idx="13189">
                  <c:v>-7360216</c:v>
                </c:pt>
                <c:pt idx="13190">
                  <c:v>-7321621</c:v>
                </c:pt>
                <c:pt idx="13191">
                  <c:v>-7365726</c:v>
                </c:pt>
                <c:pt idx="13192">
                  <c:v>-7363327</c:v>
                </c:pt>
                <c:pt idx="13193">
                  <c:v>-7363752</c:v>
                </c:pt>
                <c:pt idx="13194">
                  <c:v>-7366746</c:v>
                </c:pt>
                <c:pt idx="13195">
                  <c:v>-7365486</c:v>
                </c:pt>
                <c:pt idx="13196">
                  <c:v>-7384276</c:v>
                </c:pt>
                <c:pt idx="13197">
                  <c:v>-7329047</c:v>
                </c:pt>
                <c:pt idx="13198">
                  <c:v>-7372260</c:v>
                </c:pt>
                <c:pt idx="13199">
                  <c:v>-7352079</c:v>
                </c:pt>
                <c:pt idx="13200">
                  <c:v>-7359571</c:v>
                </c:pt>
                <c:pt idx="13201">
                  <c:v>-7362587</c:v>
                </c:pt>
                <c:pt idx="13202">
                  <c:v>-7364874</c:v>
                </c:pt>
                <c:pt idx="13203">
                  <c:v>-7365277</c:v>
                </c:pt>
                <c:pt idx="13204">
                  <c:v>-7350701</c:v>
                </c:pt>
                <c:pt idx="13205">
                  <c:v>-7364103</c:v>
                </c:pt>
                <c:pt idx="13206">
                  <c:v>-7360875</c:v>
                </c:pt>
                <c:pt idx="13207">
                  <c:v>-7372537</c:v>
                </c:pt>
                <c:pt idx="13208">
                  <c:v>-7378443</c:v>
                </c:pt>
                <c:pt idx="13209">
                  <c:v>-7363957</c:v>
                </c:pt>
                <c:pt idx="13210">
                  <c:v>-7283047</c:v>
                </c:pt>
                <c:pt idx="13211">
                  <c:v>-7350185</c:v>
                </c:pt>
                <c:pt idx="13212">
                  <c:v>-7378633</c:v>
                </c:pt>
                <c:pt idx="13213">
                  <c:v>-7373269</c:v>
                </c:pt>
                <c:pt idx="13214">
                  <c:v>-7355825</c:v>
                </c:pt>
                <c:pt idx="13215">
                  <c:v>-7370170</c:v>
                </c:pt>
                <c:pt idx="13216">
                  <c:v>-7378114</c:v>
                </c:pt>
                <c:pt idx="13217">
                  <c:v>-7360652</c:v>
                </c:pt>
                <c:pt idx="13218">
                  <c:v>-7365486</c:v>
                </c:pt>
                <c:pt idx="13219">
                  <c:v>-7364298</c:v>
                </c:pt>
                <c:pt idx="13220">
                  <c:v>-7363604</c:v>
                </c:pt>
                <c:pt idx="13221">
                  <c:v>-7364700</c:v>
                </c:pt>
                <c:pt idx="13222">
                  <c:v>-7363957</c:v>
                </c:pt>
                <c:pt idx="13223">
                  <c:v>-7363923</c:v>
                </c:pt>
                <c:pt idx="13224">
                  <c:v>-7364176</c:v>
                </c:pt>
                <c:pt idx="13225">
                  <c:v>-7379381</c:v>
                </c:pt>
                <c:pt idx="13226">
                  <c:v>-7365844</c:v>
                </c:pt>
                <c:pt idx="13227">
                  <c:v>-7360104</c:v>
                </c:pt>
                <c:pt idx="13228">
                  <c:v>-7362307</c:v>
                </c:pt>
                <c:pt idx="13229">
                  <c:v>-7359401</c:v>
                </c:pt>
                <c:pt idx="13230">
                  <c:v>-7364748</c:v>
                </c:pt>
                <c:pt idx="13231">
                  <c:v>-7353746</c:v>
                </c:pt>
                <c:pt idx="13232">
                  <c:v>-7364678</c:v>
                </c:pt>
                <c:pt idx="13233">
                  <c:v>-7321621</c:v>
                </c:pt>
                <c:pt idx="13234">
                  <c:v>-7376233</c:v>
                </c:pt>
                <c:pt idx="13235">
                  <c:v>-7219945</c:v>
                </c:pt>
                <c:pt idx="13236">
                  <c:v>-7359369</c:v>
                </c:pt>
                <c:pt idx="13237">
                  <c:v>-7371082</c:v>
                </c:pt>
                <c:pt idx="13238">
                  <c:v>-7366489</c:v>
                </c:pt>
                <c:pt idx="13239">
                  <c:v>-7255816</c:v>
                </c:pt>
                <c:pt idx="13240">
                  <c:v>-7377810</c:v>
                </c:pt>
                <c:pt idx="13241">
                  <c:v>-7263296</c:v>
                </c:pt>
                <c:pt idx="13242">
                  <c:v>-7222134</c:v>
                </c:pt>
                <c:pt idx="13243">
                  <c:v>-7384064</c:v>
                </c:pt>
                <c:pt idx="13244">
                  <c:v>-7371515</c:v>
                </c:pt>
                <c:pt idx="13245">
                  <c:v>-7362447</c:v>
                </c:pt>
                <c:pt idx="13246">
                  <c:v>-7363897</c:v>
                </c:pt>
                <c:pt idx="13247">
                  <c:v>-7366938</c:v>
                </c:pt>
                <c:pt idx="13248">
                  <c:v>-7363206</c:v>
                </c:pt>
                <c:pt idx="13249">
                  <c:v>-7364748</c:v>
                </c:pt>
                <c:pt idx="13250">
                  <c:v>-7352079</c:v>
                </c:pt>
                <c:pt idx="13251">
                  <c:v>-7363941</c:v>
                </c:pt>
                <c:pt idx="13252">
                  <c:v>-7274291</c:v>
                </c:pt>
                <c:pt idx="13253">
                  <c:v>-7336700</c:v>
                </c:pt>
                <c:pt idx="13254">
                  <c:v>-7379034</c:v>
                </c:pt>
                <c:pt idx="13255">
                  <c:v>-7256205</c:v>
                </c:pt>
                <c:pt idx="13256">
                  <c:v>-7369790</c:v>
                </c:pt>
                <c:pt idx="13257">
                  <c:v>-7370391</c:v>
                </c:pt>
                <c:pt idx="13258">
                  <c:v>-7367255</c:v>
                </c:pt>
                <c:pt idx="13259">
                  <c:v>-7363390</c:v>
                </c:pt>
                <c:pt idx="13260">
                  <c:v>-7274260</c:v>
                </c:pt>
                <c:pt idx="13261">
                  <c:v>-7364834</c:v>
                </c:pt>
                <c:pt idx="13262">
                  <c:v>-7379927</c:v>
                </c:pt>
                <c:pt idx="13263">
                  <c:v>-7362528</c:v>
                </c:pt>
                <c:pt idx="13264">
                  <c:v>-7368390</c:v>
                </c:pt>
                <c:pt idx="13265">
                  <c:v>-7329344</c:v>
                </c:pt>
                <c:pt idx="13266">
                  <c:v>-7328643</c:v>
                </c:pt>
                <c:pt idx="13267">
                  <c:v>-7362673</c:v>
                </c:pt>
                <c:pt idx="13268">
                  <c:v>-7339671</c:v>
                </c:pt>
                <c:pt idx="13269">
                  <c:v>-7365008</c:v>
                </c:pt>
                <c:pt idx="13270">
                  <c:v>-7357051</c:v>
                </c:pt>
                <c:pt idx="13271">
                  <c:v>-7365888</c:v>
                </c:pt>
                <c:pt idx="13272">
                  <c:v>-7381676</c:v>
                </c:pt>
                <c:pt idx="13273">
                  <c:v>-7378792</c:v>
                </c:pt>
                <c:pt idx="13274">
                  <c:v>-7369831</c:v>
                </c:pt>
                <c:pt idx="13275">
                  <c:v>-7339303</c:v>
                </c:pt>
                <c:pt idx="13276">
                  <c:v>-7364754</c:v>
                </c:pt>
                <c:pt idx="13277">
                  <c:v>-7364594</c:v>
                </c:pt>
                <c:pt idx="13278">
                  <c:v>-7364748</c:v>
                </c:pt>
                <c:pt idx="13279">
                  <c:v>-7366864</c:v>
                </c:pt>
                <c:pt idx="13280">
                  <c:v>-7364258</c:v>
                </c:pt>
                <c:pt idx="13281">
                  <c:v>-7359354</c:v>
                </c:pt>
                <c:pt idx="13282">
                  <c:v>-7378132</c:v>
                </c:pt>
                <c:pt idx="13283">
                  <c:v>-7381351</c:v>
                </c:pt>
                <c:pt idx="13284">
                  <c:v>-7359342</c:v>
                </c:pt>
                <c:pt idx="13285">
                  <c:v>-7360456</c:v>
                </c:pt>
                <c:pt idx="13286">
                  <c:v>-7360652</c:v>
                </c:pt>
                <c:pt idx="13287">
                  <c:v>-7378192</c:v>
                </c:pt>
                <c:pt idx="13288">
                  <c:v>-7184088</c:v>
                </c:pt>
                <c:pt idx="13289">
                  <c:v>-7362189</c:v>
                </c:pt>
                <c:pt idx="13290">
                  <c:v>-7369675</c:v>
                </c:pt>
                <c:pt idx="13291">
                  <c:v>-7377325</c:v>
                </c:pt>
                <c:pt idx="13292">
                  <c:v>-7283917</c:v>
                </c:pt>
                <c:pt idx="13293">
                  <c:v>-7365858</c:v>
                </c:pt>
                <c:pt idx="13294">
                  <c:v>-7374444</c:v>
                </c:pt>
                <c:pt idx="13295">
                  <c:v>-7256205</c:v>
                </c:pt>
                <c:pt idx="13296">
                  <c:v>-7364594</c:v>
                </c:pt>
                <c:pt idx="13297">
                  <c:v>-7378180</c:v>
                </c:pt>
                <c:pt idx="13298">
                  <c:v>-7364176</c:v>
                </c:pt>
                <c:pt idx="13299">
                  <c:v>-7360875</c:v>
                </c:pt>
                <c:pt idx="13300">
                  <c:v>-7373269</c:v>
                </c:pt>
                <c:pt idx="13301">
                  <c:v>-7351341</c:v>
                </c:pt>
                <c:pt idx="13302">
                  <c:v>-7164282</c:v>
                </c:pt>
                <c:pt idx="13303">
                  <c:v>-7361185</c:v>
                </c:pt>
                <c:pt idx="13304">
                  <c:v>-7360498</c:v>
                </c:pt>
                <c:pt idx="13305">
                  <c:v>-7357540</c:v>
                </c:pt>
                <c:pt idx="13306">
                  <c:v>-7381109</c:v>
                </c:pt>
                <c:pt idx="13307">
                  <c:v>-7360934</c:v>
                </c:pt>
                <c:pt idx="13308">
                  <c:v>-7335647</c:v>
                </c:pt>
                <c:pt idx="13309">
                  <c:v>-7377325</c:v>
                </c:pt>
                <c:pt idx="13310">
                  <c:v>-7219967</c:v>
                </c:pt>
                <c:pt idx="13311">
                  <c:v>-7365019</c:v>
                </c:pt>
                <c:pt idx="13312">
                  <c:v>-7358810</c:v>
                </c:pt>
                <c:pt idx="13313">
                  <c:v>-7370973</c:v>
                </c:pt>
                <c:pt idx="13314">
                  <c:v>-7360329</c:v>
                </c:pt>
                <c:pt idx="13315">
                  <c:v>-7363928</c:v>
                </c:pt>
                <c:pt idx="13316">
                  <c:v>-7366938</c:v>
                </c:pt>
                <c:pt idx="13317">
                  <c:v>-7376442</c:v>
                </c:pt>
                <c:pt idx="13318">
                  <c:v>-7363488</c:v>
                </c:pt>
                <c:pt idx="13319">
                  <c:v>-7359893</c:v>
                </c:pt>
                <c:pt idx="13320">
                  <c:v>-7375212</c:v>
                </c:pt>
                <c:pt idx="13321">
                  <c:v>-7363819</c:v>
                </c:pt>
                <c:pt idx="13322">
                  <c:v>-7368601</c:v>
                </c:pt>
                <c:pt idx="13323">
                  <c:v>-7370046</c:v>
                </c:pt>
                <c:pt idx="13324">
                  <c:v>-7364307</c:v>
                </c:pt>
                <c:pt idx="13325">
                  <c:v>-7373931</c:v>
                </c:pt>
                <c:pt idx="13326">
                  <c:v>-7362791</c:v>
                </c:pt>
                <c:pt idx="13327">
                  <c:v>-7253346</c:v>
                </c:pt>
                <c:pt idx="13328">
                  <c:v>-7364846</c:v>
                </c:pt>
                <c:pt idx="13329">
                  <c:v>-7378132</c:v>
                </c:pt>
                <c:pt idx="13330">
                  <c:v>-7293778</c:v>
                </c:pt>
                <c:pt idx="13331">
                  <c:v>-7362791</c:v>
                </c:pt>
                <c:pt idx="13332">
                  <c:v>-7378509</c:v>
                </c:pt>
                <c:pt idx="13333">
                  <c:v>-7357689</c:v>
                </c:pt>
                <c:pt idx="13334">
                  <c:v>-7352089</c:v>
                </c:pt>
                <c:pt idx="13335">
                  <c:v>-7367839</c:v>
                </c:pt>
                <c:pt idx="13336">
                  <c:v>-7339671</c:v>
                </c:pt>
                <c:pt idx="13337">
                  <c:v>-7360235</c:v>
                </c:pt>
                <c:pt idx="13338">
                  <c:v>-7365844</c:v>
                </c:pt>
                <c:pt idx="13339">
                  <c:v>-7360990</c:v>
                </c:pt>
                <c:pt idx="13340">
                  <c:v>-7376721</c:v>
                </c:pt>
                <c:pt idx="13341">
                  <c:v>-7372263</c:v>
                </c:pt>
                <c:pt idx="13342">
                  <c:v>-7380530</c:v>
                </c:pt>
                <c:pt idx="13343">
                  <c:v>-7219967</c:v>
                </c:pt>
                <c:pt idx="13344">
                  <c:v>-7364874</c:v>
                </c:pt>
                <c:pt idx="13345">
                  <c:v>-7359477</c:v>
                </c:pt>
                <c:pt idx="13346">
                  <c:v>-7358791</c:v>
                </c:pt>
                <c:pt idx="13347">
                  <c:v>-7366746</c:v>
                </c:pt>
                <c:pt idx="13348">
                  <c:v>-7356303</c:v>
                </c:pt>
                <c:pt idx="13349">
                  <c:v>-7364874</c:v>
                </c:pt>
                <c:pt idx="13350">
                  <c:v>-7382056</c:v>
                </c:pt>
                <c:pt idx="13351">
                  <c:v>-7363819</c:v>
                </c:pt>
                <c:pt idx="13352">
                  <c:v>-7364855</c:v>
                </c:pt>
                <c:pt idx="13353">
                  <c:v>-7365590</c:v>
                </c:pt>
                <c:pt idx="13354">
                  <c:v>-7256578</c:v>
                </c:pt>
                <c:pt idx="13355">
                  <c:v>-7368022</c:v>
                </c:pt>
                <c:pt idx="13356">
                  <c:v>-7368400</c:v>
                </c:pt>
                <c:pt idx="13357">
                  <c:v>-7370170</c:v>
                </c:pt>
                <c:pt idx="13358">
                  <c:v>-7361355</c:v>
                </c:pt>
                <c:pt idx="13359">
                  <c:v>-7359369</c:v>
                </c:pt>
                <c:pt idx="13360">
                  <c:v>-7351572</c:v>
                </c:pt>
                <c:pt idx="13361">
                  <c:v>-7363327</c:v>
                </c:pt>
                <c:pt idx="13362">
                  <c:v>-7360587</c:v>
                </c:pt>
                <c:pt idx="13363">
                  <c:v>-7368022</c:v>
                </c:pt>
                <c:pt idx="13364">
                  <c:v>-7362685</c:v>
                </c:pt>
                <c:pt idx="13365">
                  <c:v>-7361779</c:v>
                </c:pt>
                <c:pt idx="13366">
                  <c:v>-7349827</c:v>
                </c:pt>
                <c:pt idx="13367">
                  <c:v>-7359571</c:v>
                </c:pt>
                <c:pt idx="13368">
                  <c:v>-7364103</c:v>
                </c:pt>
                <c:pt idx="13369">
                  <c:v>-7329628</c:v>
                </c:pt>
                <c:pt idx="13370">
                  <c:v>-7364564</c:v>
                </c:pt>
                <c:pt idx="13371">
                  <c:v>-7330138</c:v>
                </c:pt>
                <c:pt idx="13372">
                  <c:v>-7365008</c:v>
                </c:pt>
                <c:pt idx="13373">
                  <c:v>-7382670</c:v>
                </c:pt>
                <c:pt idx="13374">
                  <c:v>-7381453</c:v>
                </c:pt>
                <c:pt idx="13375">
                  <c:v>-7364781</c:v>
                </c:pt>
                <c:pt idx="13376">
                  <c:v>-7356605</c:v>
                </c:pt>
                <c:pt idx="13377">
                  <c:v>-7360642</c:v>
                </c:pt>
                <c:pt idx="13378">
                  <c:v>-7284030</c:v>
                </c:pt>
                <c:pt idx="13379">
                  <c:v>-7360426</c:v>
                </c:pt>
                <c:pt idx="13380">
                  <c:v>-7334818</c:v>
                </c:pt>
                <c:pt idx="13381">
                  <c:v>-7377219</c:v>
                </c:pt>
                <c:pt idx="13382">
                  <c:v>-7352096</c:v>
                </c:pt>
                <c:pt idx="13383">
                  <c:v>-7331510</c:v>
                </c:pt>
                <c:pt idx="13384">
                  <c:v>-7359938</c:v>
                </c:pt>
                <c:pt idx="13385">
                  <c:v>-7376253</c:v>
                </c:pt>
                <c:pt idx="13386">
                  <c:v>-7328538</c:v>
                </c:pt>
                <c:pt idx="13387">
                  <c:v>-7367838</c:v>
                </c:pt>
                <c:pt idx="13388">
                  <c:v>-7368390</c:v>
                </c:pt>
                <c:pt idx="13389">
                  <c:v>-7387002</c:v>
                </c:pt>
                <c:pt idx="13390">
                  <c:v>-7359820</c:v>
                </c:pt>
                <c:pt idx="13391">
                  <c:v>-7364608</c:v>
                </c:pt>
                <c:pt idx="13392">
                  <c:v>-7363094</c:v>
                </c:pt>
                <c:pt idx="13393">
                  <c:v>-7379980</c:v>
                </c:pt>
                <c:pt idx="13394">
                  <c:v>-7365148</c:v>
                </c:pt>
                <c:pt idx="13395">
                  <c:v>-7164282</c:v>
                </c:pt>
                <c:pt idx="13396">
                  <c:v>-7387002</c:v>
                </c:pt>
                <c:pt idx="13397">
                  <c:v>-7376676</c:v>
                </c:pt>
                <c:pt idx="13398">
                  <c:v>-7376640</c:v>
                </c:pt>
                <c:pt idx="13399">
                  <c:v>-7352096</c:v>
                </c:pt>
                <c:pt idx="13400">
                  <c:v>-7364514</c:v>
                </c:pt>
                <c:pt idx="13401">
                  <c:v>-7364064</c:v>
                </c:pt>
                <c:pt idx="13402">
                  <c:v>-7361513</c:v>
                </c:pt>
                <c:pt idx="13403">
                  <c:v>-7273790</c:v>
                </c:pt>
                <c:pt idx="13404">
                  <c:v>-7372842</c:v>
                </c:pt>
                <c:pt idx="13405">
                  <c:v>-7367216</c:v>
                </c:pt>
                <c:pt idx="13406">
                  <c:v>-7331982</c:v>
                </c:pt>
                <c:pt idx="13407">
                  <c:v>-7359342</c:v>
                </c:pt>
                <c:pt idx="13408">
                  <c:v>-7365019</c:v>
                </c:pt>
                <c:pt idx="13409">
                  <c:v>-7362587</c:v>
                </c:pt>
                <c:pt idx="13410">
                  <c:v>-7360934</c:v>
                </c:pt>
                <c:pt idx="13411">
                  <c:v>-7363086</c:v>
                </c:pt>
                <c:pt idx="13412">
                  <c:v>-7184226</c:v>
                </c:pt>
                <c:pt idx="13413">
                  <c:v>-7368280</c:v>
                </c:pt>
                <c:pt idx="13414">
                  <c:v>-7362528</c:v>
                </c:pt>
                <c:pt idx="13415">
                  <c:v>-7219649</c:v>
                </c:pt>
                <c:pt idx="13416">
                  <c:v>-7363074</c:v>
                </c:pt>
                <c:pt idx="13417">
                  <c:v>-7382056</c:v>
                </c:pt>
                <c:pt idx="13418">
                  <c:v>-7364176</c:v>
                </c:pt>
                <c:pt idx="13419">
                  <c:v>-7359677</c:v>
                </c:pt>
                <c:pt idx="13420">
                  <c:v>-7355320</c:v>
                </c:pt>
                <c:pt idx="13421">
                  <c:v>-7364595</c:v>
                </c:pt>
                <c:pt idx="13422">
                  <c:v>-7364103</c:v>
                </c:pt>
                <c:pt idx="13423">
                  <c:v>-7329628</c:v>
                </c:pt>
                <c:pt idx="13424">
                  <c:v>-7350597</c:v>
                </c:pt>
                <c:pt idx="13425">
                  <c:v>-7360266</c:v>
                </c:pt>
                <c:pt idx="13426">
                  <c:v>-7185036</c:v>
                </c:pt>
                <c:pt idx="13427">
                  <c:v>-7358313</c:v>
                </c:pt>
                <c:pt idx="13428">
                  <c:v>-7365888</c:v>
                </c:pt>
                <c:pt idx="13429">
                  <c:v>-7363941</c:v>
                </c:pt>
                <c:pt idx="13430">
                  <c:v>-7355893</c:v>
                </c:pt>
                <c:pt idx="13431">
                  <c:v>-7378180</c:v>
                </c:pt>
                <c:pt idx="13432">
                  <c:v>-7349653</c:v>
                </c:pt>
                <c:pt idx="13433">
                  <c:v>-7366489</c:v>
                </c:pt>
                <c:pt idx="13434">
                  <c:v>-7364424</c:v>
                </c:pt>
                <c:pt idx="13435">
                  <c:v>-7373990</c:v>
                </c:pt>
                <c:pt idx="13436">
                  <c:v>-7366864</c:v>
                </c:pt>
                <c:pt idx="13437">
                  <c:v>-7438523</c:v>
                </c:pt>
                <c:pt idx="13438">
                  <c:v>-7365376</c:v>
                </c:pt>
                <c:pt idx="13439">
                  <c:v>-7328693</c:v>
                </c:pt>
                <c:pt idx="13440">
                  <c:v>-7364754</c:v>
                </c:pt>
                <c:pt idx="13441">
                  <c:v>-7359681</c:v>
                </c:pt>
                <c:pt idx="13442">
                  <c:v>-7368390</c:v>
                </c:pt>
                <c:pt idx="13443">
                  <c:v>-7441149</c:v>
                </c:pt>
                <c:pt idx="13444">
                  <c:v>-7558566</c:v>
                </c:pt>
                <c:pt idx="13445">
                  <c:v>-7441507</c:v>
                </c:pt>
                <c:pt idx="13446">
                  <c:v>-7463685</c:v>
                </c:pt>
                <c:pt idx="13447">
                  <c:v>-7462647</c:v>
                </c:pt>
                <c:pt idx="13448">
                  <c:v>-7453524</c:v>
                </c:pt>
                <c:pt idx="13449">
                  <c:v>-7440864</c:v>
                </c:pt>
                <c:pt idx="13450">
                  <c:v>-7459080</c:v>
                </c:pt>
                <c:pt idx="13451">
                  <c:v>-7499661</c:v>
                </c:pt>
                <c:pt idx="13452">
                  <c:v>-7579811</c:v>
                </c:pt>
                <c:pt idx="13453">
                  <c:v>-7431429</c:v>
                </c:pt>
                <c:pt idx="13454">
                  <c:v>-7487114</c:v>
                </c:pt>
                <c:pt idx="13455">
                  <c:v>-7451757</c:v>
                </c:pt>
                <c:pt idx="13456">
                  <c:v>-7430899</c:v>
                </c:pt>
                <c:pt idx="13457">
                  <c:v>-7392752</c:v>
                </c:pt>
                <c:pt idx="13458">
                  <c:v>-7470065</c:v>
                </c:pt>
                <c:pt idx="13459">
                  <c:v>-7533637</c:v>
                </c:pt>
                <c:pt idx="13460">
                  <c:v>-7555150</c:v>
                </c:pt>
                <c:pt idx="13461">
                  <c:v>-7574005</c:v>
                </c:pt>
                <c:pt idx="13462">
                  <c:v>-7464266</c:v>
                </c:pt>
                <c:pt idx="13463">
                  <c:v>-7370058</c:v>
                </c:pt>
                <c:pt idx="13464">
                  <c:v>-7591154</c:v>
                </c:pt>
                <c:pt idx="13465">
                  <c:v>-7637953</c:v>
                </c:pt>
                <c:pt idx="13466">
                  <c:v>-7445255</c:v>
                </c:pt>
                <c:pt idx="13467">
                  <c:v>-7611108</c:v>
                </c:pt>
                <c:pt idx="13468">
                  <c:v>-7455116</c:v>
                </c:pt>
                <c:pt idx="13469">
                  <c:v>-7563369</c:v>
                </c:pt>
                <c:pt idx="13470">
                  <c:v>-7615723</c:v>
                </c:pt>
                <c:pt idx="13471">
                  <c:v>-7473450</c:v>
                </c:pt>
                <c:pt idx="13472">
                  <c:v>-7487801</c:v>
                </c:pt>
                <c:pt idx="13473">
                  <c:v>-7675029</c:v>
                </c:pt>
                <c:pt idx="13474">
                  <c:v>-7524840</c:v>
                </c:pt>
                <c:pt idx="13475">
                  <c:v>-7640932</c:v>
                </c:pt>
                <c:pt idx="13476">
                  <c:v>-7446426</c:v>
                </c:pt>
                <c:pt idx="13477">
                  <c:v>-7463985</c:v>
                </c:pt>
                <c:pt idx="13478">
                  <c:v>-7422722</c:v>
                </c:pt>
                <c:pt idx="13479">
                  <c:v>-7514976</c:v>
                </c:pt>
                <c:pt idx="13480">
                  <c:v>-7585750</c:v>
                </c:pt>
                <c:pt idx="13481">
                  <c:v>-7437800</c:v>
                </c:pt>
                <c:pt idx="13482">
                  <c:v>-7602820</c:v>
                </c:pt>
                <c:pt idx="13483">
                  <c:v>-7678172</c:v>
                </c:pt>
                <c:pt idx="13484">
                  <c:v>-7505897</c:v>
                </c:pt>
                <c:pt idx="13485">
                  <c:v>-7464998</c:v>
                </c:pt>
                <c:pt idx="13486">
                  <c:v>-7514083</c:v>
                </c:pt>
                <c:pt idx="13487">
                  <c:v>-7454024</c:v>
                </c:pt>
                <c:pt idx="13488">
                  <c:v>-7502741</c:v>
                </c:pt>
                <c:pt idx="13489">
                  <c:v>-7461690</c:v>
                </c:pt>
                <c:pt idx="13490">
                  <c:v>-7614940</c:v>
                </c:pt>
                <c:pt idx="13491">
                  <c:v>-7534332</c:v>
                </c:pt>
                <c:pt idx="13492">
                  <c:v>-7451144</c:v>
                </c:pt>
                <c:pt idx="13493">
                  <c:v>-7535866</c:v>
                </c:pt>
                <c:pt idx="13494">
                  <c:v>-7430294</c:v>
                </c:pt>
                <c:pt idx="13495">
                  <c:v>-7442775</c:v>
                </c:pt>
                <c:pt idx="13496">
                  <c:v>-7504115</c:v>
                </c:pt>
                <c:pt idx="13497">
                  <c:v>-7599098</c:v>
                </c:pt>
                <c:pt idx="13498">
                  <c:v>-7534320</c:v>
                </c:pt>
                <c:pt idx="13499">
                  <c:v>-7484934</c:v>
                </c:pt>
                <c:pt idx="13500">
                  <c:v>-7498564</c:v>
                </c:pt>
                <c:pt idx="13501">
                  <c:v>-7465451</c:v>
                </c:pt>
                <c:pt idx="13502">
                  <c:v>-7574065</c:v>
                </c:pt>
                <c:pt idx="13503">
                  <c:v>-7430619</c:v>
                </c:pt>
                <c:pt idx="13504">
                  <c:v>-7558523</c:v>
                </c:pt>
                <c:pt idx="13505">
                  <c:v>-7548452</c:v>
                </c:pt>
                <c:pt idx="13506">
                  <c:v>-7649807</c:v>
                </c:pt>
                <c:pt idx="13507">
                  <c:v>-7393206</c:v>
                </c:pt>
                <c:pt idx="13508">
                  <c:v>-7442761</c:v>
                </c:pt>
                <c:pt idx="13509">
                  <c:v>-7639123</c:v>
                </c:pt>
                <c:pt idx="13510">
                  <c:v>-7526025</c:v>
                </c:pt>
                <c:pt idx="13511">
                  <c:v>-7600744</c:v>
                </c:pt>
                <c:pt idx="13512">
                  <c:v>-7541730</c:v>
                </c:pt>
                <c:pt idx="13513">
                  <c:v>-7465376</c:v>
                </c:pt>
                <c:pt idx="13514">
                  <c:v>-7648680</c:v>
                </c:pt>
                <c:pt idx="13515">
                  <c:v>-7485090</c:v>
                </c:pt>
                <c:pt idx="13516">
                  <c:v>-7581306</c:v>
                </c:pt>
                <c:pt idx="13517">
                  <c:v>-7443239</c:v>
                </c:pt>
                <c:pt idx="13518">
                  <c:v>-7657485</c:v>
                </c:pt>
                <c:pt idx="13519">
                  <c:v>-7444593</c:v>
                </c:pt>
                <c:pt idx="13520">
                  <c:v>-7491232</c:v>
                </c:pt>
                <c:pt idx="13521">
                  <c:v>-7435640</c:v>
                </c:pt>
                <c:pt idx="13522">
                  <c:v>-7445481</c:v>
                </c:pt>
                <c:pt idx="13523">
                  <c:v>-7553034</c:v>
                </c:pt>
                <c:pt idx="13524">
                  <c:v>-7535268</c:v>
                </c:pt>
                <c:pt idx="13525">
                  <c:v>-7558640</c:v>
                </c:pt>
                <c:pt idx="13526">
                  <c:v>-7594503</c:v>
                </c:pt>
                <c:pt idx="13527">
                  <c:v>-7529357</c:v>
                </c:pt>
                <c:pt idx="13528">
                  <c:v>-7449755</c:v>
                </c:pt>
                <c:pt idx="13529">
                  <c:v>-7470034</c:v>
                </c:pt>
                <c:pt idx="13530">
                  <c:v>-7472594</c:v>
                </c:pt>
                <c:pt idx="13531">
                  <c:v>-7471401</c:v>
                </c:pt>
                <c:pt idx="13532">
                  <c:v>-7471343</c:v>
                </c:pt>
                <c:pt idx="13533">
                  <c:v>-7471571</c:v>
                </c:pt>
                <c:pt idx="13534">
                  <c:v>-7471843</c:v>
                </c:pt>
                <c:pt idx="13535">
                  <c:v>-7470907</c:v>
                </c:pt>
                <c:pt idx="13536">
                  <c:v>-7471681</c:v>
                </c:pt>
                <c:pt idx="13537">
                  <c:v>-7473801</c:v>
                </c:pt>
                <c:pt idx="13538">
                  <c:v>-7471443</c:v>
                </c:pt>
                <c:pt idx="13539">
                  <c:v>-7470072</c:v>
                </c:pt>
                <c:pt idx="13540">
                  <c:v>-7473733</c:v>
                </c:pt>
                <c:pt idx="13541">
                  <c:v>-7470678</c:v>
                </c:pt>
                <c:pt idx="13542">
                  <c:v>-7472152</c:v>
                </c:pt>
                <c:pt idx="13543">
                  <c:v>-7433787</c:v>
                </c:pt>
                <c:pt idx="13544">
                  <c:v>-7469808</c:v>
                </c:pt>
                <c:pt idx="13545">
                  <c:v>-7471008</c:v>
                </c:pt>
                <c:pt idx="13546">
                  <c:v>-7440943</c:v>
                </c:pt>
                <c:pt idx="13547">
                  <c:v>-7472544</c:v>
                </c:pt>
                <c:pt idx="13548">
                  <c:v>-7482683</c:v>
                </c:pt>
                <c:pt idx="13549">
                  <c:v>-7440735</c:v>
                </c:pt>
                <c:pt idx="13550">
                  <c:v>-7472180</c:v>
                </c:pt>
                <c:pt idx="13551">
                  <c:v>-7433422</c:v>
                </c:pt>
                <c:pt idx="13552">
                  <c:v>-7471104</c:v>
                </c:pt>
                <c:pt idx="13553">
                  <c:v>-7470609</c:v>
                </c:pt>
                <c:pt idx="13554">
                  <c:v>-7474329</c:v>
                </c:pt>
                <c:pt idx="13555">
                  <c:v>-7470723</c:v>
                </c:pt>
                <c:pt idx="13556">
                  <c:v>-7469439</c:v>
                </c:pt>
                <c:pt idx="13557">
                  <c:v>-7469594</c:v>
                </c:pt>
                <c:pt idx="13558">
                  <c:v>-7470030</c:v>
                </c:pt>
                <c:pt idx="13559">
                  <c:v>-7470707</c:v>
                </c:pt>
                <c:pt idx="13560">
                  <c:v>-7471494</c:v>
                </c:pt>
                <c:pt idx="13561">
                  <c:v>-7470723</c:v>
                </c:pt>
                <c:pt idx="13562">
                  <c:v>-7470700</c:v>
                </c:pt>
                <c:pt idx="13563">
                  <c:v>-7470269</c:v>
                </c:pt>
                <c:pt idx="13564">
                  <c:v>-7468364</c:v>
                </c:pt>
                <c:pt idx="13565">
                  <c:v>-7471286</c:v>
                </c:pt>
                <c:pt idx="13566">
                  <c:v>-7471201</c:v>
                </c:pt>
                <c:pt idx="13567">
                  <c:v>-7469375</c:v>
                </c:pt>
                <c:pt idx="13568">
                  <c:v>-7470647</c:v>
                </c:pt>
                <c:pt idx="13569">
                  <c:v>-7469893</c:v>
                </c:pt>
                <c:pt idx="13570">
                  <c:v>-7469315</c:v>
                </c:pt>
                <c:pt idx="13571">
                  <c:v>-7471162</c:v>
                </c:pt>
                <c:pt idx="13572">
                  <c:v>-7465599</c:v>
                </c:pt>
                <c:pt idx="13573">
                  <c:v>-7469439</c:v>
                </c:pt>
                <c:pt idx="13574">
                  <c:v>-7471750</c:v>
                </c:pt>
                <c:pt idx="13575">
                  <c:v>-7433197</c:v>
                </c:pt>
                <c:pt idx="13576">
                  <c:v>-7440551</c:v>
                </c:pt>
                <c:pt idx="13577">
                  <c:v>-7470756</c:v>
                </c:pt>
                <c:pt idx="13578">
                  <c:v>-7441050</c:v>
                </c:pt>
                <c:pt idx="13579">
                  <c:v>-7460891</c:v>
                </c:pt>
                <c:pt idx="13580">
                  <c:v>-7471279</c:v>
                </c:pt>
                <c:pt idx="13581">
                  <c:v>-7471344</c:v>
                </c:pt>
                <c:pt idx="13582">
                  <c:v>-7470321</c:v>
                </c:pt>
                <c:pt idx="13583">
                  <c:v>-7470024</c:v>
                </c:pt>
                <c:pt idx="13584">
                  <c:v>-7465216</c:v>
                </c:pt>
                <c:pt idx="13585">
                  <c:v>-7431700</c:v>
                </c:pt>
                <c:pt idx="13586">
                  <c:v>-7470609</c:v>
                </c:pt>
                <c:pt idx="13587">
                  <c:v>-7468240</c:v>
                </c:pt>
                <c:pt idx="13588">
                  <c:v>-7470418</c:v>
                </c:pt>
                <c:pt idx="13589">
                  <c:v>-7470713</c:v>
                </c:pt>
                <c:pt idx="13590">
                  <c:v>-7473724</c:v>
                </c:pt>
                <c:pt idx="13591">
                  <c:v>-7471443</c:v>
                </c:pt>
                <c:pt idx="13592">
                  <c:v>-7465933</c:v>
                </c:pt>
                <c:pt idx="13593">
                  <c:v>-7467342</c:v>
                </c:pt>
                <c:pt idx="13594">
                  <c:v>-7471082</c:v>
                </c:pt>
                <c:pt idx="13595">
                  <c:v>-7482361</c:v>
                </c:pt>
                <c:pt idx="13596">
                  <c:v>-7460909</c:v>
                </c:pt>
                <c:pt idx="13597">
                  <c:v>-7473251</c:v>
                </c:pt>
                <c:pt idx="13598">
                  <c:v>-7467471</c:v>
                </c:pt>
                <c:pt idx="13599">
                  <c:v>-7470952</c:v>
                </c:pt>
                <c:pt idx="13600">
                  <c:v>-7469893</c:v>
                </c:pt>
                <c:pt idx="13601">
                  <c:v>-7432983</c:v>
                </c:pt>
                <c:pt idx="13602">
                  <c:v>-7470937</c:v>
                </c:pt>
                <c:pt idx="13603">
                  <c:v>-7470952</c:v>
                </c:pt>
                <c:pt idx="13604">
                  <c:v>-7432412</c:v>
                </c:pt>
                <c:pt idx="13605">
                  <c:v>-7467935</c:v>
                </c:pt>
                <c:pt idx="13606">
                  <c:v>-7470318</c:v>
                </c:pt>
                <c:pt idx="13607">
                  <c:v>-7470678</c:v>
                </c:pt>
                <c:pt idx="13608">
                  <c:v>-7471228</c:v>
                </c:pt>
                <c:pt idx="13609">
                  <c:v>-7481465</c:v>
                </c:pt>
                <c:pt idx="13610">
                  <c:v>-7470723</c:v>
                </c:pt>
                <c:pt idx="13611">
                  <c:v>-7440735</c:v>
                </c:pt>
                <c:pt idx="13612">
                  <c:v>-7468947</c:v>
                </c:pt>
                <c:pt idx="13613">
                  <c:v>-7470959</c:v>
                </c:pt>
                <c:pt idx="13614">
                  <c:v>-7470140</c:v>
                </c:pt>
                <c:pt idx="13615">
                  <c:v>-7471697</c:v>
                </c:pt>
                <c:pt idx="13616">
                  <c:v>-7583968</c:v>
                </c:pt>
                <c:pt idx="13617">
                  <c:v>-7472180</c:v>
                </c:pt>
                <c:pt idx="13618">
                  <c:v>-7471574</c:v>
                </c:pt>
                <c:pt idx="13619">
                  <c:v>-7467280</c:v>
                </c:pt>
                <c:pt idx="13620">
                  <c:v>-7471228</c:v>
                </c:pt>
                <c:pt idx="13621">
                  <c:v>-7470932</c:v>
                </c:pt>
                <c:pt idx="13622">
                  <c:v>-7468974</c:v>
                </c:pt>
                <c:pt idx="13623">
                  <c:v>-7471231</c:v>
                </c:pt>
                <c:pt idx="13624">
                  <c:v>-7472594</c:v>
                </c:pt>
                <c:pt idx="13625">
                  <c:v>-7515653</c:v>
                </c:pt>
                <c:pt idx="13626">
                  <c:v>-7471397</c:v>
                </c:pt>
                <c:pt idx="13627">
                  <c:v>-7515473</c:v>
                </c:pt>
                <c:pt idx="13628">
                  <c:v>-7471344</c:v>
                </c:pt>
                <c:pt idx="13629">
                  <c:v>-7472179</c:v>
                </c:pt>
                <c:pt idx="13630">
                  <c:v>-7470647</c:v>
                </c:pt>
                <c:pt idx="13631">
                  <c:v>-7470576</c:v>
                </c:pt>
                <c:pt idx="13632">
                  <c:v>-7470882</c:v>
                </c:pt>
                <c:pt idx="13633">
                  <c:v>-7468476</c:v>
                </c:pt>
                <c:pt idx="13634">
                  <c:v>-7338205</c:v>
                </c:pt>
                <c:pt idx="13635">
                  <c:v>-7285878</c:v>
                </c:pt>
                <c:pt idx="13636">
                  <c:v>-7256115</c:v>
                </c:pt>
                <c:pt idx="13637">
                  <c:v>-7312802</c:v>
                </c:pt>
                <c:pt idx="13638">
                  <c:v>-7482934</c:v>
                </c:pt>
                <c:pt idx="13639">
                  <c:v>-7606957</c:v>
                </c:pt>
                <c:pt idx="13640">
                  <c:v>-7312843</c:v>
                </c:pt>
                <c:pt idx="13641">
                  <c:v>-7372413</c:v>
                </c:pt>
                <c:pt idx="13642">
                  <c:v>-7292435</c:v>
                </c:pt>
                <c:pt idx="13643">
                  <c:v>-7265324</c:v>
                </c:pt>
                <c:pt idx="13644">
                  <c:v>-7290555</c:v>
                </c:pt>
                <c:pt idx="13645">
                  <c:v>-7312251</c:v>
                </c:pt>
                <c:pt idx="13646">
                  <c:v>-7433800</c:v>
                </c:pt>
                <c:pt idx="13647">
                  <c:v>-7334000</c:v>
                </c:pt>
                <c:pt idx="13648">
                  <c:v>-7395418</c:v>
                </c:pt>
                <c:pt idx="13649">
                  <c:v>-7458044</c:v>
                </c:pt>
                <c:pt idx="13650">
                  <c:v>-7290817</c:v>
                </c:pt>
                <c:pt idx="13651">
                  <c:v>-7331531</c:v>
                </c:pt>
                <c:pt idx="13652">
                  <c:v>-7334377</c:v>
                </c:pt>
                <c:pt idx="13653">
                  <c:v>-7393265</c:v>
                </c:pt>
                <c:pt idx="13654">
                  <c:v>-7406205</c:v>
                </c:pt>
                <c:pt idx="13655">
                  <c:v>-7299299</c:v>
                </c:pt>
                <c:pt idx="13656">
                  <c:v>-7404225</c:v>
                </c:pt>
                <c:pt idx="13657">
                  <c:v>-7377747</c:v>
                </c:pt>
                <c:pt idx="13658">
                  <c:v>-7389692</c:v>
                </c:pt>
                <c:pt idx="13659">
                  <c:v>-7317451</c:v>
                </c:pt>
                <c:pt idx="13660">
                  <c:v>-7345503</c:v>
                </c:pt>
                <c:pt idx="13661">
                  <c:v>-7465150</c:v>
                </c:pt>
                <c:pt idx="13662">
                  <c:v>-7333233</c:v>
                </c:pt>
                <c:pt idx="13663">
                  <c:v>-7572753</c:v>
                </c:pt>
                <c:pt idx="13664">
                  <c:v>-7400638</c:v>
                </c:pt>
                <c:pt idx="13665">
                  <c:v>-7309724</c:v>
                </c:pt>
                <c:pt idx="13666">
                  <c:v>-7543748</c:v>
                </c:pt>
                <c:pt idx="13667">
                  <c:v>-7315296</c:v>
                </c:pt>
                <c:pt idx="13668">
                  <c:v>-7581126</c:v>
                </c:pt>
                <c:pt idx="13669">
                  <c:v>-7296219</c:v>
                </c:pt>
                <c:pt idx="13670">
                  <c:v>-7304175</c:v>
                </c:pt>
                <c:pt idx="13671">
                  <c:v>-7275502</c:v>
                </c:pt>
                <c:pt idx="13672">
                  <c:v>-7289844</c:v>
                </c:pt>
                <c:pt idx="13673">
                  <c:v>-7328761</c:v>
                </c:pt>
                <c:pt idx="13674">
                  <c:v>-7302141</c:v>
                </c:pt>
                <c:pt idx="13675">
                  <c:v>-7362660</c:v>
                </c:pt>
                <c:pt idx="13676">
                  <c:v>-7451141</c:v>
                </c:pt>
                <c:pt idx="13677">
                  <c:v>-7292550</c:v>
                </c:pt>
                <c:pt idx="13678">
                  <c:v>-7289672</c:v>
                </c:pt>
                <c:pt idx="13679">
                  <c:v>-7289071</c:v>
                </c:pt>
                <c:pt idx="13680">
                  <c:v>-7301234</c:v>
                </c:pt>
                <c:pt idx="13681">
                  <c:v>-7256406</c:v>
                </c:pt>
                <c:pt idx="13682">
                  <c:v>-7396613</c:v>
                </c:pt>
                <c:pt idx="13683">
                  <c:v>-7525060</c:v>
                </c:pt>
                <c:pt idx="13684">
                  <c:v>-7361935</c:v>
                </c:pt>
                <c:pt idx="13685">
                  <c:v>-7388925</c:v>
                </c:pt>
                <c:pt idx="13686">
                  <c:v>-7326811</c:v>
                </c:pt>
                <c:pt idx="13687">
                  <c:v>-7363778</c:v>
                </c:pt>
                <c:pt idx="13688">
                  <c:v>-7323980</c:v>
                </c:pt>
                <c:pt idx="13689">
                  <c:v>-7385866</c:v>
                </c:pt>
                <c:pt idx="13690">
                  <c:v>-7308214</c:v>
                </c:pt>
                <c:pt idx="13691">
                  <c:v>-7292685</c:v>
                </c:pt>
                <c:pt idx="13692">
                  <c:v>-7298563</c:v>
                </c:pt>
                <c:pt idx="13693">
                  <c:v>-7210785</c:v>
                </c:pt>
                <c:pt idx="13694">
                  <c:v>-7341450</c:v>
                </c:pt>
                <c:pt idx="13695">
                  <c:v>-7398464</c:v>
                </c:pt>
                <c:pt idx="13696">
                  <c:v>-7348882</c:v>
                </c:pt>
                <c:pt idx="13697">
                  <c:v>-7297875</c:v>
                </c:pt>
                <c:pt idx="13698">
                  <c:v>-7390230</c:v>
                </c:pt>
                <c:pt idx="13699">
                  <c:v>-7324436</c:v>
                </c:pt>
                <c:pt idx="13700">
                  <c:v>-7324502</c:v>
                </c:pt>
                <c:pt idx="13701">
                  <c:v>-7319484</c:v>
                </c:pt>
                <c:pt idx="13702">
                  <c:v>-7364948</c:v>
                </c:pt>
                <c:pt idx="13703">
                  <c:v>-7282311</c:v>
                </c:pt>
                <c:pt idx="13704">
                  <c:v>-7272824</c:v>
                </c:pt>
                <c:pt idx="13705">
                  <c:v>-7270330</c:v>
                </c:pt>
                <c:pt idx="13706">
                  <c:v>-7269647</c:v>
                </c:pt>
                <c:pt idx="13707">
                  <c:v>-7372992</c:v>
                </c:pt>
                <c:pt idx="13708">
                  <c:v>-7298590</c:v>
                </c:pt>
                <c:pt idx="13709">
                  <c:v>-7327888</c:v>
                </c:pt>
                <c:pt idx="13710">
                  <c:v>-7297785</c:v>
                </c:pt>
                <c:pt idx="13711">
                  <c:v>-7311268</c:v>
                </c:pt>
                <c:pt idx="13712">
                  <c:v>-7419535</c:v>
                </c:pt>
                <c:pt idx="13713">
                  <c:v>-7386318</c:v>
                </c:pt>
                <c:pt idx="13714">
                  <c:v>-7329055</c:v>
                </c:pt>
                <c:pt idx="13715">
                  <c:v>-7369809</c:v>
                </c:pt>
                <c:pt idx="13716">
                  <c:v>-7315954</c:v>
                </c:pt>
                <c:pt idx="13717">
                  <c:v>-7320262</c:v>
                </c:pt>
                <c:pt idx="13718">
                  <c:v>-7531773</c:v>
                </c:pt>
                <c:pt idx="13719">
                  <c:v>-7353061</c:v>
                </c:pt>
                <c:pt idx="13720">
                  <c:v>-7424942</c:v>
                </c:pt>
                <c:pt idx="13721">
                  <c:v>-7266461</c:v>
                </c:pt>
                <c:pt idx="13722">
                  <c:v>-7367637</c:v>
                </c:pt>
                <c:pt idx="13723">
                  <c:v>-7534079</c:v>
                </c:pt>
                <c:pt idx="13724">
                  <c:v>-7360975</c:v>
                </c:pt>
                <c:pt idx="13725">
                  <c:v>-7309461</c:v>
                </c:pt>
                <c:pt idx="13726">
                  <c:v>-7301453</c:v>
                </c:pt>
                <c:pt idx="13727">
                  <c:v>-7280101</c:v>
                </c:pt>
                <c:pt idx="13728">
                  <c:v>-7344691</c:v>
                </c:pt>
                <c:pt idx="13729">
                  <c:v>-7347405</c:v>
                </c:pt>
                <c:pt idx="13730">
                  <c:v>-7384252</c:v>
                </c:pt>
                <c:pt idx="13731">
                  <c:v>-7316884</c:v>
                </c:pt>
                <c:pt idx="13732">
                  <c:v>-7421753</c:v>
                </c:pt>
                <c:pt idx="13733">
                  <c:v>-7342970</c:v>
                </c:pt>
                <c:pt idx="13734">
                  <c:v>-7279225</c:v>
                </c:pt>
                <c:pt idx="13735">
                  <c:v>-7319439</c:v>
                </c:pt>
                <c:pt idx="13736">
                  <c:v>-7326676</c:v>
                </c:pt>
                <c:pt idx="13737">
                  <c:v>-7271046</c:v>
                </c:pt>
                <c:pt idx="13738">
                  <c:v>-7270735</c:v>
                </c:pt>
                <c:pt idx="13739">
                  <c:v>-7278096</c:v>
                </c:pt>
                <c:pt idx="13740">
                  <c:v>-7332631</c:v>
                </c:pt>
                <c:pt idx="13741">
                  <c:v>-7356318</c:v>
                </c:pt>
                <c:pt idx="13742">
                  <c:v>-7328062</c:v>
                </c:pt>
                <c:pt idx="13743">
                  <c:v>-7309894</c:v>
                </c:pt>
                <c:pt idx="13744">
                  <c:v>-7251362</c:v>
                </c:pt>
                <c:pt idx="13745">
                  <c:v>-7300408</c:v>
                </c:pt>
                <c:pt idx="13746">
                  <c:v>-7362428</c:v>
                </c:pt>
                <c:pt idx="13747">
                  <c:v>-7256604</c:v>
                </c:pt>
                <c:pt idx="13748">
                  <c:v>-7337057</c:v>
                </c:pt>
                <c:pt idx="13749">
                  <c:v>-7373510</c:v>
                </c:pt>
                <c:pt idx="13750">
                  <c:v>-7352249</c:v>
                </c:pt>
                <c:pt idx="13751">
                  <c:v>-7396050</c:v>
                </c:pt>
                <c:pt idx="13752">
                  <c:v>-7546673</c:v>
                </c:pt>
                <c:pt idx="13753">
                  <c:v>-7392135</c:v>
                </c:pt>
                <c:pt idx="13754">
                  <c:v>-7220758</c:v>
                </c:pt>
                <c:pt idx="13755">
                  <c:v>-7603406</c:v>
                </c:pt>
                <c:pt idx="13756">
                  <c:v>-7340094</c:v>
                </c:pt>
                <c:pt idx="13757">
                  <c:v>-7518902</c:v>
                </c:pt>
                <c:pt idx="13758">
                  <c:v>-7473151</c:v>
                </c:pt>
                <c:pt idx="13759">
                  <c:v>-7429473</c:v>
                </c:pt>
                <c:pt idx="13760">
                  <c:v>-7314390</c:v>
                </c:pt>
                <c:pt idx="13761">
                  <c:v>-7317146</c:v>
                </c:pt>
                <c:pt idx="13762">
                  <c:v>-7458971</c:v>
                </c:pt>
                <c:pt idx="13763">
                  <c:v>-7230430</c:v>
                </c:pt>
                <c:pt idx="13764">
                  <c:v>-7229254</c:v>
                </c:pt>
                <c:pt idx="13765">
                  <c:v>-7302722</c:v>
                </c:pt>
                <c:pt idx="13766">
                  <c:v>-7219008</c:v>
                </c:pt>
                <c:pt idx="13767">
                  <c:v>-7291617</c:v>
                </c:pt>
                <c:pt idx="13768">
                  <c:v>-7390546</c:v>
                </c:pt>
                <c:pt idx="13769">
                  <c:v>-7286733</c:v>
                </c:pt>
                <c:pt idx="13770">
                  <c:v>-7371178</c:v>
                </c:pt>
                <c:pt idx="13771">
                  <c:v>-7308980</c:v>
                </c:pt>
                <c:pt idx="13772">
                  <c:v>-7280080</c:v>
                </c:pt>
                <c:pt idx="13773">
                  <c:v>-7314941</c:v>
                </c:pt>
                <c:pt idx="13774">
                  <c:v>-7327220</c:v>
                </c:pt>
                <c:pt idx="13775">
                  <c:v>-7290265</c:v>
                </c:pt>
                <c:pt idx="13776">
                  <c:v>-7349299</c:v>
                </c:pt>
                <c:pt idx="13777">
                  <c:v>-7297001</c:v>
                </c:pt>
                <c:pt idx="13778">
                  <c:v>-7312325</c:v>
                </c:pt>
                <c:pt idx="13779">
                  <c:v>-7301939</c:v>
                </c:pt>
                <c:pt idx="13780">
                  <c:v>-7356071</c:v>
                </c:pt>
                <c:pt idx="13781">
                  <c:v>-7313439</c:v>
                </c:pt>
                <c:pt idx="13782">
                  <c:v>-7391742</c:v>
                </c:pt>
                <c:pt idx="13783">
                  <c:v>-7363710</c:v>
                </c:pt>
                <c:pt idx="13784">
                  <c:v>-7330156</c:v>
                </c:pt>
                <c:pt idx="13785">
                  <c:v>-7385876</c:v>
                </c:pt>
                <c:pt idx="13786">
                  <c:v>-7336017</c:v>
                </c:pt>
                <c:pt idx="13787">
                  <c:v>-7342612</c:v>
                </c:pt>
                <c:pt idx="13788">
                  <c:v>-7379921</c:v>
                </c:pt>
                <c:pt idx="13789">
                  <c:v>-7329653</c:v>
                </c:pt>
                <c:pt idx="13790">
                  <c:v>-7306871</c:v>
                </c:pt>
                <c:pt idx="13791">
                  <c:v>-7380049</c:v>
                </c:pt>
                <c:pt idx="13792">
                  <c:v>-7363408</c:v>
                </c:pt>
                <c:pt idx="13793">
                  <c:v>-7345860</c:v>
                </c:pt>
                <c:pt idx="13794">
                  <c:v>-7302898</c:v>
                </c:pt>
                <c:pt idx="13795">
                  <c:v>-7305585</c:v>
                </c:pt>
                <c:pt idx="13796">
                  <c:v>-7331240</c:v>
                </c:pt>
                <c:pt idx="13797">
                  <c:v>-7323829</c:v>
                </c:pt>
                <c:pt idx="13798">
                  <c:v>-7346248</c:v>
                </c:pt>
                <c:pt idx="13799">
                  <c:v>-7322178</c:v>
                </c:pt>
                <c:pt idx="13800">
                  <c:v>-7335671</c:v>
                </c:pt>
                <c:pt idx="13801">
                  <c:v>-7341281</c:v>
                </c:pt>
                <c:pt idx="13802">
                  <c:v>-7381268</c:v>
                </c:pt>
                <c:pt idx="13803">
                  <c:v>-7412833</c:v>
                </c:pt>
                <c:pt idx="13804">
                  <c:v>-7344647</c:v>
                </c:pt>
                <c:pt idx="13805">
                  <c:v>-7410513</c:v>
                </c:pt>
                <c:pt idx="13806">
                  <c:v>-7308342</c:v>
                </c:pt>
                <c:pt idx="13807">
                  <c:v>-7301787</c:v>
                </c:pt>
                <c:pt idx="13808">
                  <c:v>-7317283</c:v>
                </c:pt>
                <c:pt idx="13809">
                  <c:v>-7584816</c:v>
                </c:pt>
                <c:pt idx="13810">
                  <c:v>-7355825</c:v>
                </c:pt>
                <c:pt idx="13811">
                  <c:v>-7320400</c:v>
                </c:pt>
                <c:pt idx="13812">
                  <c:v>-7310590</c:v>
                </c:pt>
                <c:pt idx="13813">
                  <c:v>-7327965</c:v>
                </c:pt>
                <c:pt idx="13814">
                  <c:v>-7277206</c:v>
                </c:pt>
                <c:pt idx="13815">
                  <c:v>-7283937</c:v>
                </c:pt>
                <c:pt idx="13816">
                  <c:v>-7273027</c:v>
                </c:pt>
                <c:pt idx="13817">
                  <c:v>-7271912</c:v>
                </c:pt>
                <c:pt idx="13818">
                  <c:v>-7597116</c:v>
                </c:pt>
                <c:pt idx="13819">
                  <c:v>-7227539</c:v>
                </c:pt>
                <c:pt idx="13820">
                  <c:v>-7337053</c:v>
                </c:pt>
                <c:pt idx="13821">
                  <c:v>-7399968</c:v>
                </c:pt>
                <c:pt idx="13822">
                  <c:v>-7337166</c:v>
                </c:pt>
                <c:pt idx="13823">
                  <c:v>-7322559</c:v>
                </c:pt>
                <c:pt idx="13824">
                  <c:v>-7289751</c:v>
                </c:pt>
                <c:pt idx="13825">
                  <c:v>-7327449</c:v>
                </c:pt>
                <c:pt idx="13826">
                  <c:v>-7426025</c:v>
                </c:pt>
                <c:pt idx="13827">
                  <c:v>-7298720</c:v>
                </c:pt>
                <c:pt idx="13828">
                  <c:v>-7307699</c:v>
                </c:pt>
                <c:pt idx="13829">
                  <c:v>-7401869</c:v>
                </c:pt>
                <c:pt idx="13830">
                  <c:v>-7328981</c:v>
                </c:pt>
                <c:pt idx="13831">
                  <c:v>-7269898</c:v>
                </c:pt>
                <c:pt idx="13832">
                  <c:v>-7317590</c:v>
                </c:pt>
                <c:pt idx="13833">
                  <c:v>-7301830</c:v>
                </c:pt>
                <c:pt idx="13834">
                  <c:v>-7320940</c:v>
                </c:pt>
                <c:pt idx="13835">
                  <c:v>-7334395</c:v>
                </c:pt>
                <c:pt idx="13836">
                  <c:v>-7387657</c:v>
                </c:pt>
                <c:pt idx="13837">
                  <c:v>-7573553</c:v>
                </c:pt>
                <c:pt idx="13838">
                  <c:v>-7544103</c:v>
                </c:pt>
                <c:pt idx="13839">
                  <c:v>-7237639</c:v>
                </c:pt>
                <c:pt idx="13840">
                  <c:v>-7233716</c:v>
                </c:pt>
                <c:pt idx="13841">
                  <c:v>-7476796</c:v>
                </c:pt>
                <c:pt idx="13842">
                  <c:v>-7362162</c:v>
                </c:pt>
                <c:pt idx="13843">
                  <c:v>-7358884</c:v>
                </c:pt>
                <c:pt idx="13844">
                  <c:v>-7317570</c:v>
                </c:pt>
                <c:pt idx="13845">
                  <c:v>-7301899</c:v>
                </c:pt>
                <c:pt idx="13846">
                  <c:v>-7310613</c:v>
                </c:pt>
                <c:pt idx="13847">
                  <c:v>-7226976</c:v>
                </c:pt>
                <c:pt idx="13848">
                  <c:v>-7491491</c:v>
                </c:pt>
                <c:pt idx="13849">
                  <c:v>-7302671</c:v>
                </c:pt>
                <c:pt idx="13850">
                  <c:v>-7312415</c:v>
                </c:pt>
                <c:pt idx="13851">
                  <c:v>-7289416</c:v>
                </c:pt>
                <c:pt idx="13852">
                  <c:v>-7469367</c:v>
                </c:pt>
                <c:pt idx="13853">
                  <c:v>-7297082</c:v>
                </c:pt>
                <c:pt idx="13854">
                  <c:v>-7372159</c:v>
                </c:pt>
                <c:pt idx="13855">
                  <c:v>-7365808</c:v>
                </c:pt>
                <c:pt idx="13856">
                  <c:v>-7324138</c:v>
                </c:pt>
                <c:pt idx="13857">
                  <c:v>-7303748</c:v>
                </c:pt>
                <c:pt idx="13858">
                  <c:v>-7299709</c:v>
                </c:pt>
                <c:pt idx="13859">
                  <c:v>-7366520</c:v>
                </c:pt>
                <c:pt idx="13860">
                  <c:v>-7384477</c:v>
                </c:pt>
                <c:pt idx="13861">
                  <c:v>-7317832</c:v>
                </c:pt>
                <c:pt idx="13862">
                  <c:v>-7233293</c:v>
                </c:pt>
                <c:pt idx="13863">
                  <c:v>-7283859</c:v>
                </c:pt>
                <c:pt idx="13864">
                  <c:v>-7292646</c:v>
                </c:pt>
                <c:pt idx="13865">
                  <c:v>-7381490</c:v>
                </c:pt>
                <c:pt idx="13866">
                  <c:v>-7278546</c:v>
                </c:pt>
                <c:pt idx="13867">
                  <c:v>-7299519</c:v>
                </c:pt>
                <c:pt idx="13868">
                  <c:v>-7317784</c:v>
                </c:pt>
                <c:pt idx="13869">
                  <c:v>-7372322</c:v>
                </c:pt>
                <c:pt idx="13870">
                  <c:v>-7277662</c:v>
                </c:pt>
                <c:pt idx="13871">
                  <c:v>-7382204</c:v>
                </c:pt>
                <c:pt idx="13872">
                  <c:v>-7323295</c:v>
                </c:pt>
                <c:pt idx="13873">
                  <c:v>-7272893</c:v>
                </c:pt>
                <c:pt idx="13874">
                  <c:v>-7368076</c:v>
                </c:pt>
                <c:pt idx="13875">
                  <c:v>-7299025</c:v>
                </c:pt>
                <c:pt idx="13876">
                  <c:v>-7460980</c:v>
                </c:pt>
                <c:pt idx="13877">
                  <c:v>-7367845</c:v>
                </c:pt>
                <c:pt idx="13878">
                  <c:v>-7280361</c:v>
                </c:pt>
                <c:pt idx="13879">
                  <c:v>-7354294</c:v>
                </c:pt>
                <c:pt idx="13880">
                  <c:v>-7382148</c:v>
                </c:pt>
                <c:pt idx="13881">
                  <c:v>-7356495</c:v>
                </c:pt>
                <c:pt idx="13882">
                  <c:v>-7367369</c:v>
                </c:pt>
                <c:pt idx="13883">
                  <c:v>-7334156</c:v>
                </c:pt>
                <c:pt idx="13884">
                  <c:v>-7306170</c:v>
                </c:pt>
                <c:pt idx="13885">
                  <c:v>-7297589</c:v>
                </c:pt>
                <c:pt idx="13886">
                  <c:v>-7317264</c:v>
                </c:pt>
                <c:pt idx="13887">
                  <c:v>-7496163</c:v>
                </c:pt>
                <c:pt idx="13888">
                  <c:v>-7351532</c:v>
                </c:pt>
                <c:pt idx="13889">
                  <c:v>-7304447</c:v>
                </c:pt>
                <c:pt idx="13890">
                  <c:v>-7373579</c:v>
                </c:pt>
                <c:pt idx="13891">
                  <c:v>-7379663</c:v>
                </c:pt>
                <c:pt idx="13892">
                  <c:v>-7295204</c:v>
                </c:pt>
                <c:pt idx="13893">
                  <c:v>-7363660</c:v>
                </c:pt>
                <c:pt idx="13894">
                  <c:v>-7371127</c:v>
                </c:pt>
                <c:pt idx="13895">
                  <c:v>-7624221</c:v>
                </c:pt>
                <c:pt idx="13896">
                  <c:v>-7307904</c:v>
                </c:pt>
                <c:pt idx="13897">
                  <c:v>-7404614</c:v>
                </c:pt>
                <c:pt idx="13898">
                  <c:v>-7274554</c:v>
                </c:pt>
                <c:pt idx="13899">
                  <c:v>-7349235</c:v>
                </c:pt>
                <c:pt idx="13900">
                  <c:v>-7296141</c:v>
                </c:pt>
                <c:pt idx="13901">
                  <c:v>-7294364</c:v>
                </c:pt>
                <c:pt idx="13902">
                  <c:v>-7379242</c:v>
                </c:pt>
                <c:pt idx="13903">
                  <c:v>-7289267</c:v>
                </c:pt>
                <c:pt idx="13904">
                  <c:v>-7415947</c:v>
                </c:pt>
                <c:pt idx="13905">
                  <c:v>-7292869</c:v>
                </c:pt>
                <c:pt idx="13906">
                  <c:v>-7267941</c:v>
                </c:pt>
                <c:pt idx="13907">
                  <c:v>-7437640</c:v>
                </c:pt>
                <c:pt idx="13908">
                  <c:v>-7304561</c:v>
                </c:pt>
                <c:pt idx="13909">
                  <c:v>-7359401</c:v>
                </c:pt>
                <c:pt idx="13910">
                  <c:v>-7461339</c:v>
                </c:pt>
                <c:pt idx="13911">
                  <c:v>-7535706</c:v>
                </c:pt>
                <c:pt idx="13912">
                  <c:v>-7322669</c:v>
                </c:pt>
                <c:pt idx="13913">
                  <c:v>-7361081</c:v>
                </c:pt>
                <c:pt idx="13914">
                  <c:v>-7389765</c:v>
                </c:pt>
                <c:pt idx="13915">
                  <c:v>-7420368</c:v>
                </c:pt>
                <c:pt idx="13916">
                  <c:v>-7479374</c:v>
                </c:pt>
                <c:pt idx="13917">
                  <c:v>-7575231</c:v>
                </c:pt>
                <c:pt idx="13918">
                  <c:v>-7328567</c:v>
                </c:pt>
                <c:pt idx="13919">
                  <c:v>-7389862</c:v>
                </c:pt>
                <c:pt idx="13920">
                  <c:v>-7373329</c:v>
                </c:pt>
                <c:pt idx="13921">
                  <c:v>-7326728</c:v>
                </c:pt>
                <c:pt idx="13922">
                  <c:v>-7324789</c:v>
                </c:pt>
                <c:pt idx="13923">
                  <c:v>-7443256</c:v>
                </c:pt>
                <c:pt idx="13924">
                  <c:v>-7315149</c:v>
                </c:pt>
                <c:pt idx="13925">
                  <c:v>-7322604</c:v>
                </c:pt>
                <c:pt idx="13926">
                  <c:v>-7320401</c:v>
                </c:pt>
                <c:pt idx="13927">
                  <c:v>-7351916</c:v>
                </c:pt>
                <c:pt idx="13928">
                  <c:v>-7377090</c:v>
                </c:pt>
                <c:pt idx="13929">
                  <c:v>-7319476</c:v>
                </c:pt>
                <c:pt idx="13930">
                  <c:v>-7319110</c:v>
                </c:pt>
                <c:pt idx="13931">
                  <c:v>-7319513</c:v>
                </c:pt>
                <c:pt idx="13932">
                  <c:v>-7321139</c:v>
                </c:pt>
                <c:pt idx="13933">
                  <c:v>-7319540</c:v>
                </c:pt>
                <c:pt idx="13934">
                  <c:v>-7319614</c:v>
                </c:pt>
                <c:pt idx="13935">
                  <c:v>-7319369</c:v>
                </c:pt>
                <c:pt idx="13936">
                  <c:v>-7319715</c:v>
                </c:pt>
                <c:pt idx="13937">
                  <c:v>-7439053</c:v>
                </c:pt>
                <c:pt idx="13938">
                  <c:v>-7314234</c:v>
                </c:pt>
                <c:pt idx="13939">
                  <c:v>-7319792</c:v>
                </c:pt>
                <c:pt idx="13940">
                  <c:v>-7412319</c:v>
                </c:pt>
                <c:pt idx="13941">
                  <c:v>-7318555</c:v>
                </c:pt>
                <c:pt idx="13942">
                  <c:v>-7438998</c:v>
                </c:pt>
                <c:pt idx="13943">
                  <c:v>-7438998</c:v>
                </c:pt>
                <c:pt idx="13944">
                  <c:v>-7320426</c:v>
                </c:pt>
                <c:pt idx="13945">
                  <c:v>-7409788</c:v>
                </c:pt>
                <c:pt idx="13946">
                  <c:v>-7319590</c:v>
                </c:pt>
                <c:pt idx="13947">
                  <c:v>-7320618</c:v>
                </c:pt>
                <c:pt idx="13948">
                  <c:v>-7320970</c:v>
                </c:pt>
                <c:pt idx="13949">
                  <c:v>-7320112</c:v>
                </c:pt>
                <c:pt idx="13950">
                  <c:v>-7318744</c:v>
                </c:pt>
                <c:pt idx="13951">
                  <c:v>-7319302</c:v>
                </c:pt>
                <c:pt idx="13952">
                  <c:v>-7318681</c:v>
                </c:pt>
                <c:pt idx="13953">
                  <c:v>-7319380</c:v>
                </c:pt>
                <c:pt idx="13954">
                  <c:v>-7316033</c:v>
                </c:pt>
                <c:pt idx="13955">
                  <c:v>-7319672</c:v>
                </c:pt>
                <c:pt idx="13956">
                  <c:v>-7319839</c:v>
                </c:pt>
                <c:pt idx="13957">
                  <c:v>-7352827</c:v>
                </c:pt>
                <c:pt idx="13958">
                  <c:v>-7303035</c:v>
                </c:pt>
                <c:pt idx="13959">
                  <c:v>-7319232</c:v>
                </c:pt>
                <c:pt idx="13960">
                  <c:v>-7316649</c:v>
                </c:pt>
                <c:pt idx="13961">
                  <c:v>-7410273</c:v>
                </c:pt>
                <c:pt idx="13962">
                  <c:v>-7319380</c:v>
                </c:pt>
                <c:pt idx="13963">
                  <c:v>-7315565</c:v>
                </c:pt>
                <c:pt idx="13964">
                  <c:v>-7301897</c:v>
                </c:pt>
                <c:pt idx="13965">
                  <c:v>-7319380</c:v>
                </c:pt>
                <c:pt idx="13966">
                  <c:v>-7315906</c:v>
                </c:pt>
                <c:pt idx="13967">
                  <c:v>-7411948</c:v>
                </c:pt>
                <c:pt idx="13968">
                  <c:v>-7320618</c:v>
                </c:pt>
                <c:pt idx="13969">
                  <c:v>-7412024</c:v>
                </c:pt>
                <c:pt idx="13970">
                  <c:v>-7319870</c:v>
                </c:pt>
                <c:pt idx="13971">
                  <c:v>-7321777</c:v>
                </c:pt>
                <c:pt idx="13972">
                  <c:v>-7321145</c:v>
                </c:pt>
                <c:pt idx="13973">
                  <c:v>-7411948</c:v>
                </c:pt>
                <c:pt idx="13974">
                  <c:v>-7321047</c:v>
                </c:pt>
                <c:pt idx="13975">
                  <c:v>-7319386</c:v>
                </c:pt>
                <c:pt idx="13976">
                  <c:v>-7319380</c:v>
                </c:pt>
                <c:pt idx="13977">
                  <c:v>-7413124</c:v>
                </c:pt>
                <c:pt idx="13978">
                  <c:v>-7301828</c:v>
                </c:pt>
                <c:pt idx="13979">
                  <c:v>-7319248</c:v>
                </c:pt>
                <c:pt idx="13980">
                  <c:v>-7319396</c:v>
                </c:pt>
                <c:pt idx="13981">
                  <c:v>-7320096</c:v>
                </c:pt>
                <c:pt idx="13982">
                  <c:v>-7286930</c:v>
                </c:pt>
                <c:pt idx="13983">
                  <c:v>-7320341</c:v>
                </c:pt>
                <c:pt idx="13984">
                  <c:v>-7439081</c:v>
                </c:pt>
                <c:pt idx="13985">
                  <c:v>-7439063</c:v>
                </c:pt>
                <c:pt idx="13986">
                  <c:v>-7317972</c:v>
                </c:pt>
                <c:pt idx="13987">
                  <c:v>-7320530</c:v>
                </c:pt>
                <c:pt idx="13988">
                  <c:v>-7320184</c:v>
                </c:pt>
                <c:pt idx="13989">
                  <c:v>-7320228</c:v>
                </c:pt>
                <c:pt idx="13990">
                  <c:v>-7396631</c:v>
                </c:pt>
                <c:pt idx="13991">
                  <c:v>-7320019</c:v>
                </c:pt>
                <c:pt idx="13992">
                  <c:v>-7319635</c:v>
                </c:pt>
                <c:pt idx="13993">
                  <c:v>-7316033</c:v>
                </c:pt>
                <c:pt idx="13994">
                  <c:v>-7316078</c:v>
                </c:pt>
                <c:pt idx="13995">
                  <c:v>-7319413</c:v>
                </c:pt>
                <c:pt idx="13996">
                  <c:v>-7319672</c:v>
                </c:pt>
                <c:pt idx="13997">
                  <c:v>-7316187</c:v>
                </c:pt>
                <c:pt idx="13998">
                  <c:v>-7321589</c:v>
                </c:pt>
                <c:pt idx="13999">
                  <c:v>-7439081</c:v>
                </c:pt>
                <c:pt idx="14000">
                  <c:v>-7410299</c:v>
                </c:pt>
                <c:pt idx="14001">
                  <c:v>-7319971</c:v>
                </c:pt>
                <c:pt idx="14002">
                  <c:v>-7319232</c:v>
                </c:pt>
                <c:pt idx="14003">
                  <c:v>-7410937</c:v>
                </c:pt>
                <c:pt idx="14004">
                  <c:v>-7320096</c:v>
                </c:pt>
                <c:pt idx="14005">
                  <c:v>-7319413</c:v>
                </c:pt>
                <c:pt idx="14006">
                  <c:v>-7286175</c:v>
                </c:pt>
                <c:pt idx="14007">
                  <c:v>-7315906</c:v>
                </c:pt>
                <c:pt idx="14008">
                  <c:v>-7319160</c:v>
                </c:pt>
                <c:pt idx="14009">
                  <c:v>-7438035</c:v>
                </c:pt>
                <c:pt idx="14010">
                  <c:v>-7321832</c:v>
                </c:pt>
                <c:pt idx="14011">
                  <c:v>-7411499</c:v>
                </c:pt>
                <c:pt idx="14012">
                  <c:v>-7319196</c:v>
                </c:pt>
                <c:pt idx="14013">
                  <c:v>-7319174</c:v>
                </c:pt>
                <c:pt idx="14014">
                  <c:v>-7319020</c:v>
                </c:pt>
                <c:pt idx="14015">
                  <c:v>-7409939</c:v>
                </c:pt>
                <c:pt idx="14016">
                  <c:v>-7319433</c:v>
                </c:pt>
                <c:pt idx="14017">
                  <c:v>-7301897</c:v>
                </c:pt>
                <c:pt idx="14018">
                  <c:v>-7301828</c:v>
                </c:pt>
                <c:pt idx="14019">
                  <c:v>-7318775</c:v>
                </c:pt>
                <c:pt idx="14020">
                  <c:v>-7319775</c:v>
                </c:pt>
                <c:pt idx="14021">
                  <c:v>-7316467</c:v>
                </c:pt>
                <c:pt idx="14022">
                  <c:v>-7320604</c:v>
                </c:pt>
                <c:pt idx="14023">
                  <c:v>-7319339</c:v>
                </c:pt>
                <c:pt idx="14024">
                  <c:v>-7302280</c:v>
                </c:pt>
                <c:pt idx="14025">
                  <c:v>-7412669</c:v>
                </c:pt>
                <c:pt idx="14026">
                  <c:v>-7410145</c:v>
                </c:pt>
                <c:pt idx="14027">
                  <c:v>-7316467</c:v>
                </c:pt>
                <c:pt idx="14028">
                  <c:v>-7319780</c:v>
                </c:pt>
                <c:pt idx="14029">
                  <c:v>-7315939</c:v>
                </c:pt>
                <c:pt idx="14030">
                  <c:v>-7319433</c:v>
                </c:pt>
                <c:pt idx="14031">
                  <c:v>-7320557</c:v>
                </c:pt>
                <c:pt idx="14032">
                  <c:v>-7319915</c:v>
                </c:pt>
                <c:pt idx="14033">
                  <c:v>-7316187</c:v>
                </c:pt>
                <c:pt idx="14034">
                  <c:v>-7322674</c:v>
                </c:pt>
                <c:pt idx="14035">
                  <c:v>-7410273</c:v>
                </c:pt>
                <c:pt idx="14036">
                  <c:v>-7371641</c:v>
                </c:pt>
                <c:pt idx="14037">
                  <c:v>-7303019</c:v>
                </c:pt>
                <c:pt idx="14038">
                  <c:v>-7302484</c:v>
                </c:pt>
                <c:pt idx="14039">
                  <c:v>-7411948</c:v>
                </c:pt>
                <c:pt idx="14040">
                  <c:v>-7439031</c:v>
                </c:pt>
                <c:pt idx="14041">
                  <c:v>-7320399</c:v>
                </c:pt>
                <c:pt idx="14042">
                  <c:v>-7320097</c:v>
                </c:pt>
                <c:pt idx="14043">
                  <c:v>-7319707</c:v>
                </c:pt>
                <c:pt idx="14044">
                  <c:v>-7319590</c:v>
                </c:pt>
                <c:pt idx="14045">
                  <c:v>-7318555</c:v>
                </c:pt>
                <c:pt idx="14046">
                  <c:v>-7231120</c:v>
                </c:pt>
                <c:pt idx="14047">
                  <c:v>-7152850</c:v>
                </c:pt>
                <c:pt idx="14048">
                  <c:v>-7219256</c:v>
                </c:pt>
                <c:pt idx="14049">
                  <c:v>-7060090</c:v>
                </c:pt>
                <c:pt idx="14050">
                  <c:v>-7180425</c:v>
                </c:pt>
                <c:pt idx="14051">
                  <c:v>-7204165</c:v>
                </c:pt>
                <c:pt idx="14052">
                  <c:v>-6984032</c:v>
                </c:pt>
                <c:pt idx="14053">
                  <c:v>-7093752</c:v>
                </c:pt>
                <c:pt idx="14054">
                  <c:v>-7076525</c:v>
                </c:pt>
                <c:pt idx="14055">
                  <c:v>-7099787</c:v>
                </c:pt>
                <c:pt idx="14056">
                  <c:v>-7198514</c:v>
                </c:pt>
                <c:pt idx="14057">
                  <c:v>-7152797</c:v>
                </c:pt>
                <c:pt idx="14058">
                  <c:v>-7197119</c:v>
                </c:pt>
                <c:pt idx="14059">
                  <c:v>-7250847</c:v>
                </c:pt>
                <c:pt idx="14060">
                  <c:v>-7100222</c:v>
                </c:pt>
                <c:pt idx="14061">
                  <c:v>-7223944</c:v>
                </c:pt>
                <c:pt idx="14062">
                  <c:v>-7211444</c:v>
                </c:pt>
                <c:pt idx="14063">
                  <c:v>-7199205</c:v>
                </c:pt>
                <c:pt idx="14064">
                  <c:v>-7081424</c:v>
                </c:pt>
                <c:pt idx="14065">
                  <c:v>-7065194</c:v>
                </c:pt>
                <c:pt idx="14066">
                  <c:v>-7136496</c:v>
                </c:pt>
                <c:pt idx="14067">
                  <c:v>-7086884</c:v>
                </c:pt>
                <c:pt idx="14068">
                  <c:v>-6986268</c:v>
                </c:pt>
                <c:pt idx="14069">
                  <c:v>-7096995</c:v>
                </c:pt>
                <c:pt idx="14070">
                  <c:v>-7138006</c:v>
                </c:pt>
                <c:pt idx="14071">
                  <c:v>-7049944</c:v>
                </c:pt>
                <c:pt idx="14072">
                  <c:v>-7159009</c:v>
                </c:pt>
                <c:pt idx="14073">
                  <c:v>-7209451</c:v>
                </c:pt>
                <c:pt idx="14074">
                  <c:v>-7221349</c:v>
                </c:pt>
                <c:pt idx="14075">
                  <c:v>-7205938</c:v>
                </c:pt>
                <c:pt idx="14076">
                  <c:v>-7216201</c:v>
                </c:pt>
                <c:pt idx="14077">
                  <c:v>-7147176</c:v>
                </c:pt>
                <c:pt idx="14078">
                  <c:v>-7208049</c:v>
                </c:pt>
                <c:pt idx="14079">
                  <c:v>-7173010</c:v>
                </c:pt>
                <c:pt idx="14080">
                  <c:v>-7075591</c:v>
                </c:pt>
                <c:pt idx="14081">
                  <c:v>-7234021</c:v>
                </c:pt>
                <c:pt idx="14082">
                  <c:v>-7074902</c:v>
                </c:pt>
                <c:pt idx="14083">
                  <c:v>-7271513</c:v>
                </c:pt>
                <c:pt idx="14084">
                  <c:v>-7110992</c:v>
                </c:pt>
                <c:pt idx="14085">
                  <c:v>-7232564</c:v>
                </c:pt>
                <c:pt idx="14086">
                  <c:v>-6967424</c:v>
                </c:pt>
                <c:pt idx="14087">
                  <c:v>-7138045</c:v>
                </c:pt>
                <c:pt idx="14088">
                  <c:v>-7083207</c:v>
                </c:pt>
                <c:pt idx="14089">
                  <c:v>-7111078</c:v>
                </c:pt>
                <c:pt idx="14090">
                  <c:v>-7208132</c:v>
                </c:pt>
                <c:pt idx="14091">
                  <c:v>-7003981</c:v>
                </c:pt>
                <c:pt idx="14092">
                  <c:v>-7098532</c:v>
                </c:pt>
                <c:pt idx="14093">
                  <c:v>-7193457</c:v>
                </c:pt>
                <c:pt idx="14094">
                  <c:v>-7081668</c:v>
                </c:pt>
                <c:pt idx="14095">
                  <c:v>-7155125</c:v>
                </c:pt>
                <c:pt idx="14096">
                  <c:v>-7080728</c:v>
                </c:pt>
                <c:pt idx="14097">
                  <c:v>-7075979</c:v>
                </c:pt>
                <c:pt idx="14098">
                  <c:v>-7060082</c:v>
                </c:pt>
                <c:pt idx="14099">
                  <c:v>-7210275</c:v>
                </c:pt>
                <c:pt idx="14100">
                  <c:v>-7062144</c:v>
                </c:pt>
                <c:pt idx="14101">
                  <c:v>-7242998</c:v>
                </c:pt>
                <c:pt idx="14102">
                  <c:v>-7214056</c:v>
                </c:pt>
                <c:pt idx="14103">
                  <c:v>-7202671</c:v>
                </c:pt>
                <c:pt idx="14104">
                  <c:v>-7004307</c:v>
                </c:pt>
                <c:pt idx="14105">
                  <c:v>-7084603</c:v>
                </c:pt>
                <c:pt idx="14106">
                  <c:v>-7155555</c:v>
                </c:pt>
                <c:pt idx="14107">
                  <c:v>-7262398</c:v>
                </c:pt>
                <c:pt idx="14108">
                  <c:v>-7064396</c:v>
                </c:pt>
                <c:pt idx="14109">
                  <c:v>-7061758</c:v>
                </c:pt>
                <c:pt idx="14110">
                  <c:v>-7215405</c:v>
                </c:pt>
                <c:pt idx="14111">
                  <c:v>-7096160</c:v>
                </c:pt>
                <c:pt idx="14112">
                  <c:v>-7086164</c:v>
                </c:pt>
                <c:pt idx="14113">
                  <c:v>-7193776</c:v>
                </c:pt>
                <c:pt idx="14114">
                  <c:v>-7184404</c:v>
                </c:pt>
                <c:pt idx="14115">
                  <c:v>-7076838</c:v>
                </c:pt>
                <c:pt idx="14116">
                  <c:v>-7131194</c:v>
                </c:pt>
                <c:pt idx="14117">
                  <c:v>-7258474</c:v>
                </c:pt>
                <c:pt idx="14118">
                  <c:v>-6993834</c:v>
                </c:pt>
                <c:pt idx="14119">
                  <c:v>-7246845</c:v>
                </c:pt>
                <c:pt idx="14120">
                  <c:v>-7197684</c:v>
                </c:pt>
                <c:pt idx="14121">
                  <c:v>-7201611</c:v>
                </c:pt>
                <c:pt idx="14122">
                  <c:v>-7064679</c:v>
                </c:pt>
                <c:pt idx="14123">
                  <c:v>-7206249</c:v>
                </c:pt>
                <c:pt idx="14124">
                  <c:v>-7066457</c:v>
                </c:pt>
                <c:pt idx="14125">
                  <c:v>-7205682</c:v>
                </c:pt>
                <c:pt idx="14126">
                  <c:v>-7205984</c:v>
                </c:pt>
                <c:pt idx="14127">
                  <c:v>-7088689</c:v>
                </c:pt>
                <c:pt idx="14128">
                  <c:v>-7204225</c:v>
                </c:pt>
                <c:pt idx="14129">
                  <c:v>-7088850</c:v>
                </c:pt>
                <c:pt idx="14130">
                  <c:v>-7207893</c:v>
                </c:pt>
                <c:pt idx="14131">
                  <c:v>-7207974</c:v>
                </c:pt>
                <c:pt idx="14132">
                  <c:v>-7208161</c:v>
                </c:pt>
                <c:pt idx="14133">
                  <c:v>-7089542</c:v>
                </c:pt>
                <c:pt idx="14134">
                  <c:v>-7204812</c:v>
                </c:pt>
                <c:pt idx="14135">
                  <c:v>-7064885</c:v>
                </c:pt>
                <c:pt idx="14136">
                  <c:v>-7206947</c:v>
                </c:pt>
                <c:pt idx="14137">
                  <c:v>-7205643</c:v>
                </c:pt>
                <c:pt idx="14138">
                  <c:v>-7089026</c:v>
                </c:pt>
                <c:pt idx="14139">
                  <c:v>-7206499</c:v>
                </c:pt>
                <c:pt idx="14140">
                  <c:v>-7088742</c:v>
                </c:pt>
                <c:pt idx="14141">
                  <c:v>-7064561</c:v>
                </c:pt>
                <c:pt idx="14142">
                  <c:v>-7088043</c:v>
                </c:pt>
                <c:pt idx="14143">
                  <c:v>-7205643</c:v>
                </c:pt>
                <c:pt idx="14144">
                  <c:v>-7087474</c:v>
                </c:pt>
                <c:pt idx="14145">
                  <c:v>-7161499</c:v>
                </c:pt>
                <c:pt idx="14146">
                  <c:v>-7206309</c:v>
                </c:pt>
                <c:pt idx="14147">
                  <c:v>-7143285</c:v>
                </c:pt>
                <c:pt idx="14148">
                  <c:v>-7205618</c:v>
                </c:pt>
                <c:pt idx="14149">
                  <c:v>-7207154</c:v>
                </c:pt>
                <c:pt idx="14150">
                  <c:v>-7206962</c:v>
                </c:pt>
                <c:pt idx="14151">
                  <c:v>-7205710</c:v>
                </c:pt>
                <c:pt idx="14152">
                  <c:v>-7162263</c:v>
                </c:pt>
                <c:pt idx="14153">
                  <c:v>-7206945</c:v>
                </c:pt>
                <c:pt idx="14154">
                  <c:v>-7203946</c:v>
                </c:pt>
                <c:pt idx="14155">
                  <c:v>-7206168</c:v>
                </c:pt>
                <c:pt idx="14156">
                  <c:v>-7207748</c:v>
                </c:pt>
                <c:pt idx="14157">
                  <c:v>-7066087</c:v>
                </c:pt>
                <c:pt idx="14158">
                  <c:v>-7204812</c:v>
                </c:pt>
                <c:pt idx="14159">
                  <c:v>-7161679</c:v>
                </c:pt>
                <c:pt idx="14160">
                  <c:v>-7205651</c:v>
                </c:pt>
                <c:pt idx="14161">
                  <c:v>-7203337</c:v>
                </c:pt>
                <c:pt idx="14162">
                  <c:v>-7088558</c:v>
                </c:pt>
                <c:pt idx="14163">
                  <c:v>-7063721</c:v>
                </c:pt>
                <c:pt idx="14164">
                  <c:v>-7088027</c:v>
                </c:pt>
                <c:pt idx="14165">
                  <c:v>-7205863</c:v>
                </c:pt>
                <c:pt idx="14166">
                  <c:v>-7161968</c:v>
                </c:pt>
                <c:pt idx="14167">
                  <c:v>-7143506</c:v>
                </c:pt>
                <c:pt idx="14168">
                  <c:v>-7161446</c:v>
                </c:pt>
                <c:pt idx="14169">
                  <c:v>-7088840</c:v>
                </c:pt>
                <c:pt idx="14170">
                  <c:v>-7206334</c:v>
                </c:pt>
                <c:pt idx="14171">
                  <c:v>-7162195</c:v>
                </c:pt>
                <c:pt idx="14172">
                  <c:v>-7088482</c:v>
                </c:pt>
                <c:pt idx="14173">
                  <c:v>-7208545</c:v>
                </c:pt>
                <c:pt idx="14174">
                  <c:v>-7204257</c:v>
                </c:pt>
                <c:pt idx="14175">
                  <c:v>-7163522</c:v>
                </c:pt>
                <c:pt idx="14176">
                  <c:v>-7088482</c:v>
                </c:pt>
                <c:pt idx="14177">
                  <c:v>-7064700</c:v>
                </c:pt>
                <c:pt idx="14178">
                  <c:v>-7089017</c:v>
                </c:pt>
                <c:pt idx="14179">
                  <c:v>-7205863</c:v>
                </c:pt>
                <c:pt idx="14180">
                  <c:v>-7203905</c:v>
                </c:pt>
                <c:pt idx="14181">
                  <c:v>-7205392</c:v>
                </c:pt>
                <c:pt idx="14182">
                  <c:v>-7089147</c:v>
                </c:pt>
                <c:pt idx="14183">
                  <c:v>-7206362</c:v>
                </c:pt>
                <c:pt idx="14184">
                  <c:v>-7162195</c:v>
                </c:pt>
                <c:pt idx="14185">
                  <c:v>-7065556</c:v>
                </c:pt>
                <c:pt idx="14186">
                  <c:v>-7089556</c:v>
                </c:pt>
                <c:pt idx="14187">
                  <c:v>-7203762</c:v>
                </c:pt>
                <c:pt idx="14188">
                  <c:v>-7088284</c:v>
                </c:pt>
                <c:pt idx="14189">
                  <c:v>-7206334</c:v>
                </c:pt>
                <c:pt idx="14190">
                  <c:v>-7206405</c:v>
                </c:pt>
                <c:pt idx="14191">
                  <c:v>-7205279</c:v>
                </c:pt>
                <c:pt idx="14192">
                  <c:v>-7208300</c:v>
                </c:pt>
                <c:pt idx="14193">
                  <c:v>-7201996</c:v>
                </c:pt>
                <c:pt idx="14194">
                  <c:v>-7206338</c:v>
                </c:pt>
                <c:pt idx="14195">
                  <c:v>-7065410</c:v>
                </c:pt>
                <c:pt idx="14196">
                  <c:v>-7207716</c:v>
                </c:pt>
                <c:pt idx="14197">
                  <c:v>-7088361</c:v>
                </c:pt>
                <c:pt idx="14198">
                  <c:v>-7089367</c:v>
                </c:pt>
                <c:pt idx="14199">
                  <c:v>-7206892</c:v>
                </c:pt>
                <c:pt idx="14200">
                  <c:v>-7206168</c:v>
                </c:pt>
                <c:pt idx="14201">
                  <c:v>-7205863</c:v>
                </c:pt>
                <c:pt idx="14202">
                  <c:v>-7205707</c:v>
                </c:pt>
                <c:pt idx="14203">
                  <c:v>-7066197</c:v>
                </c:pt>
                <c:pt idx="14204">
                  <c:v>-7204936</c:v>
                </c:pt>
                <c:pt idx="14205">
                  <c:v>-7206506</c:v>
                </c:pt>
                <c:pt idx="14206">
                  <c:v>-6964893</c:v>
                </c:pt>
                <c:pt idx="14207">
                  <c:v>-7012489</c:v>
                </c:pt>
                <c:pt idx="14208">
                  <c:v>-6918736</c:v>
                </c:pt>
                <c:pt idx="14209">
                  <c:v>-7040494</c:v>
                </c:pt>
                <c:pt idx="14210">
                  <c:v>-7032016</c:v>
                </c:pt>
                <c:pt idx="14211">
                  <c:v>-7067355</c:v>
                </c:pt>
                <c:pt idx="14212">
                  <c:v>-7025966</c:v>
                </c:pt>
                <c:pt idx="14213">
                  <c:v>-7016326</c:v>
                </c:pt>
                <c:pt idx="14214">
                  <c:v>-7032398</c:v>
                </c:pt>
                <c:pt idx="14215">
                  <c:v>-6755686</c:v>
                </c:pt>
                <c:pt idx="14216">
                  <c:v>-7028288</c:v>
                </c:pt>
                <c:pt idx="14217">
                  <c:v>-6585126</c:v>
                </c:pt>
                <c:pt idx="14218">
                  <c:v>-7067053</c:v>
                </c:pt>
                <c:pt idx="14219">
                  <c:v>-7021745</c:v>
                </c:pt>
                <c:pt idx="14220">
                  <c:v>-7037099</c:v>
                </c:pt>
                <c:pt idx="14221">
                  <c:v>-6820093</c:v>
                </c:pt>
                <c:pt idx="14222">
                  <c:v>-7040177</c:v>
                </c:pt>
                <c:pt idx="14223">
                  <c:v>-7055001</c:v>
                </c:pt>
                <c:pt idx="14224">
                  <c:v>-7034981</c:v>
                </c:pt>
                <c:pt idx="14225">
                  <c:v>-6953493</c:v>
                </c:pt>
                <c:pt idx="14226">
                  <c:v>-7024573</c:v>
                </c:pt>
                <c:pt idx="14227">
                  <c:v>-6964730</c:v>
                </c:pt>
                <c:pt idx="14228">
                  <c:v>-6789621</c:v>
                </c:pt>
                <c:pt idx="14229">
                  <c:v>-7066858</c:v>
                </c:pt>
                <c:pt idx="14230">
                  <c:v>-7033446</c:v>
                </c:pt>
                <c:pt idx="14231">
                  <c:v>-7012250</c:v>
                </c:pt>
                <c:pt idx="14232">
                  <c:v>-7038843</c:v>
                </c:pt>
                <c:pt idx="14233">
                  <c:v>-7011847</c:v>
                </c:pt>
                <c:pt idx="14234">
                  <c:v>-7049035</c:v>
                </c:pt>
                <c:pt idx="14235">
                  <c:v>-7070503</c:v>
                </c:pt>
                <c:pt idx="14236">
                  <c:v>-7026764</c:v>
                </c:pt>
                <c:pt idx="14237">
                  <c:v>-7029900</c:v>
                </c:pt>
                <c:pt idx="14238">
                  <c:v>-7050356</c:v>
                </c:pt>
                <c:pt idx="14239">
                  <c:v>-7172355</c:v>
                </c:pt>
                <c:pt idx="14240">
                  <c:v>-6995928</c:v>
                </c:pt>
                <c:pt idx="14241">
                  <c:v>-7076932</c:v>
                </c:pt>
                <c:pt idx="14242">
                  <c:v>-6847903</c:v>
                </c:pt>
                <c:pt idx="14243">
                  <c:v>-6989728</c:v>
                </c:pt>
                <c:pt idx="14244">
                  <c:v>-7001931</c:v>
                </c:pt>
                <c:pt idx="14245">
                  <c:v>-6743807</c:v>
                </c:pt>
                <c:pt idx="14246">
                  <c:v>-7040000</c:v>
                </c:pt>
                <c:pt idx="14247">
                  <c:v>-6500292</c:v>
                </c:pt>
                <c:pt idx="14248">
                  <c:v>-7107657</c:v>
                </c:pt>
                <c:pt idx="14249">
                  <c:v>-7012012</c:v>
                </c:pt>
                <c:pt idx="14250">
                  <c:v>-6954064</c:v>
                </c:pt>
                <c:pt idx="14251">
                  <c:v>-6712917</c:v>
                </c:pt>
                <c:pt idx="14252">
                  <c:v>-7034297</c:v>
                </c:pt>
                <c:pt idx="14253">
                  <c:v>-7024742</c:v>
                </c:pt>
                <c:pt idx="14254">
                  <c:v>-7037330</c:v>
                </c:pt>
                <c:pt idx="14255">
                  <c:v>-6652059</c:v>
                </c:pt>
                <c:pt idx="14256">
                  <c:v>-6687912</c:v>
                </c:pt>
                <c:pt idx="14257">
                  <c:v>-6528123</c:v>
                </c:pt>
                <c:pt idx="14258">
                  <c:v>-6652129</c:v>
                </c:pt>
                <c:pt idx="14259">
                  <c:v>-7032812</c:v>
                </c:pt>
                <c:pt idx="14260">
                  <c:v>-7187520</c:v>
                </c:pt>
                <c:pt idx="14261">
                  <c:v>-6936584</c:v>
                </c:pt>
                <c:pt idx="14262">
                  <c:v>-7069412</c:v>
                </c:pt>
                <c:pt idx="14263">
                  <c:v>-7088533</c:v>
                </c:pt>
                <c:pt idx="14264">
                  <c:v>-7032812</c:v>
                </c:pt>
                <c:pt idx="14265">
                  <c:v>-7023793</c:v>
                </c:pt>
                <c:pt idx="14266">
                  <c:v>-7022713</c:v>
                </c:pt>
                <c:pt idx="14267">
                  <c:v>-7034636</c:v>
                </c:pt>
                <c:pt idx="14268">
                  <c:v>-7100257</c:v>
                </c:pt>
                <c:pt idx="14269">
                  <c:v>-7029886</c:v>
                </c:pt>
                <c:pt idx="14270">
                  <c:v>-6904040</c:v>
                </c:pt>
                <c:pt idx="14271">
                  <c:v>-7026320</c:v>
                </c:pt>
                <c:pt idx="14272">
                  <c:v>-7052262</c:v>
                </c:pt>
                <c:pt idx="14273">
                  <c:v>-6714695</c:v>
                </c:pt>
                <c:pt idx="14274">
                  <c:v>-7055570</c:v>
                </c:pt>
                <c:pt idx="14275">
                  <c:v>-7186386</c:v>
                </c:pt>
                <c:pt idx="14276">
                  <c:v>-7019095</c:v>
                </c:pt>
                <c:pt idx="14277">
                  <c:v>-7072218</c:v>
                </c:pt>
                <c:pt idx="14278">
                  <c:v>-6968401</c:v>
                </c:pt>
                <c:pt idx="14279">
                  <c:v>-6965031</c:v>
                </c:pt>
                <c:pt idx="14280">
                  <c:v>-7026583</c:v>
                </c:pt>
                <c:pt idx="14281">
                  <c:v>-7141206</c:v>
                </c:pt>
                <c:pt idx="14282">
                  <c:v>-7056822</c:v>
                </c:pt>
                <c:pt idx="14283">
                  <c:v>-6717821</c:v>
                </c:pt>
                <c:pt idx="14284">
                  <c:v>-7039239</c:v>
                </c:pt>
                <c:pt idx="14285">
                  <c:v>-7070900</c:v>
                </c:pt>
                <c:pt idx="14286">
                  <c:v>-6950533</c:v>
                </c:pt>
                <c:pt idx="14287">
                  <c:v>-7037544</c:v>
                </c:pt>
                <c:pt idx="14288">
                  <c:v>-7149875</c:v>
                </c:pt>
                <c:pt idx="14289">
                  <c:v>-7028776</c:v>
                </c:pt>
                <c:pt idx="14290">
                  <c:v>-7105723</c:v>
                </c:pt>
                <c:pt idx="14291">
                  <c:v>-7036316</c:v>
                </c:pt>
                <c:pt idx="14292">
                  <c:v>-7063558</c:v>
                </c:pt>
                <c:pt idx="14293">
                  <c:v>-7160281</c:v>
                </c:pt>
                <c:pt idx="14294">
                  <c:v>-7063004</c:v>
                </c:pt>
                <c:pt idx="14295">
                  <c:v>-7021150</c:v>
                </c:pt>
                <c:pt idx="14296">
                  <c:v>-6863274</c:v>
                </c:pt>
                <c:pt idx="14297">
                  <c:v>-7042788</c:v>
                </c:pt>
                <c:pt idx="14298">
                  <c:v>-7086744</c:v>
                </c:pt>
                <c:pt idx="14299">
                  <c:v>-6596270</c:v>
                </c:pt>
                <c:pt idx="14300">
                  <c:v>-7097847</c:v>
                </c:pt>
                <c:pt idx="14301">
                  <c:v>-6499280</c:v>
                </c:pt>
                <c:pt idx="14302">
                  <c:v>-6795878</c:v>
                </c:pt>
                <c:pt idx="14303">
                  <c:v>-7111507</c:v>
                </c:pt>
                <c:pt idx="14304">
                  <c:v>-7041217</c:v>
                </c:pt>
                <c:pt idx="14305">
                  <c:v>-7195485</c:v>
                </c:pt>
                <c:pt idx="14306">
                  <c:v>-6976964</c:v>
                </c:pt>
                <c:pt idx="14307">
                  <c:v>-7033950</c:v>
                </c:pt>
                <c:pt idx="14308">
                  <c:v>-6587681</c:v>
                </c:pt>
                <c:pt idx="14309">
                  <c:v>-7038381</c:v>
                </c:pt>
                <c:pt idx="14310">
                  <c:v>-7032958</c:v>
                </c:pt>
                <c:pt idx="14311">
                  <c:v>-6652174</c:v>
                </c:pt>
                <c:pt idx="14312">
                  <c:v>-7046141</c:v>
                </c:pt>
                <c:pt idx="14313">
                  <c:v>-6846829</c:v>
                </c:pt>
                <c:pt idx="14314">
                  <c:v>-7019770</c:v>
                </c:pt>
                <c:pt idx="14315">
                  <c:v>-6885896</c:v>
                </c:pt>
                <c:pt idx="14316">
                  <c:v>-7044768</c:v>
                </c:pt>
                <c:pt idx="14317">
                  <c:v>-6990705</c:v>
                </c:pt>
                <c:pt idx="14318">
                  <c:v>-7118653</c:v>
                </c:pt>
                <c:pt idx="14319">
                  <c:v>-6761611</c:v>
                </c:pt>
                <c:pt idx="14320">
                  <c:v>-7036486</c:v>
                </c:pt>
                <c:pt idx="14321">
                  <c:v>-7172549</c:v>
                </c:pt>
                <c:pt idx="14322">
                  <c:v>-6963559</c:v>
                </c:pt>
                <c:pt idx="14323">
                  <c:v>-7055512</c:v>
                </c:pt>
                <c:pt idx="14324">
                  <c:v>-7111587</c:v>
                </c:pt>
                <c:pt idx="14325">
                  <c:v>-7029348</c:v>
                </c:pt>
                <c:pt idx="14326">
                  <c:v>-6981640</c:v>
                </c:pt>
                <c:pt idx="14327">
                  <c:v>-7020787</c:v>
                </c:pt>
                <c:pt idx="14328">
                  <c:v>-6970774</c:v>
                </c:pt>
                <c:pt idx="14329">
                  <c:v>-7066747</c:v>
                </c:pt>
                <c:pt idx="14330">
                  <c:v>-7047809</c:v>
                </c:pt>
                <c:pt idx="14331">
                  <c:v>-6588709</c:v>
                </c:pt>
                <c:pt idx="14332">
                  <c:v>-7084407</c:v>
                </c:pt>
                <c:pt idx="14333">
                  <c:v>-6971786</c:v>
                </c:pt>
                <c:pt idx="14334">
                  <c:v>-7019726</c:v>
                </c:pt>
                <c:pt idx="14335">
                  <c:v>-6801520</c:v>
                </c:pt>
                <c:pt idx="14336">
                  <c:v>-7013293</c:v>
                </c:pt>
                <c:pt idx="14337">
                  <c:v>-6968558</c:v>
                </c:pt>
                <c:pt idx="14338">
                  <c:v>-6492022</c:v>
                </c:pt>
                <c:pt idx="14339">
                  <c:v>-6682689</c:v>
                </c:pt>
                <c:pt idx="14340">
                  <c:v>-6902683</c:v>
                </c:pt>
                <c:pt idx="14341">
                  <c:v>-7003796</c:v>
                </c:pt>
                <c:pt idx="14342">
                  <c:v>-6839477</c:v>
                </c:pt>
                <c:pt idx="14343">
                  <c:v>-7060948</c:v>
                </c:pt>
                <c:pt idx="14344">
                  <c:v>-7142825</c:v>
                </c:pt>
                <c:pt idx="14345">
                  <c:v>-7090280</c:v>
                </c:pt>
                <c:pt idx="14346">
                  <c:v>-7027856</c:v>
                </c:pt>
                <c:pt idx="14347">
                  <c:v>-7033950</c:v>
                </c:pt>
                <c:pt idx="14348">
                  <c:v>-6971008</c:v>
                </c:pt>
                <c:pt idx="14349">
                  <c:v>-7064387</c:v>
                </c:pt>
                <c:pt idx="14350">
                  <c:v>-6483759</c:v>
                </c:pt>
                <c:pt idx="14351">
                  <c:v>-7026583</c:v>
                </c:pt>
                <c:pt idx="14352">
                  <c:v>-7006224</c:v>
                </c:pt>
                <c:pt idx="14353">
                  <c:v>-6807465</c:v>
                </c:pt>
                <c:pt idx="14354">
                  <c:v>-7054113</c:v>
                </c:pt>
                <c:pt idx="14355">
                  <c:v>-7043667</c:v>
                </c:pt>
                <c:pt idx="14356">
                  <c:v>-7013345</c:v>
                </c:pt>
                <c:pt idx="14357">
                  <c:v>-7032921</c:v>
                </c:pt>
                <c:pt idx="14358">
                  <c:v>-6908574</c:v>
                </c:pt>
                <c:pt idx="14359">
                  <c:v>-6500734</c:v>
                </c:pt>
                <c:pt idx="14360">
                  <c:v>-7029970</c:v>
                </c:pt>
                <c:pt idx="14361">
                  <c:v>-7018939</c:v>
                </c:pt>
                <c:pt idx="14362">
                  <c:v>-7134395</c:v>
                </c:pt>
                <c:pt idx="14363">
                  <c:v>-6617949</c:v>
                </c:pt>
                <c:pt idx="14364">
                  <c:v>-7046510</c:v>
                </c:pt>
                <c:pt idx="14365">
                  <c:v>-7001203</c:v>
                </c:pt>
                <c:pt idx="14366">
                  <c:v>-6761122</c:v>
                </c:pt>
                <c:pt idx="14367">
                  <c:v>-7029348</c:v>
                </c:pt>
                <c:pt idx="14368">
                  <c:v>-6987385</c:v>
                </c:pt>
                <c:pt idx="14369">
                  <c:v>-7578827</c:v>
                </c:pt>
                <c:pt idx="14370">
                  <c:v>-6651519</c:v>
                </c:pt>
                <c:pt idx="14371">
                  <c:v>-7044300</c:v>
                </c:pt>
                <c:pt idx="14372">
                  <c:v>-7015261</c:v>
                </c:pt>
                <c:pt idx="14373">
                  <c:v>-7052001</c:v>
                </c:pt>
                <c:pt idx="14374">
                  <c:v>-6880648</c:v>
                </c:pt>
                <c:pt idx="14375">
                  <c:v>-6982004</c:v>
                </c:pt>
                <c:pt idx="14376">
                  <c:v>-6901724</c:v>
                </c:pt>
                <c:pt idx="14377">
                  <c:v>-7129081</c:v>
                </c:pt>
                <c:pt idx="14378">
                  <c:v>-7066918</c:v>
                </c:pt>
                <c:pt idx="14379">
                  <c:v>-7050437</c:v>
                </c:pt>
                <c:pt idx="14380">
                  <c:v>-6971484</c:v>
                </c:pt>
                <c:pt idx="14381">
                  <c:v>-7022009</c:v>
                </c:pt>
                <c:pt idx="14382">
                  <c:v>-6651492</c:v>
                </c:pt>
                <c:pt idx="14383">
                  <c:v>-6989531</c:v>
                </c:pt>
                <c:pt idx="14384">
                  <c:v>-6887183</c:v>
                </c:pt>
                <c:pt idx="14385">
                  <c:v>-7031605</c:v>
                </c:pt>
                <c:pt idx="14386">
                  <c:v>-7012723</c:v>
                </c:pt>
                <c:pt idx="14387">
                  <c:v>-7113912</c:v>
                </c:pt>
                <c:pt idx="14388">
                  <c:v>-7092630</c:v>
                </c:pt>
                <c:pt idx="14389">
                  <c:v>-7141291</c:v>
                </c:pt>
                <c:pt idx="14390">
                  <c:v>-7045877</c:v>
                </c:pt>
                <c:pt idx="14391">
                  <c:v>-7127993</c:v>
                </c:pt>
                <c:pt idx="14392">
                  <c:v>-7055817</c:v>
                </c:pt>
                <c:pt idx="14393">
                  <c:v>-7028373</c:v>
                </c:pt>
                <c:pt idx="14394">
                  <c:v>-7139720</c:v>
                </c:pt>
                <c:pt idx="14395">
                  <c:v>-7056907</c:v>
                </c:pt>
                <c:pt idx="14396">
                  <c:v>-7033627</c:v>
                </c:pt>
                <c:pt idx="14397">
                  <c:v>-6964321</c:v>
                </c:pt>
                <c:pt idx="14398">
                  <c:v>-7022217</c:v>
                </c:pt>
                <c:pt idx="14399">
                  <c:v>-7043333</c:v>
                </c:pt>
                <c:pt idx="14400">
                  <c:v>-6730475</c:v>
                </c:pt>
                <c:pt idx="14401">
                  <c:v>-7145171</c:v>
                </c:pt>
                <c:pt idx="14402">
                  <c:v>-7049858</c:v>
                </c:pt>
                <c:pt idx="14403">
                  <c:v>-7038224</c:v>
                </c:pt>
                <c:pt idx="14404">
                  <c:v>-7039965</c:v>
                </c:pt>
                <c:pt idx="14405">
                  <c:v>-6982111</c:v>
                </c:pt>
                <c:pt idx="14406">
                  <c:v>-7118400</c:v>
                </c:pt>
                <c:pt idx="14407">
                  <c:v>-7037688</c:v>
                </c:pt>
                <c:pt idx="14408">
                  <c:v>-7134617</c:v>
                </c:pt>
                <c:pt idx="14409">
                  <c:v>-7072616</c:v>
                </c:pt>
                <c:pt idx="14410">
                  <c:v>-6832444</c:v>
                </c:pt>
                <c:pt idx="14411">
                  <c:v>-6826929</c:v>
                </c:pt>
                <c:pt idx="14412">
                  <c:v>-6811956</c:v>
                </c:pt>
                <c:pt idx="14413">
                  <c:v>-7134630</c:v>
                </c:pt>
                <c:pt idx="14414">
                  <c:v>-6970827</c:v>
                </c:pt>
                <c:pt idx="14415">
                  <c:v>-7041080</c:v>
                </c:pt>
                <c:pt idx="14416">
                  <c:v>-6969216</c:v>
                </c:pt>
                <c:pt idx="14417">
                  <c:v>-7056907</c:v>
                </c:pt>
                <c:pt idx="14418">
                  <c:v>-6927380</c:v>
                </c:pt>
                <c:pt idx="14419">
                  <c:v>-6795374</c:v>
                </c:pt>
                <c:pt idx="14420">
                  <c:v>-7112835</c:v>
                </c:pt>
                <c:pt idx="14421">
                  <c:v>-6964185</c:v>
                </c:pt>
                <c:pt idx="14422">
                  <c:v>-7041314</c:v>
                </c:pt>
                <c:pt idx="14423">
                  <c:v>-6652127</c:v>
                </c:pt>
                <c:pt idx="14424">
                  <c:v>-7192583</c:v>
                </c:pt>
                <c:pt idx="14425">
                  <c:v>-7106249</c:v>
                </c:pt>
                <c:pt idx="14426">
                  <c:v>-7111231</c:v>
                </c:pt>
                <c:pt idx="14427">
                  <c:v>-7029394</c:v>
                </c:pt>
                <c:pt idx="14428">
                  <c:v>-6963805</c:v>
                </c:pt>
                <c:pt idx="14429">
                  <c:v>-6613686</c:v>
                </c:pt>
                <c:pt idx="14430">
                  <c:v>-7053448</c:v>
                </c:pt>
                <c:pt idx="14431">
                  <c:v>-6754983</c:v>
                </c:pt>
                <c:pt idx="14432">
                  <c:v>-7215337</c:v>
                </c:pt>
                <c:pt idx="14433">
                  <c:v>-7047388</c:v>
                </c:pt>
                <c:pt idx="14434">
                  <c:v>-6845311</c:v>
                </c:pt>
                <c:pt idx="14435">
                  <c:v>-7111596</c:v>
                </c:pt>
                <c:pt idx="14436">
                  <c:v>-7075684</c:v>
                </c:pt>
                <c:pt idx="14437">
                  <c:v>-7014869</c:v>
                </c:pt>
                <c:pt idx="14438">
                  <c:v>-6790421</c:v>
                </c:pt>
                <c:pt idx="14439">
                  <c:v>-6966254</c:v>
                </c:pt>
                <c:pt idx="14440">
                  <c:v>-7030243</c:v>
                </c:pt>
                <c:pt idx="14441">
                  <c:v>-7056838</c:v>
                </c:pt>
                <c:pt idx="14442">
                  <c:v>-6965853</c:v>
                </c:pt>
                <c:pt idx="14443">
                  <c:v>-7038521</c:v>
                </c:pt>
                <c:pt idx="14444">
                  <c:v>-6845226</c:v>
                </c:pt>
                <c:pt idx="14445">
                  <c:v>-6845084</c:v>
                </c:pt>
                <c:pt idx="14446">
                  <c:v>-6929576</c:v>
                </c:pt>
                <c:pt idx="14447">
                  <c:v>-7112592</c:v>
                </c:pt>
                <c:pt idx="14448">
                  <c:v>-6971992</c:v>
                </c:pt>
                <c:pt idx="14449">
                  <c:v>-7132366</c:v>
                </c:pt>
                <c:pt idx="14450">
                  <c:v>-7062682</c:v>
                </c:pt>
                <c:pt idx="14451">
                  <c:v>-6671966</c:v>
                </c:pt>
                <c:pt idx="14452">
                  <c:v>-6970118</c:v>
                </c:pt>
                <c:pt idx="14453">
                  <c:v>-6982004</c:v>
                </c:pt>
                <c:pt idx="14454">
                  <c:v>-6891990</c:v>
                </c:pt>
                <c:pt idx="14455">
                  <c:v>-7057125</c:v>
                </c:pt>
                <c:pt idx="14456">
                  <c:v>-7037782</c:v>
                </c:pt>
                <c:pt idx="14457">
                  <c:v>-7060339</c:v>
                </c:pt>
                <c:pt idx="14458">
                  <c:v>-7052689</c:v>
                </c:pt>
                <c:pt idx="14459">
                  <c:v>-6738012</c:v>
                </c:pt>
                <c:pt idx="14460">
                  <c:v>-7115122</c:v>
                </c:pt>
                <c:pt idx="14461">
                  <c:v>-7028693</c:v>
                </c:pt>
                <c:pt idx="14462">
                  <c:v>-6977519</c:v>
                </c:pt>
                <c:pt idx="14463">
                  <c:v>-7172611</c:v>
                </c:pt>
                <c:pt idx="14464">
                  <c:v>-6956775</c:v>
                </c:pt>
                <c:pt idx="14465">
                  <c:v>-7144696</c:v>
                </c:pt>
                <c:pt idx="14466">
                  <c:v>-7027867</c:v>
                </c:pt>
                <c:pt idx="14467">
                  <c:v>-7092469</c:v>
                </c:pt>
                <c:pt idx="14468">
                  <c:v>-7006522</c:v>
                </c:pt>
                <c:pt idx="14469">
                  <c:v>-7012138</c:v>
                </c:pt>
                <c:pt idx="14470">
                  <c:v>-7063990</c:v>
                </c:pt>
                <c:pt idx="14471">
                  <c:v>-7087566</c:v>
                </c:pt>
                <c:pt idx="14472">
                  <c:v>-7032263</c:v>
                </c:pt>
                <c:pt idx="14473">
                  <c:v>-7022602</c:v>
                </c:pt>
                <c:pt idx="14474">
                  <c:v>-6888018</c:v>
                </c:pt>
                <c:pt idx="14475">
                  <c:v>-7069254</c:v>
                </c:pt>
                <c:pt idx="14476">
                  <c:v>-7034383</c:v>
                </c:pt>
                <c:pt idx="14477">
                  <c:v>-6808185</c:v>
                </c:pt>
                <c:pt idx="14478">
                  <c:v>-6517588</c:v>
                </c:pt>
                <c:pt idx="14479">
                  <c:v>-7038974</c:v>
                </c:pt>
                <c:pt idx="14480">
                  <c:v>-6792634</c:v>
                </c:pt>
                <c:pt idx="14481">
                  <c:v>-7000725</c:v>
                </c:pt>
                <c:pt idx="14482">
                  <c:v>-7028390</c:v>
                </c:pt>
                <c:pt idx="14483">
                  <c:v>-7039041</c:v>
                </c:pt>
                <c:pt idx="14484">
                  <c:v>-7016315</c:v>
                </c:pt>
                <c:pt idx="14485">
                  <c:v>-7120365</c:v>
                </c:pt>
                <c:pt idx="14486">
                  <c:v>-7051333</c:v>
                </c:pt>
                <c:pt idx="14487">
                  <c:v>-7002426</c:v>
                </c:pt>
                <c:pt idx="14488">
                  <c:v>-6956413</c:v>
                </c:pt>
                <c:pt idx="14489">
                  <c:v>-6999638</c:v>
                </c:pt>
                <c:pt idx="14490">
                  <c:v>-6527543</c:v>
                </c:pt>
                <c:pt idx="14491">
                  <c:v>-7055393</c:v>
                </c:pt>
                <c:pt idx="14492">
                  <c:v>-7151831</c:v>
                </c:pt>
                <c:pt idx="14493">
                  <c:v>-6953476</c:v>
                </c:pt>
                <c:pt idx="14494">
                  <c:v>-7029061</c:v>
                </c:pt>
                <c:pt idx="14495">
                  <c:v>-7008448</c:v>
                </c:pt>
                <c:pt idx="14496">
                  <c:v>-6997138</c:v>
                </c:pt>
                <c:pt idx="14497">
                  <c:v>-7065285</c:v>
                </c:pt>
                <c:pt idx="14498">
                  <c:v>-7032630</c:v>
                </c:pt>
                <c:pt idx="14499">
                  <c:v>-7208363</c:v>
                </c:pt>
                <c:pt idx="14500">
                  <c:v>-7071562</c:v>
                </c:pt>
                <c:pt idx="14501">
                  <c:v>-7036914</c:v>
                </c:pt>
                <c:pt idx="14502">
                  <c:v>-7023206</c:v>
                </c:pt>
                <c:pt idx="14503">
                  <c:v>-7105753</c:v>
                </c:pt>
                <c:pt idx="14504">
                  <c:v>-6915192</c:v>
                </c:pt>
                <c:pt idx="14505">
                  <c:v>-7060849</c:v>
                </c:pt>
                <c:pt idx="14506">
                  <c:v>-7088183</c:v>
                </c:pt>
                <c:pt idx="14507">
                  <c:v>-7111275</c:v>
                </c:pt>
                <c:pt idx="14508">
                  <c:v>-6969445</c:v>
                </c:pt>
                <c:pt idx="14509">
                  <c:v>-7020495</c:v>
                </c:pt>
                <c:pt idx="14510">
                  <c:v>-6761872</c:v>
                </c:pt>
                <c:pt idx="14511">
                  <c:v>-7032286</c:v>
                </c:pt>
                <c:pt idx="14512">
                  <c:v>-7039782</c:v>
                </c:pt>
                <c:pt idx="14513">
                  <c:v>-7136788</c:v>
                </c:pt>
                <c:pt idx="14514">
                  <c:v>-7067388</c:v>
                </c:pt>
                <c:pt idx="14515">
                  <c:v>-7032177</c:v>
                </c:pt>
                <c:pt idx="14516">
                  <c:v>-7028436</c:v>
                </c:pt>
                <c:pt idx="14517">
                  <c:v>-7024000</c:v>
                </c:pt>
                <c:pt idx="14518">
                  <c:v>-7033791</c:v>
                </c:pt>
                <c:pt idx="14519">
                  <c:v>-7025235</c:v>
                </c:pt>
                <c:pt idx="14520">
                  <c:v>-7027733</c:v>
                </c:pt>
                <c:pt idx="14521">
                  <c:v>-7031367</c:v>
                </c:pt>
                <c:pt idx="14522">
                  <c:v>-7031867</c:v>
                </c:pt>
                <c:pt idx="14523">
                  <c:v>-7033721</c:v>
                </c:pt>
                <c:pt idx="14524">
                  <c:v>-7033986</c:v>
                </c:pt>
                <c:pt idx="14525">
                  <c:v>-7055745</c:v>
                </c:pt>
                <c:pt idx="14526">
                  <c:v>-6786201</c:v>
                </c:pt>
                <c:pt idx="14527">
                  <c:v>-7031076</c:v>
                </c:pt>
                <c:pt idx="14528">
                  <c:v>-6786801</c:v>
                </c:pt>
                <c:pt idx="14529">
                  <c:v>-7033104</c:v>
                </c:pt>
                <c:pt idx="14530">
                  <c:v>-7032792</c:v>
                </c:pt>
                <c:pt idx="14531">
                  <c:v>-7041081</c:v>
                </c:pt>
                <c:pt idx="14532">
                  <c:v>-7031358</c:v>
                </c:pt>
                <c:pt idx="14533">
                  <c:v>-6431099</c:v>
                </c:pt>
                <c:pt idx="14534">
                  <c:v>-7054947</c:v>
                </c:pt>
                <c:pt idx="14535">
                  <c:v>-7032171</c:v>
                </c:pt>
                <c:pt idx="14536">
                  <c:v>-7033434</c:v>
                </c:pt>
                <c:pt idx="14537">
                  <c:v>-7031244</c:v>
                </c:pt>
                <c:pt idx="14538">
                  <c:v>-7035935</c:v>
                </c:pt>
                <c:pt idx="14539">
                  <c:v>-7027316</c:v>
                </c:pt>
                <c:pt idx="14540">
                  <c:v>-7031355</c:v>
                </c:pt>
                <c:pt idx="14541">
                  <c:v>-7038110</c:v>
                </c:pt>
                <c:pt idx="14542">
                  <c:v>-7033059</c:v>
                </c:pt>
                <c:pt idx="14543">
                  <c:v>-7032314</c:v>
                </c:pt>
                <c:pt idx="14544">
                  <c:v>-7038860</c:v>
                </c:pt>
                <c:pt idx="14545">
                  <c:v>-7071175</c:v>
                </c:pt>
                <c:pt idx="14546">
                  <c:v>-7024294</c:v>
                </c:pt>
                <c:pt idx="14547">
                  <c:v>-7033134</c:v>
                </c:pt>
                <c:pt idx="14548">
                  <c:v>-7024294</c:v>
                </c:pt>
                <c:pt idx="14549">
                  <c:v>-7031508</c:v>
                </c:pt>
                <c:pt idx="14550">
                  <c:v>-7034177</c:v>
                </c:pt>
                <c:pt idx="14551">
                  <c:v>-7041247</c:v>
                </c:pt>
                <c:pt idx="14552">
                  <c:v>-7039312</c:v>
                </c:pt>
                <c:pt idx="14553">
                  <c:v>-7072498</c:v>
                </c:pt>
                <c:pt idx="14554">
                  <c:v>-7028897</c:v>
                </c:pt>
                <c:pt idx="14555">
                  <c:v>-7032055</c:v>
                </c:pt>
                <c:pt idx="14556">
                  <c:v>-7035000</c:v>
                </c:pt>
                <c:pt idx="14557">
                  <c:v>-7029691</c:v>
                </c:pt>
                <c:pt idx="14558">
                  <c:v>-7034216</c:v>
                </c:pt>
                <c:pt idx="14559">
                  <c:v>-7026849</c:v>
                </c:pt>
                <c:pt idx="14560">
                  <c:v>-6500655</c:v>
                </c:pt>
                <c:pt idx="14561">
                  <c:v>-7032223</c:v>
                </c:pt>
                <c:pt idx="14562">
                  <c:v>-7027384</c:v>
                </c:pt>
                <c:pt idx="14563">
                  <c:v>-7012266</c:v>
                </c:pt>
                <c:pt idx="14564">
                  <c:v>-7023866</c:v>
                </c:pt>
                <c:pt idx="14565">
                  <c:v>-7041865</c:v>
                </c:pt>
                <c:pt idx="14566">
                  <c:v>-7030116</c:v>
                </c:pt>
                <c:pt idx="14567">
                  <c:v>-7031502</c:v>
                </c:pt>
                <c:pt idx="14568">
                  <c:v>-7057076</c:v>
                </c:pt>
                <c:pt idx="14569">
                  <c:v>-7027893</c:v>
                </c:pt>
                <c:pt idx="14570">
                  <c:v>-7034304</c:v>
                </c:pt>
                <c:pt idx="14571">
                  <c:v>-7027400</c:v>
                </c:pt>
                <c:pt idx="14572">
                  <c:v>-7026239</c:v>
                </c:pt>
                <c:pt idx="14573">
                  <c:v>-7027733</c:v>
                </c:pt>
                <c:pt idx="14574">
                  <c:v>-7032682</c:v>
                </c:pt>
                <c:pt idx="14575">
                  <c:v>-7034806</c:v>
                </c:pt>
                <c:pt idx="14576">
                  <c:v>-7032722</c:v>
                </c:pt>
                <c:pt idx="14577">
                  <c:v>-7038098</c:v>
                </c:pt>
                <c:pt idx="14578">
                  <c:v>-7013053</c:v>
                </c:pt>
                <c:pt idx="14579">
                  <c:v>-7035856</c:v>
                </c:pt>
                <c:pt idx="14580">
                  <c:v>-7032446</c:v>
                </c:pt>
                <c:pt idx="14581">
                  <c:v>-7040845</c:v>
                </c:pt>
                <c:pt idx="14582">
                  <c:v>-7028823</c:v>
                </c:pt>
                <c:pt idx="14583">
                  <c:v>-7023928</c:v>
                </c:pt>
                <c:pt idx="14584">
                  <c:v>-7034775</c:v>
                </c:pt>
                <c:pt idx="14585">
                  <c:v>-7038110</c:v>
                </c:pt>
                <c:pt idx="14586">
                  <c:v>-7032994</c:v>
                </c:pt>
                <c:pt idx="14587">
                  <c:v>-7030517</c:v>
                </c:pt>
                <c:pt idx="14588">
                  <c:v>-7040855</c:v>
                </c:pt>
                <c:pt idx="14589">
                  <c:v>-7034740</c:v>
                </c:pt>
                <c:pt idx="14590">
                  <c:v>-7031379</c:v>
                </c:pt>
                <c:pt idx="14591">
                  <c:v>-7039612</c:v>
                </c:pt>
                <c:pt idx="14592">
                  <c:v>-7030288</c:v>
                </c:pt>
                <c:pt idx="14593">
                  <c:v>-7032942</c:v>
                </c:pt>
                <c:pt idx="14594">
                  <c:v>-7037291</c:v>
                </c:pt>
                <c:pt idx="14595">
                  <c:v>-7038858</c:v>
                </c:pt>
                <c:pt idx="14596">
                  <c:v>-7034304</c:v>
                </c:pt>
                <c:pt idx="14597">
                  <c:v>-7026297</c:v>
                </c:pt>
                <c:pt idx="14598">
                  <c:v>-7026878</c:v>
                </c:pt>
                <c:pt idx="14599">
                  <c:v>-7026886</c:v>
                </c:pt>
                <c:pt idx="14600">
                  <c:v>-7032883</c:v>
                </c:pt>
                <c:pt idx="14601">
                  <c:v>-7033046</c:v>
                </c:pt>
                <c:pt idx="14602">
                  <c:v>-7032373</c:v>
                </c:pt>
                <c:pt idx="14603">
                  <c:v>-7031508</c:v>
                </c:pt>
                <c:pt idx="14604">
                  <c:v>-7026709</c:v>
                </c:pt>
                <c:pt idx="14605">
                  <c:v>-7034857</c:v>
                </c:pt>
                <c:pt idx="14606">
                  <c:v>-7031950</c:v>
                </c:pt>
                <c:pt idx="14607">
                  <c:v>-7028241</c:v>
                </c:pt>
                <c:pt idx="14608">
                  <c:v>-7012961</c:v>
                </c:pt>
                <c:pt idx="14609">
                  <c:v>-7030730</c:v>
                </c:pt>
                <c:pt idx="14610">
                  <c:v>-7080407</c:v>
                </c:pt>
                <c:pt idx="14611">
                  <c:v>-7031855</c:v>
                </c:pt>
                <c:pt idx="14612">
                  <c:v>-7035686</c:v>
                </c:pt>
                <c:pt idx="14613">
                  <c:v>-7135794</c:v>
                </c:pt>
                <c:pt idx="14614">
                  <c:v>-7188925</c:v>
                </c:pt>
                <c:pt idx="14615">
                  <c:v>-7040990</c:v>
                </c:pt>
                <c:pt idx="14616">
                  <c:v>-7029330</c:v>
                </c:pt>
                <c:pt idx="14617">
                  <c:v>-7037662</c:v>
                </c:pt>
                <c:pt idx="14618">
                  <c:v>-7034774</c:v>
                </c:pt>
                <c:pt idx="14619">
                  <c:v>-7024348</c:v>
                </c:pt>
                <c:pt idx="14620">
                  <c:v>-6786991</c:v>
                </c:pt>
                <c:pt idx="14621">
                  <c:v>-7049809</c:v>
                </c:pt>
                <c:pt idx="14622">
                  <c:v>-7029967</c:v>
                </c:pt>
                <c:pt idx="14623">
                  <c:v>-7055477</c:v>
                </c:pt>
                <c:pt idx="14624">
                  <c:v>-7040990</c:v>
                </c:pt>
                <c:pt idx="14625">
                  <c:v>-7011819</c:v>
                </c:pt>
                <c:pt idx="14626">
                  <c:v>-7033009</c:v>
                </c:pt>
                <c:pt idx="14627">
                  <c:v>-7026699</c:v>
                </c:pt>
                <c:pt idx="14628">
                  <c:v>-7032283</c:v>
                </c:pt>
                <c:pt idx="14629">
                  <c:v>-7032842</c:v>
                </c:pt>
                <c:pt idx="14630">
                  <c:v>-7033523</c:v>
                </c:pt>
                <c:pt idx="14631">
                  <c:v>-7033544</c:v>
                </c:pt>
                <c:pt idx="14632">
                  <c:v>-7030228</c:v>
                </c:pt>
                <c:pt idx="14633">
                  <c:v>-7055546</c:v>
                </c:pt>
                <c:pt idx="14634">
                  <c:v>-7094204</c:v>
                </c:pt>
                <c:pt idx="14635">
                  <c:v>-6425526</c:v>
                </c:pt>
                <c:pt idx="14636">
                  <c:v>-7021247</c:v>
                </c:pt>
                <c:pt idx="14637">
                  <c:v>-6969923</c:v>
                </c:pt>
                <c:pt idx="14638">
                  <c:v>-7029055</c:v>
                </c:pt>
                <c:pt idx="14639">
                  <c:v>-7032480</c:v>
                </c:pt>
                <c:pt idx="14640">
                  <c:v>-7032493</c:v>
                </c:pt>
                <c:pt idx="14641">
                  <c:v>-6785814</c:v>
                </c:pt>
                <c:pt idx="14642">
                  <c:v>-7026430</c:v>
                </c:pt>
                <c:pt idx="14643">
                  <c:v>-7119476</c:v>
                </c:pt>
                <c:pt idx="14644">
                  <c:v>-7110187</c:v>
                </c:pt>
                <c:pt idx="14645">
                  <c:v>-7033193</c:v>
                </c:pt>
                <c:pt idx="14646">
                  <c:v>-7042921</c:v>
                </c:pt>
                <c:pt idx="14647">
                  <c:v>-7035563</c:v>
                </c:pt>
                <c:pt idx="14648">
                  <c:v>-7030836</c:v>
                </c:pt>
                <c:pt idx="14649">
                  <c:v>-7021234</c:v>
                </c:pt>
                <c:pt idx="14650">
                  <c:v>-6989742</c:v>
                </c:pt>
                <c:pt idx="14651">
                  <c:v>-7024013</c:v>
                </c:pt>
                <c:pt idx="14652">
                  <c:v>-7035823</c:v>
                </c:pt>
                <c:pt idx="14653">
                  <c:v>-7028877</c:v>
                </c:pt>
                <c:pt idx="14654">
                  <c:v>-7030257</c:v>
                </c:pt>
                <c:pt idx="14655">
                  <c:v>-6904387</c:v>
                </c:pt>
                <c:pt idx="14656">
                  <c:v>-7025034</c:v>
                </c:pt>
                <c:pt idx="14657">
                  <c:v>-7033599</c:v>
                </c:pt>
                <c:pt idx="14658">
                  <c:v>-7034389</c:v>
                </c:pt>
                <c:pt idx="14659">
                  <c:v>-7023700</c:v>
                </c:pt>
                <c:pt idx="14660">
                  <c:v>-7013505</c:v>
                </c:pt>
                <c:pt idx="14661">
                  <c:v>-7025091</c:v>
                </c:pt>
                <c:pt idx="14662">
                  <c:v>-7032721</c:v>
                </c:pt>
                <c:pt idx="14663">
                  <c:v>-6970318</c:v>
                </c:pt>
                <c:pt idx="14664">
                  <c:v>-7030978</c:v>
                </c:pt>
                <c:pt idx="14665">
                  <c:v>-7034786</c:v>
                </c:pt>
                <c:pt idx="14666">
                  <c:v>-7072259</c:v>
                </c:pt>
                <c:pt idx="14667">
                  <c:v>-7023180</c:v>
                </c:pt>
                <c:pt idx="14668">
                  <c:v>-7035210</c:v>
                </c:pt>
                <c:pt idx="14669">
                  <c:v>-7031147</c:v>
                </c:pt>
                <c:pt idx="14670">
                  <c:v>-7022866</c:v>
                </c:pt>
                <c:pt idx="14671">
                  <c:v>-6787898</c:v>
                </c:pt>
                <c:pt idx="14672">
                  <c:v>-7044310</c:v>
                </c:pt>
                <c:pt idx="14673">
                  <c:v>-7039892</c:v>
                </c:pt>
                <c:pt idx="14674">
                  <c:v>-7041348</c:v>
                </c:pt>
                <c:pt idx="14675">
                  <c:v>-7029792</c:v>
                </c:pt>
                <c:pt idx="14676">
                  <c:v>-7041952</c:v>
                </c:pt>
                <c:pt idx="14677">
                  <c:v>-7071098</c:v>
                </c:pt>
                <c:pt idx="14678">
                  <c:v>-7026577</c:v>
                </c:pt>
                <c:pt idx="14679">
                  <c:v>-7056571</c:v>
                </c:pt>
                <c:pt idx="14680">
                  <c:v>-7026727</c:v>
                </c:pt>
                <c:pt idx="14681">
                  <c:v>-6425367</c:v>
                </c:pt>
                <c:pt idx="14682">
                  <c:v>-7032647</c:v>
                </c:pt>
                <c:pt idx="14683">
                  <c:v>-7030271</c:v>
                </c:pt>
                <c:pt idx="14684">
                  <c:v>-7030814</c:v>
                </c:pt>
                <c:pt idx="14685">
                  <c:v>-7049809</c:v>
                </c:pt>
                <c:pt idx="14686">
                  <c:v>-6525541</c:v>
                </c:pt>
                <c:pt idx="14687">
                  <c:v>-6963891</c:v>
                </c:pt>
                <c:pt idx="14688">
                  <c:v>-7035582</c:v>
                </c:pt>
                <c:pt idx="14689">
                  <c:v>-7036410</c:v>
                </c:pt>
                <c:pt idx="14690">
                  <c:v>-6433513</c:v>
                </c:pt>
                <c:pt idx="14691">
                  <c:v>-7032558</c:v>
                </c:pt>
                <c:pt idx="14692">
                  <c:v>-7105379</c:v>
                </c:pt>
                <c:pt idx="14693">
                  <c:v>-7026577</c:v>
                </c:pt>
                <c:pt idx="14694">
                  <c:v>-7033202</c:v>
                </c:pt>
                <c:pt idx="14695">
                  <c:v>-7043127</c:v>
                </c:pt>
                <c:pt idx="14696">
                  <c:v>-7042869</c:v>
                </c:pt>
                <c:pt idx="14697">
                  <c:v>-7041998</c:v>
                </c:pt>
                <c:pt idx="14698">
                  <c:v>-7182961</c:v>
                </c:pt>
                <c:pt idx="14699">
                  <c:v>-7039160</c:v>
                </c:pt>
                <c:pt idx="14700">
                  <c:v>-7043071</c:v>
                </c:pt>
                <c:pt idx="14701">
                  <c:v>-7023458</c:v>
                </c:pt>
                <c:pt idx="14702">
                  <c:v>-7024572</c:v>
                </c:pt>
                <c:pt idx="14703">
                  <c:v>-7029659</c:v>
                </c:pt>
                <c:pt idx="14704">
                  <c:v>-7026334</c:v>
                </c:pt>
                <c:pt idx="14705">
                  <c:v>-7030181</c:v>
                </c:pt>
                <c:pt idx="14706">
                  <c:v>-7037569</c:v>
                </c:pt>
                <c:pt idx="14707">
                  <c:v>-6501212</c:v>
                </c:pt>
                <c:pt idx="14708">
                  <c:v>-7036471</c:v>
                </c:pt>
                <c:pt idx="14709">
                  <c:v>-7028633</c:v>
                </c:pt>
                <c:pt idx="14710">
                  <c:v>-7039008</c:v>
                </c:pt>
                <c:pt idx="14711">
                  <c:v>-7030978</c:v>
                </c:pt>
                <c:pt idx="14712">
                  <c:v>-6981452</c:v>
                </c:pt>
                <c:pt idx="14713">
                  <c:v>-6424166</c:v>
                </c:pt>
                <c:pt idx="14714">
                  <c:v>-7030647</c:v>
                </c:pt>
                <c:pt idx="14715">
                  <c:v>-7049809</c:v>
                </c:pt>
                <c:pt idx="14716">
                  <c:v>-7029659</c:v>
                </c:pt>
                <c:pt idx="14717">
                  <c:v>-7135598</c:v>
                </c:pt>
                <c:pt idx="14718">
                  <c:v>-7135758</c:v>
                </c:pt>
                <c:pt idx="14719">
                  <c:v>-7034774</c:v>
                </c:pt>
                <c:pt idx="14720">
                  <c:v>-7081496</c:v>
                </c:pt>
                <c:pt idx="14721">
                  <c:v>-7029732</c:v>
                </c:pt>
                <c:pt idx="14722">
                  <c:v>-7031149</c:v>
                </c:pt>
                <c:pt idx="14723">
                  <c:v>-7027782</c:v>
                </c:pt>
                <c:pt idx="14724">
                  <c:v>-7031970</c:v>
                </c:pt>
                <c:pt idx="14725">
                  <c:v>-7013021</c:v>
                </c:pt>
                <c:pt idx="14726">
                  <c:v>-7032131</c:v>
                </c:pt>
                <c:pt idx="14727">
                  <c:v>-7031765</c:v>
                </c:pt>
                <c:pt idx="14728">
                  <c:v>-7057958</c:v>
                </c:pt>
                <c:pt idx="14729">
                  <c:v>-7060986</c:v>
                </c:pt>
                <c:pt idx="14730">
                  <c:v>-7135975</c:v>
                </c:pt>
                <c:pt idx="14731">
                  <c:v>-7035851</c:v>
                </c:pt>
                <c:pt idx="14732">
                  <c:v>-6434310</c:v>
                </c:pt>
                <c:pt idx="14733">
                  <c:v>-7027697</c:v>
                </c:pt>
                <c:pt idx="14734">
                  <c:v>-7039218</c:v>
                </c:pt>
                <c:pt idx="14735">
                  <c:v>-7031266</c:v>
                </c:pt>
                <c:pt idx="14736">
                  <c:v>-6904076</c:v>
                </c:pt>
                <c:pt idx="14737">
                  <c:v>-7031041</c:v>
                </c:pt>
                <c:pt idx="14738">
                  <c:v>-7057517</c:v>
                </c:pt>
                <c:pt idx="14739">
                  <c:v>-7032673</c:v>
                </c:pt>
                <c:pt idx="14740">
                  <c:v>-7031664</c:v>
                </c:pt>
                <c:pt idx="14741">
                  <c:v>-7025966</c:v>
                </c:pt>
                <c:pt idx="14742">
                  <c:v>-7033608</c:v>
                </c:pt>
                <c:pt idx="14743">
                  <c:v>-7025599</c:v>
                </c:pt>
                <c:pt idx="14744">
                  <c:v>-7021643</c:v>
                </c:pt>
                <c:pt idx="14745">
                  <c:v>-7039246</c:v>
                </c:pt>
                <c:pt idx="14746">
                  <c:v>-7071563</c:v>
                </c:pt>
                <c:pt idx="14747">
                  <c:v>-7107625</c:v>
                </c:pt>
                <c:pt idx="14748">
                  <c:v>-7040855</c:v>
                </c:pt>
                <c:pt idx="14749">
                  <c:v>-7027059</c:v>
                </c:pt>
                <c:pt idx="14750">
                  <c:v>-7030092</c:v>
                </c:pt>
                <c:pt idx="14751">
                  <c:v>-7024527</c:v>
                </c:pt>
                <c:pt idx="14752">
                  <c:v>-7029613</c:v>
                </c:pt>
                <c:pt idx="14753">
                  <c:v>-7030730</c:v>
                </c:pt>
                <c:pt idx="14754">
                  <c:v>-6964465</c:v>
                </c:pt>
                <c:pt idx="14755">
                  <c:v>-7034348</c:v>
                </c:pt>
                <c:pt idx="14756">
                  <c:v>-7053991</c:v>
                </c:pt>
                <c:pt idx="14757">
                  <c:v>-7031392</c:v>
                </c:pt>
                <c:pt idx="14758">
                  <c:v>-7025497</c:v>
                </c:pt>
                <c:pt idx="14759">
                  <c:v>-7031664</c:v>
                </c:pt>
                <c:pt idx="14760">
                  <c:v>-7024593</c:v>
                </c:pt>
                <c:pt idx="14761">
                  <c:v>-7027463</c:v>
                </c:pt>
                <c:pt idx="14762">
                  <c:v>-7025599</c:v>
                </c:pt>
                <c:pt idx="14763">
                  <c:v>-7036749</c:v>
                </c:pt>
                <c:pt idx="14764">
                  <c:v>-7023182</c:v>
                </c:pt>
                <c:pt idx="14765">
                  <c:v>-7183164</c:v>
                </c:pt>
                <c:pt idx="14766">
                  <c:v>-7033327</c:v>
                </c:pt>
                <c:pt idx="14767">
                  <c:v>-7044986</c:v>
                </c:pt>
                <c:pt idx="14768">
                  <c:v>-7028696</c:v>
                </c:pt>
                <c:pt idx="14769">
                  <c:v>-7135599</c:v>
                </c:pt>
                <c:pt idx="14770">
                  <c:v>-7107314</c:v>
                </c:pt>
                <c:pt idx="14771">
                  <c:v>-6957784</c:v>
                </c:pt>
                <c:pt idx="14772">
                  <c:v>-7043386</c:v>
                </c:pt>
                <c:pt idx="14773">
                  <c:v>-7033327</c:v>
                </c:pt>
                <c:pt idx="14774">
                  <c:v>-7040049</c:v>
                </c:pt>
                <c:pt idx="14775">
                  <c:v>-7035368</c:v>
                </c:pt>
                <c:pt idx="14776">
                  <c:v>-7030228</c:v>
                </c:pt>
                <c:pt idx="14777">
                  <c:v>-6786024</c:v>
                </c:pt>
                <c:pt idx="14778">
                  <c:v>-6424165</c:v>
                </c:pt>
                <c:pt idx="14779">
                  <c:v>-7032030</c:v>
                </c:pt>
                <c:pt idx="14780">
                  <c:v>-7024641</c:v>
                </c:pt>
                <c:pt idx="14781">
                  <c:v>-7037634</c:v>
                </c:pt>
                <c:pt idx="14782">
                  <c:v>-6969915</c:v>
                </c:pt>
                <c:pt idx="14783">
                  <c:v>-7031802</c:v>
                </c:pt>
                <c:pt idx="14784">
                  <c:v>-7024936</c:v>
                </c:pt>
                <c:pt idx="14785">
                  <c:v>-6904820</c:v>
                </c:pt>
                <c:pt idx="14786">
                  <c:v>-7030978</c:v>
                </c:pt>
                <c:pt idx="14787">
                  <c:v>-7032480</c:v>
                </c:pt>
                <c:pt idx="14788">
                  <c:v>-6981063</c:v>
                </c:pt>
                <c:pt idx="14789">
                  <c:v>-7025778</c:v>
                </c:pt>
                <c:pt idx="14790">
                  <c:v>-7031765</c:v>
                </c:pt>
                <c:pt idx="14791">
                  <c:v>-7034039</c:v>
                </c:pt>
                <c:pt idx="14792">
                  <c:v>-6785589</c:v>
                </c:pt>
                <c:pt idx="14793">
                  <c:v>-7038450</c:v>
                </c:pt>
                <c:pt idx="14794">
                  <c:v>-6821558</c:v>
                </c:pt>
                <c:pt idx="14795">
                  <c:v>-7033661</c:v>
                </c:pt>
                <c:pt idx="14796">
                  <c:v>-7033180</c:v>
                </c:pt>
                <c:pt idx="14797">
                  <c:v>-7032469</c:v>
                </c:pt>
                <c:pt idx="14798">
                  <c:v>-7029946</c:v>
                </c:pt>
                <c:pt idx="14799">
                  <c:v>-7030257</c:v>
                </c:pt>
                <c:pt idx="14800">
                  <c:v>-7033193</c:v>
                </c:pt>
                <c:pt idx="14801">
                  <c:v>-6434672</c:v>
                </c:pt>
                <c:pt idx="14802">
                  <c:v>-7026218</c:v>
                </c:pt>
                <c:pt idx="14803">
                  <c:v>-7029028</c:v>
                </c:pt>
                <c:pt idx="14804">
                  <c:v>-7028378</c:v>
                </c:pt>
                <c:pt idx="14805">
                  <c:v>-7026594</c:v>
                </c:pt>
                <c:pt idx="14806">
                  <c:v>-7031559</c:v>
                </c:pt>
                <c:pt idx="14807">
                  <c:v>-7030944</c:v>
                </c:pt>
                <c:pt idx="14808">
                  <c:v>-6905273</c:v>
                </c:pt>
                <c:pt idx="14809">
                  <c:v>-7108457</c:v>
                </c:pt>
                <c:pt idx="14810">
                  <c:v>-7031855</c:v>
                </c:pt>
                <c:pt idx="14811">
                  <c:v>-7021234</c:v>
                </c:pt>
                <c:pt idx="14812">
                  <c:v>-7033193</c:v>
                </c:pt>
                <c:pt idx="14813">
                  <c:v>-7026353</c:v>
                </c:pt>
                <c:pt idx="14814">
                  <c:v>-7041729</c:v>
                </c:pt>
                <c:pt idx="14815">
                  <c:v>-7025822</c:v>
                </c:pt>
                <c:pt idx="14816">
                  <c:v>-7057592</c:v>
                </c:pt>
                <c:pt idx="14817">
                  <c:v>-7028820</c:v>
                </c:pt>
                <c:pt idx="14818">
                  <c:v>-7119970</c:v>
                </c:pt>
                <c:pt idx="14819">
                  <c:v>-7030730</c:v>
                </c:pt>
                <c:pt idx="14820">
                  <c:v>-7035956</c:v>
                </c:pt>
                <c:pt idx="14821">
                  <c:v>-7027676</c:v>
                </c:pt>
                <c:pt idx="14822">
                  <c:v>-7033565</c:v>
                </c:pt>
                <c:pt idx="14823">
                  <c:v>-7044542</c:v>
                </c:pt>
                <c:pt idx="14824">
                  <c:v>-7026546</c:v>
                </c:pt>
                <c:pt idx="14825">
                  <c:v>-7034775</c:v>
                </c:pt>
                <c:pt idx="14826">
                  <c:v>-7039810</c:v>
                </c:pt>
                <c:pt idx="14827">
                  <c:v>-7029967</c:v>
                </c:pt>
                <c:pt idx="14828">
                  <c:v>-7033220</c:v>
                </c:pt>
                <c:pt idx="14829">
                  <c:v>-6957954</c:v>
                </c:pt>
                <c:pt idx="14830">
                  <c:v>-7057808</c:v>
                </c:pt>
                <c:pt idx="14831">
                  <c:v>-7024992</c:v>
                </c:pt>
                <c:pt idx="14832">
                  <c:v>-7040428</c:v>
                </c:pt>
                <c:pt idx="14833">
                  <c:v>-7031167</c:v>
                </c:pt>
                <c:pt idx="14834">
                  <c:v>-7036169</c:v>
                </c:pt>
                <c:pt idx="14835">
                  <c:v>-7036429</c:v>
                </c:pt>
                <c:pt idx="14836">
                  <c:v>-7042856</c:v>
                </c:pt>
                <c:pt idx="14837">
                  <c:v>-7036935</c:v>
                </c:pt>
                <c:pt idx="14838">
                  <c:v>-6971376</c:v>
                </c:pt>
                <c:pt idx="14839">
                  <c:v>-7033287</c:v>
                </c:pt>
                <c:pt idx="14840">
                  <c:v>-7109836</c:v>
                </c:pt>
                <c:pt idx="14841">
                  <c:v>-7026531</c:v>
                </c:pt>
                <c:pt idx="14842">
                  <c:v>-7032185</c:v>
                </c:pt>
                <c:pt idx="14843">
                  <c:v>-7067667</c:v>
                </c:pt>
                <c:pt idx="14844">
                  <c:v>-7039908</c:v>
                </c:pt>
                <c:pt idx="14845">
                  <c:v>-7036054</c:v>
                </c:pt>
                <c:pt idx="14846">
                  <c:v>-7033180</c:v>
                </c:pt>
                <c:pt idx="14847">
                  <c:v>-7024447</c:v>
                </c:pt>
                <c:pt idx="14848">
                  <c:v>-7036557</c:v>
                </c:pt>
                <c:pt idx="14849">
                  <c:v>-7029613</c:v>
                </c:pt>
                <c:pt idx="14850">
                  <c:v>-7048801</c:v>
                </c:pt>
                <c:pt idx="14851">
                  <c:v>-7136552</c:v>
                </c:pt>
                <c:pt idx="14852">
                  <c:v>-7034036</c:v>
                </c:pt>
                <c:pt idx="14853">
                  <c:v>-7056848</c:v>
                </c:pt>
                <c:pt idx="14854">
                  <c:v>-7072054</c:v>
                </c:pt>
                <c:pt idx="14855">
                  <c:v>-7033428</c:v>
                </c:pt>
                <c:pt idx="14856">
                  <c:v>-7033117</c:v>
                </c:pt>
                <c:pt idx="14857">
                  <c:v>-7024983</c:v>
                </c:pt>
                <c:pt idx="14858">
                  <c:v>-7032279</c:v>
                </c:pt>
                <c:pt idx="14859">
                  <c:v>-7026966</c:v>
                </c:pt>
                <c:pt idx="14860">
                  <c:v>-7028633</c:v>
                </c:pt>
                <c:pt idx="14861">
                  <c:v>-7032327</c:v>
                </c:pt>
                <c:pt idx="14862">
                  <c:v>-7023216</c:v>
                </c:pt>
                <c:pt idx="14863">
                  <c:v>-7029920</c:v>
                </c:pt>
                <c:pt idx="14864">
                  <c:v>-6787928</c:v>
                </c:pt>
                <c:pt idx="14865">
                  <c:v>-7030814</c:v>
                </c:pt>
                <c:pt idx="14866">
                  <c:v>-7035086</c:v>
                </c:pt>
                <c:pt idx="14867">
                  <c:v>-7030649</c:v>
                </c:pt>
                <c:pt idx="14868">
                  <c:v>-7042391</c:v>
                </c:pt>
                <c:pt idx="14869">
                  <c:v>-6425078</c:v>
                </c:pt>
                <c:pt idx="14870">
                  <c:v>-7036859</c:v>
                </c:pt>
                <c:pt idx="14871">
                  <c:v>-7033824</c:v>
                </c:pt>
                <c:pt idx="14872">
                  <c:v>-7026899</c:v>
                </c:pt>
                <c:pt idx="14873">
                  <c:v>-6970531</c:v>
                </c:pt>
                <c:pt idx="14874">
                  <c:v>-7027301</c:v>
                </c:pt>
                <c:pt idx="14875">
                  <c:v>-7027821</c:v>
                </c:pt>
                <c:pt idx="14876">
                  <c:v>-7030500</c:v>
                </c:pt>
                <c:pt idx="14877">
                  <c:v>-6785258</c:v>
                </c:pt>
                <c:pt idx="14878">
                  <c:v>-7026546</c:v>
                </c:pt>
                <c:pt idx="14879">
                  <c:v>-7037522</c:v>
                </c:pt>
                <c:pt idx="14880">
                  <c:v>-7066929</c:v>
                </c:pt>
                <c:pt idx="14881">
                  <c:v>-7032493</c:v>
                </c:pt>
                <c:pt idx="14882">
                  <c:v>-7013505</c:v>
                </c:pt>
                <c:pt idx="14883">
                  <c:v>-6963335</c:v>
                </c:pt>
                <c:pt idx="14884">
                  <c:v>-7028378</c:v>
                </c:pt>
                <c:pt idx="14885">
                  <c:v>-7023461</c:v>
                </c:pt>
                <c:pt idx="14886">
                  <c:v>-7029659</c:v>
                </c:pt>
                <c:pt idx="14887">
                  <c:v>-7033193</c:v>
                </c:pt>
                <c:pt idx="14888">
                  <c:v>-6957394</c:v>
                </c:pt>
                <c:pt idx="14889">
                  <c:v>-7038184</c:v>
                </c:pt>
                <c:pt idx="14890">
                  <c:v>-7071263</c:v>
                </c:pt>
                <c:pt idx="14891">
                  <c:v>-7030228</c:v>
                </c:pt>
                <c:pt idx="14892">
                  <c:v>-7026353</c:v>
                </c:pt>
                <c:pt idx="14893">
                  <c:v>-7034348</c:v>
                </c:pt>
                <c:pt idx="14894">
                  <c:v>-7038386</c:v>
                </c:pt>
                <c:pt idx="14895">
                  <c:v>-7039892</c:v>
                </c:pt>
                <c:pt idx="14896">
                  <c:v>-7044310</c:v>
                </c:pt>
                <c:pt idx="14897">
                  <c:v>-7034348</c:v>
                </c:pt>
                <c:pt idx="14898">
                  <c:v>-7030257</c:v>
                </c:pt>
                <c:pt idx="14899">
                  <c:v>-7026884</c:v>
                </c:pt>
                <c:pt idx="14900">
                  <c:v>-7025897</c:v>
                </c:pt>
                <c:pt idx="14901">
                  <c:v>-7029055</c:v>
                </c:pt>
                <c:pt idx="14902">
                  <c:v>-7042272</c:v>
                </c:pt>
                <c:pt idx="14903">
                  <c:v>-7033220</c:v>
                </c:pt>
                <c:pt idx="14904">
                  <c:v>-7034533</c:v>
                </c:pt>
                <c:pt idx="14905">
                  <c:v>-7038573</c:v>
                </c:pt>
                <c:pt idx="14906">
                  <c:v>-7036749</c:v>
                </c:pt>
                <c:pt idx="14907">
                  <c:v>-7029189</c:v>
                </c:pt>
                <c:pt idx="14908">
                  <c:v>-7027697</c:v>
                </c:pt>
                <c:pt idx="14909">
                  <c:v>-6754200</c:v>
                </c:pt>
                <c:pt idx="14910">
                  <c:v>-7033287</c:v>
                </c:pt>
                <c:pt idx="14911">
                  <c:v>-7030732</c:v>
                </c:pt>
                <c:pt idx="14912">
                  <c:v>-6785951</c:v>
                </c:pt>
                <c:pt idx="14913">
                  <c:v>-7027697</c:v>
                </c:pt>
                <c:pt idx="14914">
                  <c:v>-6786508</c:v>
                </c:pt>
                <c:pt idx="14915">
                  <c:v>-7032748</c:v>
                </c:pt>
                <c:pt idx="14916">
                  <c:v>-6786856</c:v>
                </c:pt>
                <c:pt idx="14917">
                  <c:v>-7034647</c:v>
                </c:pt>
                <c:pt idx="14918">
                  <c:v>-7040544</c:v>
                </c:pt>
                <c:pt idx="14919">
                  <c:v>-7027315</c:v>
                </c:pt>
                <c:pt idx="14920">
                  <c:v>-7036958</c:v>
                </c:pt>
                <c:pt idx="14921">
                  <c:v>-7023551</c:v>
                </c:pt>
                <c:pt idx="14922">
                  <c:v>-7011972</c:v>
                </c:pt>
                <c:pt idx="14923">
                  <c:v>-7003151</c:v>
                </c:pt>
                <c:pt idx="14924">
                  <c:v>-7041348</c:v>
                </c:pt>
                <c:pt idx="14925">
                  <c:v>-7033220</c:v>
                </c:pt>
                <c:pt idx="14926">
                  <c:v>-7036429</c:v>
                </c:pt>
                <c:pt idx="14927">
                  <c:v>-7035823</c:v>
                </c:pt>
                <c:pt idx="14928">
                  <c:v>-7034489</c:v>
                </c:pt>
                <c:pt idx="14929">
                  <c:v>-7040092</c:v>
                </c:pt>
                <c:pt idx="14930">
                  <c:v>-7055802</c:v>
                </c:pt>
                <c:pt idx="14931">
                  <c:v>-7022676</c:v>
                </c:pt>
                <c:pt idx="14932">
                  <c:v>-7032545</c:v>
                </c:pt>
                <c:pt idx="14933">
                  <c:v>-7023108</c:v>
                </c:pt>
                <c:pt idx="14934">
                  <c:v>-7067667</c:v>
                </c:pt>
                <c:pt idx="14935">
                  <c:v>-7025329</c:v>
                </c:pt>
                <c:pt idx="14936">
                  <c:v>-7039908</c:v>
                </c:pt>
                <c:pt idx="14937">
                  <c:v>-7035181</c:v>
                </c:pt>
                <c:pt idx="14938">
                  <c:v>-7119984</c:v>
                </c:pt>
                <c:pt idx="14939">
                  <c:v>-7041292</c:v>
                </c:pt>
                <c:pt idx="14940">
                  <c:v>-7056023</c:v>
                </c:pt>
                <c:pt idx="14941">
                  <c:v>-7035651</c:v>
                </c:pt>
                <c:pt idx="14942">
                  <c:v>-7013505</c:v>
                </c:pt>
                <c:pt idx="14943">
                  <c:v>-7183184</c:v>
                </c:pt>
                <c:pt idx="14944">
                  <c:v>-7135598</c:v>
                </c:pt>
                <c:pt idx="14945">
                  <c:v>-6786361</c:v>
                </c:pt>
                <c:pt idx="14946">
                  <c:v>-6501939</c:v>
                </c:pt>
                <c:pt idx="14947">
                  <c:v>-7040206</c:v>
                </c:pt>
                <c:pt idx="14948">
                  <c:v>-7026708</c:v>
                </c:pt>
                <c:pt idx="14949">
                  <c:v>-7025822</c:v>
                </c:pt>
                <c:pt idx="14950">
                  <c:v>-7011819</c:v>
                </c:pt>
                <c:pt idx="14951">
                  <c:v>-7027601</c:v>
                </c:pt>
                <c:pt idx="14952">
                  <c:v>-7030181</c:v>
                </c:pt>
                <c:pt idx="14953">
                  <c:v>-7034182</c:v>
                </c:pt>
                <c:pt idx="14954">
                  <c:v>-7032792</c:v>
                </c:pt>
                <c:pt idx="14955">
                  <c:v>-7032469</c:v>
                </c:pt>
                <c:pt idx="14956">
                  <c:v>-7025596</c:v>
                </c:pt>
                <c:pt idx="14957">
                  <c:v>-7027196</c:v>
                </c:pt>
                <c:pt idx="14958">
                  <c:v>-7032469</c:v>
                </c:pt>
                <c:pt idx="14959">
                  <c:v>-7036915</c:v>
                </c:pt>
                <c:pt idx="14960">
                  <c:v>-7055477</c:v>
                </c:pt>
                <c:pt idx="14961">
                  <c:v>-7587034</c:v>
                </c:pt>
                <c:pt idx="14962">
                  <c:v>-7031817</c:v>
                </c:pt>
                <c:pt idx="14963">
                  <c:v>-7036911</c:v>
                </c:pt>
                <c:pt idx="14964">
                  <c:v>-7028228</c:v>
                </c:pt>
                <c:pt idx="14965">
                  <c:v>-7032748</c:v>
                </c:pt>
                <c:pt idx="14966">
                  <c:v>-7027601</c:v>
                </c:pt>
                <c:pt idx="14967">
                  <c:v>-6970159</c:v>
                </c:pt>
                <c:pt idx="14968">
                  <c:v>-7035368</c:v>
                </c:pt>
                <c:pt idx="14969">
                  <c:v>-7040981</c:v>
                </c:pt>
                <c:pt idx="14970">
                  <c:v>-7033180</c:v>
                </c:pt>
                <c:pt idx="14971">
                  <c:v>-7035949</c:v>
                </c:pt>
                <c:pt idx="14972">
                  <c:v>-7038450</c:v>
                </c:pt>
                <c:pt idx="14973">
                  <c:v>-7032102</c:v>
                </c:pt>
                <c:pt idx="14974">
                  <c:v>-6989742</c:v>
                </c:pt>
                <c:pt idx="14975">
                  <c:v>-7033480</c:v>
                </c:pt>
                <c:pt idx="14976">
                  <c:v>-6786835</c:v>
                </c:pt>
                <c:pt idx="14977">
                  <c:v>-7104840</c:v>
                </c:pt>
                <c:pt idx="14978">
                  <c:v>-7135598</c:v>
                </c:pt>
                <c:pt idx="14979">
                  <c:v>-7033428</c:v>
                </c:pt>
                <c:pt idx="14980">
                  <c:v>-7040990</c:v>
                </c:pt>
                <c:pt idx="14981">
                  <c:v>-7060986</c:v>
                </c:pt>
                <c:pt idx="14982">
                  <c:v>-7030978</c:v>
                </c:pt>
                <c:pt idx="14983">
                  <c:v>-7038807</c:v>
                </c:pt>
                <c:pt idx="14984">
                  <c:v>-7033791</c:v>
                </c:pt>
                <c:pt idx="14985">
                  <c:v>-7023108</c:v>
                </c:pt>
                <c:pt idx="14986">
                  <c:v>-7011836</c:v>
                </c:pt>
                <c:pt idx="14987">
                  <c:v>-7034489</c:v>
                </c:pt>
                <c:pt idx="14988">
                  <c:v>-7033104</c:v>
                </c:pt>
                <c:pt idx="14989">
                  <c:v>-7033287</c:v>
                </c:pt>
                <c:pt idx="14990">
                  <c:v>-7087020</c:v>
                </c:pt>
                <c:pt idx="14991">
                  <c:v>-7034036</c:v>
                </c:pt>
                <c:pt idx="14992">
                  <c:v>-6699266</c:v>
                </c:pt>
                <c:pt idx="14993">
                  <c:v>-7039024</c:v>
                </c:pt>
                <c:pt idx="14994">
                  <c:v>-6754200</c:v>
                </c:pt>
                <c:pt idx="14995">
                  <c:v>-7024013</c:v>
                </c:pt>
                <c:pt idx="14996">
                  <c:v>-7042272</c:v>
                </c:pt>
                <c:pt idx="14997">
                  <c:v>-7040428</c:v>
                </c:pt>
                <c:pt idx="14998">
                  <c:v>-7049809</c:v>
                </c:pt>
                <c:pt idx="14999">
                  <c:v>-7031539</c:v>
                </c:pt>
                <c:pt idx="15000">
                  <c:v>-7026727</c:v>
                </c:pt>
                <c:pt idx="15001">
                  <c:v>-7095005</c:v>
                </c:pt>
                <c:pt idx="15002">
                  <c:v>-7041348</c:v>
                </c:pt>
                <c:pt idx="15003">
                  <c:v>-7027979</c:v>
                </c:pt>
                <c:pt idx="15004">
                  <c:v>-7032131</c:v>
                </c:pt>
                <c:pt idx="15005">
                  <c:v>-7024398</c:v>
                </c:pt>
                <c:pt idx="15006">
                  <c:v>-7033680</c:v>
                </c:pt>
                <c:pt idx="15007">
                  <c:v>-7029220</c:v>
                </c:pt>
                <c:pt idx="15008">
                  <c:v>-7042814</c:v>
                </c:pt>
                <c:pt idx="15009">
                  <c:v>-7030977</c:v>
                </c:pt>
                <c:pt idx="15010">
                  <c:v>-7030181</c:v>
                </c:pt>
                <c:pt idx="15011">
                  <c:v>-7137927</c:v>
                </c:pt>
                <c:pt idx="15012">
                  <c:v>-7027196</c:v>
                </c:pt>
                <c:pt idx="15013">
                  <c:v>-7137927</c:v>
                </c:pt>
                <c:pt idx="15014">
                  <c:v>-7032185</c:v>
                </c:pt>
                <c:pt idx="15015">
                  <c:v>-7024513</c:v>
                </c:pt>
                <c:pt idx="15016">
                  <c:v>-7111011</c:v>
                </c:pt>
                <c:pt idx="15017">
                  <c:v>-7029400</c:v>
                </c:pt>
                <c:pt idx="15018">
                  <c:v>-7040641</c:v>
                </c:pt>
                <c:pt idx="15019">
                  <c:v>-7039567</c:v>
                </c:pt>
                <c:pt idx="15020">
                  <c:v>-7028041</c:v>
                </c:pt>
                <c:pt idx="15021">
                  <c:v>-7027059</c:v>
                </c:pt>
                <c:pt idx="15022">
                  <c:v>-7035210</c:v>
                </c:pt>
                <c:pt idx="15023">
                  <c:v>-7045513</c:v>
                </c:pt>
                <c:pt idx="15024">
                  <c:v>-7035851</c:v>
                </c:pt>
                <c:pt idx="15025">
                  <c:v>-7035563</c:v>
                </c:pt>
                <c:pt idx="15026">
                  <c:v>-7030403</c:v>
                </c:pt>
                <c:pt idx="15027">
                  <c:v>-6433867</c:v>
                </c:pt>
                <c:pt idx="15028">
                  <c:v>-7032862</c:v>
                </c:pt>
                <c:pt idx="15029">
                  <c:v>-7043904</c:v>
                </c:pt>
                <c:pt idx="15030">
                  <c:v>-7036127</c:v>
                </c:pt>
                <c:pt idx="15031">
                  <c:v>-6958144</c:v>
                </c:pt>
                <c:pt idx="15032">
                  <c:v>-7035686</c:v>
                </c:pt>
                <c:pt idx="15033">
                  <c:v>-7034163</c:v>
                </c:pt>
                <c:pt idx="15034">
                  <c:v>-7226164</c:v>
                </c:pt>
                <c:pt idx="15035">
                  <c:v>-7225250</c:v>
                </c:pt>
                <c:pt idx="15036">
                  <c:v>-7297046</c:v>
                </c:pt>
                <c:pt idx="15037">
                  <c:v>-7145734</c:v>
                </c:pt>
                <c:pt idx="15038">
                  <c:v>-7478375</c:v>
                </c:pt>
                <c:pt idx="15039">
                  <c:v>-7467513</c:v>
                </c:pt>
                <c:pt idx="15040">
                  <c:v>-7446754</c:v>
                </c:pt>
                <c:pt idx="15041">
                  <c:v>-7375979</c:v>
                </c:pt>
                <c:pt idx="15042">
                  <c:v>-7310656</c:v>
                </c:pt>
                <c:pt idx="15043">
                  <c:v>-7283305</c:v>
                </c:pt>
                <c:pt idx="15044">
                  <c:v>-7392507</c:v>
                </c:pt>
                <c:pt idx="15045">
                  <c:v>-7231587</c:v>
                </c:pt>
                <c:pt idx="15046">
                  <c:v>-7440921</c:v>
                </c:pt>
                <c:pt idx="15047">
                  <c:v>-7432840</c:v>
                </c:pt>
                <c:pt idx="15048">
                  <c:v>-7412356</c:v>
                </c:pt>
                <c:pt idx="15049">
                  <c:v>-7096432</c:v>
                </c:pt>
                <c:pt idx="15050">
                  <c:v>-7133899</c:v>
                </c:pt>
                <c:pt idx="15051">
                  <c:v>-7492255</c:v>
                </c:pt>
                <c:pt idx="15052">
                  <c:v>-7355139</c:v>
                </c:pt>
                <c:pt idx="15053">
                  <c:v>-7432095</c:v>
                </c:pt>
                <c:pt idx="15054">
                  <c:v>-7500177</c:v>
                </c:pt>
                <c:pt idx="15055">
                  <c:v>-7236122</c:v>
                </c:pt>
                <c:pt idx="15056">
                  <c:v>-7235926</c:v>
                </c:pt>
                <c:pt idx="15057">
                  <c:v>-7274346</c:v>
                </c:pt>
                <c:pt idx="15058">
                  <c:v>-7258707</c:v>
                </c:pt>
                <c:pt idx="15059">
                  <c:v>-7496478</c:v>
                </c:pt>
                <c:pt idx="15060">
                  <c:v>-7421815</c:v>
                </c:pt>
                <c:pt idx="15061">
                  <c:v>-7512236</c:v>
                </c:pt>
                <c:pt idx="15062">
                  <c:v>-7471171</c:v>
                </c:pt>
                <c:pt idx="15063">
                  <c:v>-7353212</c:v>
                </c:pt>
                <c:pt idx="15064">
                  <c:v>-7301614</c:v>
                </c:pt>
                <c:pt idx="15065">
                  <c:v>-7478471</c:v>
                </c:pt>
                <c:pt idx="15066">
                  <c:v>-7203178</c:v>
                </c:pt>
                <c:pt idx="15067">
                  <c:v>-7482109</c:v>
                </c:pt>
                <c:pt idx="15068">
                  <c:v>-7290568</c:v>
                </c:pt>
                <c:pt idx="15069">
                  <c:v>-7501143</c:v>
                </c:pt>
                <c:pt idx="15070">
                  <c:v>-7285309</c:v>
                </c:pt>
                <c:pt idx="15071">
                  <c:v>-7418299</c:v>
                </c:pt>
                <c:pt idx="15072">
                  <c:v>-7461424</c:v>
                </c:pt>
                <c:pt idx="15073">
                  <c:v>-7172003</c:v>
                </c:pt>
                <c:pt idx="15074">
                  <c:v>-7241022</c:v>
                </c:pt>
                <c:pt idx="15075">
                  <c:v>-7435781</c:v>
                </c:pt>
                <c:pt idx="15076">
                  <c:v>-7200509</c:v>
                </c:pt>
                <c:pt idx="15077">
                  <c:v>-7343781</c:v>
                </c:pt>
                <c:pt idx="15078">
                  <c:v>-7208365</c:v>
                </c:pt>
                <c:pt idx="15079">
                  <c:v>-7197195</c:v>
                </c:pt>
                <c:pt idx="15080">
                  <c:v>-7332414</c:v>
                </c:pt>
                <c:pt idx="15081">
                  <c:v>-7064263</c:v>
                </c:pt>
                <c:pt idx="15082">
                  <c:v>-7497090</c:v>
                </c:pt>
                <c:pt idx="15083">
                  <c:v>-7344046</c:v>
                </c:pt>
                <c:pt idx="15084">
                  <c:v>-6919226</c:v>
                </c:pt>
                <c:pt idx="15085">
                  <c:v>-7155007</c:v>
                </c:pt>
                <c:pt idx="15086">
                  <c:v>-7475995</c:v>
                </c:pt>
                <c:pt idx="15087">
                  <c:v>-7301503</c:v>
                </c:pt>
                <c:pt idx="15088">
                  <c:v>-7314941</c:v>
                </c:pt>
                <c:pt idx="15089">
                  <c:v>-7497548</c:v>
                </c:pt>
                <c:pt idx="15090">
                  <c:v>-7231801</c:v>
                </c:pt>
                <c:pt idx="15091">
                  <c:v>-7409250</c:v>
                </c:pt>
                <c:pt idx="15092">
                  <c:v>-7139123</c:v>
                </c:pt>
                <c:pt idx="15093">
                  <c:v>-7353212</c:v>
                </c:pt>
                <c:pt idx="15094">
                  <c:v>-7284970</c:v>
                </c:pt>
                <c:pt idx="15095">
                  <c:v>-7102515</c:v>
                </c:pt>
                <c:pt idx="15096">
                  <c:v>-7285114</c:v>
                </c:pt>
                <c:pt idx="15097">
                  <c:v>-7277881</c:v>
                </c:pt>
                <c:pt idx="15098">
                  <c:v>-7351072</c:v>
                </c:pt>
                <c:pt idx="15099">
                  <c:v>-7109627</c:v>
                </c:pt>
                <c:pt idx="15100">
                  <c:v>-7282681</c:v>
                </c:pt>
                <c:pt idx="15101">
                  <c:v>-7399495</c:v>
                </c:pt>
                <c:pt idx="15102">
                  <c:v>-7450385</c:v>
                </c:pt>
                <c:pt idx="15103">
                  <c:v>-7328345</c:v>
                </c:pt>
                <c:pt idx="15104">
                  <c:v>-7424538</c:v>
                </c:pt>
                <c:pt idx="15105">
                  <c:v>-7226622</c:v>
                </c:pt>
                <c:pt idx="15106">
                  <c:v>-7410127</c:v>
                </c:pt>
                <c:pt idx="15107">
                  <c:v>-7292313</c:v>
                </c:pt>
                <c:pt idx="15108">
                  <c:v>-7270171</c:v>
                </c:pt>
                <c:pt idx="15109">
                  <c:v>-7177941</c:v>
                </c:pt>
                <c:pt idx="15110">
                  <c:v>-7224923</c:v>
                </c:pt>
                <c:pt idx="15111">
                  <c:v>-7508606</c:v>
                </c:pt>
                <c:pt idx="15112">
                  <c:v>-7466500</c:v>
                </c:pt>
                <c:pt idx="15113">
                  <c:v>-7222920</c:v>
                </c:pt>
                <c:pt idx="15114">
                  <c:v>-7225271</c:v>
                </c:pt>
                <c:pt idx="15115">
                  <c:v>-7353082</c:v>
                </c:pt>
                <c:pt idx="15116">
                  <c:v>-7332248</c:v>
                </c:pt>
                <c:pt idx="15117">
                  <c:v>-7448887</c:v>
                </c:pt>
                <c:pt idx="15118">
                  <c:v>-7480800</c:v>
                </c:pt>
                <c:pt idx="15119">
                  <c:v>-7452494</c:v>
                </c:pt>
                <c:pt idx="15120">
                  <c:v>-7498160</c:v>
                </c:pt>
                <c:pt idx="15121">
                  <c:v>-7211573</c:v>
                </c:pt>
                <c:pt idx="15122">
                  <c:v>-7328177</c:v>
                </c:pt>
                <c:pt idx="15123">
                  <c:v>-7514496</c:v>
                </c:pt>
                <c:pt idx="15124">
                  <c:v>-7370676</c:v>
                </c:pt>
                <c:pt idx="15125">
                  <c:v>-7335988</c:v>
                </c:pt>
                <c:pt idx="15126">
                  <c:v>-7414768</c:v>
                </c:pt>
                <c:pt idx="15127">
                  <c:v>-7260670</c:v>
                </c:pt>
                <c:pt idx="15128">
                  <c:v>-7151544</c:v>
                </c:pt>
                <c:pt idx="15129">
                  <c:v>-7162325</c:v>
                </c:pt>
                <c:pt idx="15130">
                  <c:v>-7426270</c:v>
                </c:pt>
                <c:pt idx="15131">
                  <c:v>-7109237</c:v>
                </c:pt>
                <c:pt idx="15132">
                  <c:v>-7272214</c:v>
                </c:pt>
                <c:pt idx="15133">
                  <c:v>-7158603</c:v>
                </c:pt>
                <c:pt idx="15134">
                  <c:v>-7419089</c:v>
                </c:pt>
                <c:pt idx="15135">
                  <c:v>-7275345</c:v>
                </c:pt>
                <c:pt idx="15136">
                  <c:v>-7316585</c:v>
                </c:pt>
                <c:pt idx="15137">
                  <c:v>-7467707</c:v>
                </c:pt>
                <c:pt idx="15138">
                  <c:v>-7281792</c:v>
                </c:pt>
                <c:pt idx="15139">
                  <c:v>-7150062</c:v>
                </c:pt>
                <c:pt idx="15140">
                  <c:v>-7229249</c:v>
                </c:pt>
                <c:pt idx="15141">
                  <c:v>-7319176</c:v>
                </c:pt>
                <c:pt idx="15142">
                  <c:v>-7476160</c:v>
                </c:pt>
                <c:pt idx="15143">
                  <c:v>-7496325</c:v>
                </c:pt>
                <c:pt idx="15144">
                  <c:v>-7170694</c:v>
                </c:pt>
                <c:pt idx="15145">
                  <c:v>-7450897</c:v>
                </c:pt>
                <c:pt idx="15146">
                  <c:v>-7275495</c:v>
                </c:pt>
                <c:pt idx="15147">
                  <c:v>-7331423</c:v>
                </c:pt>
                <c:pt idx="15148">
                  <c:v>-7442955</c:v>
                </c:pt>
                <c:pt idx="15149">
                  <c:v>-7161712</c:v>
                </c:pt>
                <c:pt idx="15150">
                  <c:v>-7439908</c:v>
                </c:pt>
                <c:pt idx="15151">
                  <c:v>-7100980</c:v>
                </c:pt>
                <c:pt idx="15152">
                  <c:v>-7068250</c:v>
                </c:pt>
                <c:pt idx="15153">
                  <c:v>-7163009</c:v>
                </c:pt>
                <c:pt idx="15154">
                  <c:v>-7345359</c:v>
                </c:pt>
                <c:pt idx="15155">
                  <c:v>-7457677</c:v>
                </c:pt>
                <c:pt idx="15156">
                  <c:v>-7317017</c:v>
                </c:pt>
                <c:pt idx="15157">
                  <c:v>-7384632</c:v>
                </c:pt>
                <c:pt idx="15158">
                  <c:v>-7297209</c:v>
                </c:pt>
                <c:pt idx="15159">
                  <c:v>-7292499</c:v>
                </c:pt>
                <c:pt idx="15160">
                  <c:v>-7422884</c:v>
                </c:pt>
                <c:pt idx="15161">
                  <c:v>-7265419</c:v>
                </c:pt>
                <c:pt idx="15162">
                  <c:v>-7406190</c:v>
                </c:pt>
                <c:pt idx="15163">
                  <c:v>-7446788</c:v>
                </c:pt>
                <c:pt idx="15164">
                  <c:v>-7411395</c:v>
                </c:pt>
                <c:pt idx="15165">
                  <c:v>-7304105</c:v>
                </c:pt>
                <c:pt idx="15166">
                  <c:v>-7311477</c:v>
                </c:pt>
                <c:pt idx="15167">
                  <c:v>-7514624</c:v>
                </c:pt>
                <c:pt idx="15168">
                  <c:v>-7300118</c:v>
                </c:pt>
                <c:pt idx="15169">
                  <c:v>-7165621</c:v>
                </c:pt>
                <c:pt idx="15170">
                  <c:v>-7253953</c:v>
                </c:pt>
                <c:pt idx="15171">
                  <c:v>-7338993</c:v>
                </c:pt>
                <c:pt idx="15172">
                  <c:v>-7352252</c:v>
                </c:pt>
                <c:pt idx="15173">
                  <c:v>-7130263</c:v>
                </c:pt>
                <c:pt idx="15174">
                  <c:v>-7377787</c:v>
                </c:pt>
                <c:pt idx="15175">
                  <c:v>-7222920</c:v>
                </c:pt>
                <c:pt idx="15176">
                  <c:v>-7443545</c:v>
                </c:pt>
                <c:pt idx="15177">
                  <c:v>-7289007</c:v>
                </c:pt>
                <c:pt idx="15178">
                  <c:v>-7409262</c:v>
                </c:pt>
                <c:pt idx="15179">
                  <c:v>-7276055</c:v>
                </c:pt>
                <c:pt idx="15180">
                  <c:v>-7502443</c:v>
                </c:pt>
                <c:pt idx="15181">
                  <c:v>-7275073</c:v>
                </c:pt>
                <c:pt idx="15182">
                  <c:v>-7355348</c:v>
                </c:pt>
                <c:pt idx="15183">
                  <c:v>-7283718</c:v>
                </c:pt>
                <c:pt idx="15184">
                  <c:v>-7353124</c:v>
                </c:pt>
                <c:pt idx="15185">
                  <c:v>-7355652</c:v>
                </c:pt>
                <c:pt idx="15186">
                  <c:v>-7435502</c:v>
                </c:pt>
                <c:pt idx="15187">
                  <c:v>-7225897</c:v>
                </c:pt>
                <c:pt idx="15188">
                  <c:v>-7283025</c:v>
                </c:pt>
                <c:pt idx="15189">
                  <c:v>-7355387</c:v>
                </c:pt>
                <c:pt idx="15190">
                  <c:v>-7355387</c:v>
                </c:pt>
                <c:pt idx="15191">
                  <c:v>-7223639</c:v>
                </c:pt>
                <c:pt idx="15192">
                  <c:v>-7225897</c:v>
                </c:pt>
                <c:pt idx="15193">
                  <c:v>-7430014</c:v>
                </c:pt>
                <c:pt idx="15194">
                  <c:v>-7225129</c:v>
                </c:pt>
                <c:pt idx="15195">
                  <c:v>-7275214</c:v>
                </c:pt>
                <c:pt idx="15196">
                  <c:v>-7434898</c:v>
                </c:pt>
                <c:pt idx="15197">
                  <c:v>-7130332</c:v>
                </c:pt>
                <c:pt idx="15198">
                  <c:v>-7517403</c:v>
                </c:pt>
                <c:pt idx="15199">
                  <c:v>-7355653</c:v>
                </c:pt>
                <c:pt idx="15200">
                  <c:v>-7429542</c:v>
                </c:pt>
                <c:pt idx="15201">
                  <c:v>-7353513</c:v>
                </c:pt>
                <c:pt idx="15202">
                  <c:v>-7130892</c:v>
                </c:pt>
                <c:pt idx="15203">
                  <c:v>-7352632</c:v>
                </c:pt>
                <c:pt idx="15204">
                  <c:v>-7283442</c:v>
                </c:pt>
                <c:pt idx="15205">
                  <c:v>-7430185</c:v>
                </c:pt>
                <c:pt idx="15206">
                  <c:v>-7223987</c:v>
                </c:pt>
                <c:pt idx="15207">
                  <c:v>-7227744</c:v>
                </c:pt>
                <c:pt idx="15208">
                  <c:v>-7306907</c:v>
                </c:pt>
                <c:pt idx="15209">
                  <c:v>-7090767</c:v>
                </c:pt>
                <c:pt idx="15210">
                  <c:v>-7352057</c:v>
                </c:pt>
                <c:pt idx="15211">
                  <c:v>-7434898</c:v>
                </c:pt>
                <c:pt idx="15212">
                  <c:v>-7274231</c:v>
                </c:pt>
                <c:pt idx="15213">
                  <c:v>-7224086</c:v>
                </c:pt>
                <c:pt idx="15214">
                  <c:v>-7516619</c:v>
                </c:pt>
                <c:pt idx="15215">
                  <c:v>-7283756</c:v>
                </c:pt>
                <c:pt idx="15216">
                  <c:v>-7130759</c:v>
                </c:pt>
                <c:pt idx="15217">
                  <c:v>-7225153</c:v>
                </c:pt>
                <c:pt idx="15218">
                  <c:v>-7353081</c:v>
                </c:pt>
                <c:pt idx="15219">
                  <c:v>-7228327</c:v>
                </c:pt>
                <c:pt idx="15220">
                  <c:v>-7193187</c:v>
                </c:pt>
                <c:pt idx="15221">
                  <c:v>-7225062</c:v>
                </c:pt>
                <c:pt idx="15222">
                  <c:v>-7226195</c:v>
                </c:pt>
                <c:pt idx="15223">
                  <c:v>-7354584</c:v>
                </c:pt>
                <c:pt idx="15224">
                  <c:v>-7224954</c:v>
                </c:pt>
                <c:pt idx="15225">
                  <c:v>-7219538</c:v>
                </c:pt>
                <c:pt idx="15226">
                  <c:v>-7429944</c:v>
                </c:pt>
                <c:pt idx="15227">
                  <c:v>-7199006</c:v>
                </c:pt>
                <c:pt idx="15228">
                  <c:v>-7355604</c:v>
                </c:pt>
                <c:pt idx="15229">
                  <c:v>-7420446</c:v>
                </c:pt>
                <c:pt idx="15230">
                  <c:v>-7275655</c:v>
                </c:pt>
                <c:pt idx="15231">
                  <c:v>-7275353</c:v>
                </c:pt>
                <c:pt idx="15232">
                  <c:v>-7223279</c:v>
                </c:pt>
                <c:pt idx="15233">
                  <c:v>-7307544</c:v>
                </c:pt>
                <c:pt idx="15234">
                  <c:v>-7223987</c:v>
                </c:pt>
                <c:pt idx="15235">
                  <c:v>-7355112</c:v>
                </c:pt>
                <c:pt idx="15236">
                  <c:v>-7275713</c:v>
                </c:pt>
                <c:pt idx="15237">
                  <c:v>-7496070</c:v>
                </c:pt>
                <c:pt idx="15238">
                  <c:v>-7091582</c:v>
                </c:pt>
                <c:pt idx="15239">
                  <c:v>-7224954</c:v>
                </c:pt>
                <c:pt idx="15240">
                  <c:v>-7225442</c:v>
                </c:pt>
                <c:pt idx="15241">
                  <c:v>-7224414</c:v>
                </c:pt>
                <c:pt idx="15242">
                  <c:v>-7307544</c:v>
                </c:pt>
                <c:pt idx="15243">
                  <c:v>-7274793</c:v>
                </c:pt>
                <c:pt idx="15244">
                  <c:v>-7352252</c:v>
                </c:pt>
                <c:pt idx="15245">
                  <c:v>-7282854</c:v>
                </c:pt>
                <c:pt idx="15246">
                  <c:v>-7355653</c:v>
                </c:pt>
                <c:pt idx="15247">
                  <c:v>-7495690</c:v>
                </c:pt>
                <c:pt idx="15248">
                  <c:v>-7275353</c:v>
                </c:pt>
                <c:pt idx="15249">
                  <c:v>-7354784</c:v>
                </c:pt>
                <c:pt idx="15250">
                  <c:v>-7192907</c:v>
                </c:pt>
                <c:pt idx="15251">
                  <c:v>-7223279</c:v>
                </c:pt>
                <c:pt idx="15252">
                  <c:v>-7225050</c:v>
                </c:pt>
                <c:pt idx="15253">
                  <c:v>-7431711</c:v>
                </c:pt>
                <c:pt idx="15254">
                  <c:v>-7228327</c:v>
                </c:pt>
                <c:pt idx="15255">
                  <c:v>-7224152</c:v>
                </c:pt>
                <c:pt idx="15256">
                  <c:v>-7282826</c:v>
                </c:pt>
                <c:pt idx="15257">
                  <c:v>-7431009</c:v>
                </c:pt>
                <c:pt idx="15258">
                  <c:v>-7225153</c:v>
                </c:pt>
                <c:pt idx="15259">
                  <c:v>-7355252</c:v>
                </c:pt>
                <c:pt idx="15260">
                  <c:v>-7225062</c:v>
                </c:pt>
                <c:pt idx="15261">
                  <c:v>-7275713</c:v>
                </c:pt>
                <c:pt idx="15262">
                  <c:v>-7225769</c:v>
                </c:pt>
                <c:pt idx="15263">
                  <c:v>-7355660</c:v>
                </c:pt>
                <c:pt idx="15264">
                  <c:v>-7275533</c:v>
                </c:pt>
                <c:pt idx="15265">
                  <c:v>-7352632</c:v>
                </c:pt>
                <c:pt idx="15266">
                  <c:v>-7228327</c:v>
                </c:pt>
                <c:pt idx="15267">
                  <c:v>-7130759</c:v>
                </c:pt>
                <c:pt idx="15268">
                  <c:v>-7306683</c:v>
                </c:pt>
                <c:pt idx="15269">
                  <c:v>-7275735</c:v>
                </c:pt>
                <c:pt idx="15270">
                  <c:v>-7222801</c:v>
                </c:pt>
                <c:pt idx="15271">
                  <c:v>-7516250</c:v>
                </c:pt>
                <c:pt idx="15272">
                  <c:v>-7428230</c:v>
                </c:pt>
                <c:pt idx="15273">
                  <c:v>-7282826</c:v>
                </c:pt>
                <c:pt idx="15274">
                  <c:v>-7131515</c:v>
                </c:pt>
                <c:pt idx="15275">
                  <c:v>-7429747</c:v>
                </c:pt>
                <c:pt idx="15276">
                  <c:v>-7274463</c:v>
                </c:pt>
                <c:pt idx="15277">
                  <c:v>-7221717</c:v>
                </c:pt>
                <c:pt idx="15278">
                  <c:v>-7495690</c:v>
                </c:pt>
                <c:pt idx="15279">
                  <c:v>-7275134</c:v>
                </c:pt>
                <c:pt idx="15280">
                  <c:v>-7307649</c:v>
                </c:pt>
                <c:pt idx="15281">
                  <c:v>-7198561</c:v>
                </c:pt>
                <c:pt idx="15282">
                  <c:v>-7110816</c:v>
                </c:pt>
                <c:pt idx="15283">
                  <c:v>-7224774</c:v>
                </c:pt>
                <c:pt idx="15284">
                  <c:v>-7435318</c:v>
                </c:pt>
                <c:pt idx="15285">
                  <c:v>-7275948</c:v>
                </c:pt>
                <c:pt idx="15286">
                  <c:v>-7353491</c:v>
                </c:pt>
                <c:pt idx="15287">
                  <c:v>-7224414</c:v>
                </c:pt>
                <c:pt idx="15288">
                  <c:v>-7430573</c:v>
                </c:pt>
                <c:pt idx="15289">
                  <c:v>-7461982</c:v>
                </c:pt>
                <c:pt idx="15290">
                  <c:v>-7430416</c:v>
                </c:pt>
                <c:pt idx="15291">
                  <c:v>-7222897</c:v>
                </c:pt>
                <c:pt idx="15292">
                  <c:v>-7225096</c:v>
                </c:pt>
                <c:pt idx="15293">
                  <c:v>-7541921</c:v>
                </c:pt>
                <c:pt idx="15294">
                  <c:v>-7343325</c:v>
                </c:pt>
                <c:pt idx="15295">
                  <c:v>-7533393</c:v>
                </c:pt>
                <c:pt idx="15296">
                  <c:v>-7711651</c:v>
                </c:pt>
                <c:pt idx="15297">
                  <c:v>-7656701</c:v>
                </c:pt>
                <c:pt idx="15298">
                  <c:v>-7379210</c:v>
                </c:pt>
                <c:pt idx="15299">
                  <c:v>-7464036</c:v>
                </c:pt>
                <c:pt idx="15300">
                  <c:v>-7705015</c:v>
                </c:pt>
                <c:pt idx="15301">
                  <c:v>-7456636</c:v>
                </c:pt>
                <c:pt idx="15302">
                  <c:v>-7317991</c:v>
                </c:pt>
                <c:pt idx="15303">
                  <c:v>-7441353</c:v>
                </c:pt>
                <c:pt idx="15304">
                  <c:v>-7655350</c:v>
                </c:pt>
                <c:pt idx="15305">
                  <c:v>-7647192</c:v>
                </c:pt>
                <c:pt idx="15306">
                  <c:v>-7489218</c:v>
                </c:pt>
                <c:pt idx="15307">
                  <c:v>-7650048</c:v>
                </c:pt>
                <c:pt idx="15308">
                  <c:v>-7678080</c:v>
                </c:pt>
                <c:pt idx="15309">
                  <c:v>-7299850</c:v>
                </c:pt>
                <c:pt idx="15310">
                  <c:v>-7531026</c:v>
                </c:pt>
                <c:pt idx="15311">
                  <c:v>-7453805</c:v>
                </c:pt>
                <c:pt idx="15312">
                  <c:v>-7493254</c:v>
                </c:pt>
                <c:pt idx="15313">
                  <c:v>-7608351</c:v>
                </c:pt>
                <c:pt idx="15314">
                  <c:v>-7377941</c:v>
                </c:pt>
                <c:pt idx="15315">
                  <c:v>-7519976</c:v>
                </c:pt>
                <c:pt idx="15316">
                  <c:v>-7450990</c:v>
                </c:pt>
                <c:pt idx="15317">
                  <c:v>-7336932</c:v>
                </c:pt>
                <c:pt idx="15318">
                  <c:v>-7505004</c:v>
                </c:pt>
                <c:pt idx="15319">
                  <c:v>-7519036</c:v>
                </c:pt>
                <c:pt idx="15320">
                  <c:v>-7660658</c:v>
                </c:pt>
                <c:pt idx="15321">
                  <c:v>-7652265</c:v>
                </c:pt>
                <c:pt idx="15322">
                  <c:v>-7370373</c:v>
                </c:pt>
                <c:pt idx="15323">
                  <c:v>-7480059</c:v>
                </c:pt>
                <c:pt idx="15324">
                  <c:v>-7395940</c:v>
                </c:pt>
                <c:pt idx="15325">
                  <c:v>-7436381</c:v>
                </c:pt>
                <c:pt idx="15326">
                  <c:v>-7436381</c:v>
                </c:pt>
                <c:pt idx="15327">
                  <c:v>-7393532</c:v>
                </c:pt>
                <c:pt idx="15328">
                  <c:v>-7659235</c:v>
                </c:pt>
                <c:pt idx="15329">
                  <c:v>-7510683</c:v>
                </c:pt>
                <c:pt idx="15330">
                  <c:v>-7688761</c:v>
                </c:pt>
                <c:pt idx="15331">
                  <c:v>-7394328</c:v>
                </c:pt>
                <c:pt idx="15332">
                  <c:v>-7361902</c:v>
                </c:pt>
                <c:pt idx="15333">
                  <c:v>-7489218</c:v>
                </c:pt>
                <c:pt idx="15334">
                  <c:v>-7518935</c:v>
                </c:pt>
                <c:pt idx="15335">
                  <c:v>-7436381</c:v>
                </c:pt>
                <c:pt idx="15336">
                  <c:v>-7354400</c:v>
                </c:pt>
                <c:pt idx="15337">
                  <c:v>-7436381</c:v>
                </c:pt>
                <c:pt idx="15338">
                  <c:v>-7650325</c:v>
                </c:pt>
                <c:pt idx="15339">
                  <c:v>-7378675</c:v>
                </c:pt>
                <c:pt idx="15340">
                  <c:v>-7491336</c:v>
                </c:pt>
                <c:pt idx="15341">
                  <c:v>-7409477</c:v>
                </c:pt>
                <c:pt idx="15342">
                  <c:v>-7646438</c:v>
                </c:pt>
                <c:pt idx="15343">
                  <c:v>-7503441</c:v>
                </c:pt>
                <c:pt idx="15344">
                  <c:v>-7657225</c:v>
                </c:pt>
                <c:pt idx="15345">
                  <c:v>-7674458</c:v>
                </c:pt>
                <c:pt idx="15346">
                  <c:v>-7438258</c:v>
                </c:pt>
                <c:pt idx="15347">
                  <c:v>-7471488</c:v>
                </c:pt>
                <c:pt idx="15348">
                  <c:v>-7372414</c:v>
                </c:pt>
                <c:pt idx="15349">
                  <c:v>-7393520</c:v>
                </c:pt>
                <c:pt idx="15350">
                  <c:v>-7376455</c:v>
                </c:pt>
                <c:pt idx="15351">
                  <c:v>-7366467</c:v>
                </c:pt>
                <c:pt idx="15352">
                  <c:v>-7487979</c:v>
                </c:pt>
                <c:pt idx="15353">
                  <c:v>-7483293</c:v>
                </c:pt>
                <c:pt idx="15354">
                  <c:v>-7471419</c:v>
                </c:pt>
                <c:pt idx="15355">
                  <c:v>-7568606</c:v>
                </c:pt>
                <c:pt idx="15356">
                  <c:v>-7668521</c:v>
                </c:pt>
                <c:pt idx="15357">
                  <c:v>-7411750</c:v>
                </c:pt>
                <c:pt idx="15358">
                  <c:v>-7494509</c:v>
                </c:pt>
                <c:pt idx="15359">
                  <c:v>-7435598</c:v>
                </c:pt>
                <c:pt idx="15360">
                  <c:v>-7499724</c:v>
                </c:pt>
                <c:pt idx="15361">
                  <c:v>-7384784</c:v>
                </c:pt>
                <c:pt idx="15362">
                  <c:v>-7290251</c:v>
                </c:pt>
                <c:pt idx="15363">
                  <c:v>-7577418</c:v>
                </c:pt>
                <c:pt idx="15364">
                  <c:v>-7465679</c:v>
                </c:pt>
                <c:pt idx="15365">
                  <c:v>-7598595</c:v>
                </c:pt>
                <c:pt idx="15366">
                  <c:v>-7364551</c:v>
                </c:pt>
                <c:pt idx="15367">
                  <c:v>-7471275</c:v>
                </c:pt>
                <c:pt idx="15368">
                  <c:v>-7528435</c:v>
                </c:pt>
                <c:pt idx="15369">
                  <c:v>-7271383</c:v>
                </c:pt>
                <c:pt idx="15370">
                  <c:v>-7491638</c:v>
                </c:pt>
                <c:pt idx="15371">
                  <c:v>-7485574</c:v>
                </c:pt>
                <c:pt idx="15372">
                  <c:v>-7477992</c:v>
                </c:pt>
                <c:pt idx="15373">
                  <c:v>-7478554</c:v>
                </c:pt>
                <c:pt idx="15374">
                  <c:v>-7653997</c:v>
                </c:pt>
                <c:pt idx="15375">
                  <c:v>-7620883</c:v>
                </c:pt>
                <c:pt idx="15376">
                  <c:v>-7490031</c:v>
                </c:pt>
                <c:pt idx="15377">
                  <c:v>-7331333</c:v>
                </c:pt>
                <c:pt idx="15378">
                  <c:v>-7456995</c:v>
                </c:pt>
                <c:pt idx="15379">
                  <c:v>-7358965</c:v>
                </c:pt>
                <c:pt idx="15380">
                  <c:v>-7653527</c:v>
                </c:pt>
                <c:pt idx="15381">
                  <c:v>-7654763</c:v>
                </c:pt>
                <c:pt idx="15382">
                  <c:v>-7654435</c:v>
                </c:pt>
                <c:pt idx="15383">
                  <c:v>-7655913</c:v>
                </c:pt>
                <c:pt idx="15384">
                  <c:v>-7656480</c:v>
                </c:pt>
                <c:pt idx="15385">
                  <c:v>-7656144</c:v>
                </c:pt>
                <c:pt idx="15386">
                  <c:v>-7654821</c:v>
                </c:pt>
                <c:pt idx="15387">
                  <c:v>-7656144</c:v>
                </c:pt>
                <c:pt idx="15388">
                  <c:v>-7659264</c:v>
                </c:pt>
                <c:pt idx="15389">
                  <c:v>-7655899</c:v>
                </c:pt>
                <c:pt idx="15390">
                  <c:v>-7653315</c:v>
                </c:pt>
                <c:pt idx="15391">
                  <c:v>-7657399</c:v>
                </c:pt>
                <c:pt idx="15392">
                  <c:v>-7654337</c:v>
                </c:pt>
              </c:numCache>
            </c:numRef>
          </c:xVal>
          <c:yVal>
            <c:numRef>
              <c:f>'Chart Data'!$B$2:$B$15394</c:f>
              <c:numCache>
                <c:formatCode>General</c:formatCode>
                <c:ptCount val="15393"/>
                <c:pt idx="0">
                  <c:v>-2130653</c:v>
                </c:pt>
                <c:pt idx="1">
                  <c:v>-2216327</c:v>
                </c:pt>
                <c:pt idx="2">
                  <c:v>-2341761</c:v>
                </c:pt>
                <c:pt idx="3">
                  <c:v>-2166813</c:v>
                </c:pt>
                <c:pt idx="4">
                  <c:v>-2268016</c:v>
                </c:pt>
                <c:pt idx="5">
                  <c:v>-2332239</c:v>
                </c:pt>
                <c:pt idx="6">
                  <c:v>-2170047</c:v>
                </c:pt>
                <c:pt idx="7">
                  <c:v>-2371738</c:v>
                </c:pt>
                <c:pt idx="8">
                  <c:v>-2352324</c:v>
                </c:pt>
                <c:pt idx="9">
                  <c:v>-2179464</c:v>
                </c:pt>
                <c:pt idx="10">
                  <c:v>-2163509</c:v>
                </c:pt>
                <c:pt idx="11">
                  <c:v>-2203688</c:v>
                </c:pt>
                <c:pt idx="12">
                  <c:v>-2192871</c:v>
                </c:pt>
                <c:pt idx="13">
                  <c:v>-2152651</c:v>
                </c:pt>
                <c:pt idx="14">
                  <c:v>-2182776</c:v>
                </c:pt>
                <c:pt idx="15">
                  <c:v>-2256027</c:v>
                </c:pt>
                <c:pt idx="16">
                  <c:v>-2198433</c:v>
                </c:pt>
                <c:pt idx="17">
                  <c:v>-2216518</c:v>
                </c:pt>
                <c:pt idx="18">
                  <c:v>-2095382</c:v>
                </c:pt>
                <c:pt idx="19">
                  <c:v>-2261618</c:v>
                </c:pt>
                <c:pt idx="20">
                  <c:v>-2151977</c:v>
                </c:pt>
                <c:pt idx="21">
                  <c:v>-2373239</c:v>
                </c:pt>
                <c:pt idx="22">
                  <c:v>-2123597</c:v>
                </c:pt>
                <c:pt idx="23">
                  <c:v>-2355421</c:v>
                </c:pt>
                <c:pt idx="24">
                  <c:v>-2309228</c:v>
                </c:pt>
                <c:pt idx="25">
                  <c:v>-2311696</c:v>
                </c:pt>
                <c:pt idx="26">
                  <c:v>-2137887</c:v>
                </c:pt>
                <c:pt idx="27">
                  <c:v>-2329740</c:v>
                </c:pt>
                <c:pt idx="28">
                  <c:v>-2268431</c:v>
                </c:pt>
                <c:pt idx="29">
                  <c:v>-2391390</c:v>
                </c:pt>
                <c:pt idx="30">
                  <c:v>-2340679</c:v>
                </c:pt>
                <c:pt idx="31">
                  <c:v>-2393286</c:v>
                </c:pt>
                <c:pt idx="32">
                  <c:v>-2364950</c:v>
                </c:pt>
                <c:pt idx="33">
                  <c:v>-2326849</c:v>
                </c:pt>
                <c:pt idx="34">
                  <c:v>-2189274</c:v>
                </c:pt>
                <c:pt idx="35">
                  <c:v>-2339798</c:v>
                </c:pt>
                <c:pt idx="36">
                  <c:v>-2246693</c:v>
                </c:pt>
                <c:pt idx="37">
                  <c:v>-2278386</c:v>
                </c:pt>
                <c:pt idx="38">
                  <c:v>-2211364</c:v>
                </c:pt>
                <c:pt idx="39">
                  <c:v>-2309668</c:v>
                </c:pt>
                <c:pt idx="40">
                  <c:v>-2287211</c:v>
                </c:pt>
                <c:pt idx="41">
                  <c:v>-2322083</c:v>
                </c:pt>
                <c:pt idx="42">
                  <c:v>-2345764</c:v>
                </c:pt>
                <c:pt idx="43">
                  <c:v>-2289054</c:v>
                </c:pt>
                <c:pt idx="44">
                  <c:v>-2427989</c:v>
                </c:pt>
                <c:pt idx="45">
                  <c:v>-2133379</c:v>
                </c:pt>
                <c:pt idx="46">
                  <c:v>-2174339</c:v>
                </c:pt>
                <c:pt idx="47">
                  <c:v>-2139778</c:v>
                </c:pt>
                <c:pt idx="48">
                  <c:v>-2108180</c:v>
                </c:pt>
                <c:pt idx="49">
                  <c:v>-2285461</c:v>
                </c:pt>
                <c:pt idx="50">
                  <c:v>-2324799</c:v>
                </c:pt>
                <c:pt idx="51">
                  <c:v>-2197862</c:v>
                </c:pt>
                <c:pt idx="52">
                  <c:v>-2239612</c:v>
                </c:pt>
                <c:pt idx="53">
                  <c:v>-2399823</c:v>
                </c:pt>
                <c:pt idx="54">
                  <c:v>-2244932</c:v>
                </c:pt>
                <c:pt idx="55">
                  <c:v>-2094959</c:v>
                </c:pt>
                <c:pt idx="56">
                  <c:v>-2120092</c:v>
                </c:pt>
                <c:pt idx="57">
                  <c:v>-2146214</c:v>
                </c:pt>
                <c:pt idx="58">
                  <c:v>-2149615</c:v>
                </c:pt>
                <c:pt idx="59">
                  <c:v>-2446069</c:v>
                </c:pt>
                <c:pt idx="60">
                  <c:v>-2251862</c:v>
                </c:pt>
                <c:pt idx="61">
                  <c:v>-2293717</c:v>
                </c:pt>
                <c:pt idx="62">
                  <c:v>-2338111</c:v>
                </c:pt>
                <c:pt idx="63">
                  <c:v>-2172412</c:v>
                </c:pt>
                <c:pt idx="64">
                  <c:v>-2331954</c:v>
                </c:pt>
                <c:pt idx="65">
                  <c:v>-2333071</c:v>
                </c:pt>
                <c:pt idx="66">
                  <c:v>-2346165</c:v>
                </c:pt>
                <c:pt idx="67">
                  <c:v>-2116420</c:v>
                </c:pt>
                <c:pt idx="68">
                  <c:v>-2361213</c:v>
                </c:pt>
                <c:pt idx="69">
                  <c:v>-2386323</c:v>
                </c:pt>
                <c:pt idx="70">
                  <c:v>-2354887</c:v>
                </c:pt>
                <c:pt idx="71">
                  <c:v>-2337165</c:v>
                </c:pt>
                <c:pt idx="72">
                  <c:v>-2282356</c:v>
                </c:pt>
                <c:pt idx="73">
                  <c:v>-2282143</c:v>
                </c:pt>
                <c:pt idx="74">
                  <c:v>-2151294</c:v>
                </c:pt>
                <c:pt idx="75">
                  <c:v>-2330599</c:v>
                </c:pt>
                <c:pt idx="76">
                  <c:v>-2375300</c:v>
                </c:pt>
                <c:pt idx="77">
                  <c:v>-2196197</c:v>
                </c:pt>
                <c:pt idx="78">
                  <c:v>-2322301</c:v>
                </c:pt>
                <c:pt idx="79">
                  <c:v>-2289848</c:v>
                </c:pt>
                <c:pt idx="80">
                  <c:v>-2321653</c:v>
                </c:pt>
                <c:pt idx="81">
                  <c:v>-2416356</c:v>
                </c:pt>
                <c:pt idx="82">
                  <c:v>-2322013</c:v>
                </c:pt>
                <c:pt idx="83">
                  <c:v>-2315691</c:v>
                </c:pt>
                <c:pt idx="84">
                  <c:v>-2227809</c:v>
                </c:pt>
                <c:pt idx="85">
                  <c:v>-2272273</c:v>
                </c:pt>
                <c:pt idx="86">
                  <c:v>-2249803</c:v>
                </c:pt>
                <c:pt idx="87">
                  <c:v>-2231761</c:v>
                </c:pt>
                <c:pt idx="88">
                  <c:v>-2348749</c:v>
                </c:pt>
                <c:pt idx="89">
                  <c:v>-2372417</c:v>
                </c:pt>
                <c:pt idx="90">
                  <c:v>-2193225</c:v>
                </c:pt>
                <c:pt idx="91">
                  <c:v>-2270212</c:v>
                </c:pt>
                <c:pt idx="92">
                  <c:v>-2268420</c:v>
                </c:pt>
                <c:pt idx="93">
                  <c:v>-2229050</c:v>
                </c:pt>
                <c:pt idx="94">
                  <c:v>-2329166</c:v>
                </c:pt>
                <c:pt idx="95">
                  <c:v>-2142100</c:v>
                </c:pt>
                <c:pt idx="96">
                  <c:v>-2298032</c:v>
                </c:pt>
                <c:pt idx="97">
                  <c:v>-2365737</c:v>
                </c:pt>
                <c:pt idx="98">
                  <c:v>-2340061</c:v>
                </c:pt>
                <c:pt idx="99">
                  <c:v>-2361475</c:v>
                </c:pt>
                <c:pt idx="100">
                  <c:v>-2184632</c:v>
                </c:pt>
                <c:pt idx="101">
                  <c:v>-2391254</c:v>
                </c:pt>
                <c:pt idx="102">
                  <c:v>-2332132</c:v>
                </c:pt>
                <c:pt idx="103">
                  <c:v>-2286900</c:v>
                </c:pt>
                <c:pt idx="104">
                  <c:v>-2090452</c:v>
                </c:pt>
                <c:pt idx="105">
                  <c:v>-2287904</c:v>
                </c:pt>
                <c:pt idx="106">
                  <c:v>-2199455</c:v>
                </c:pt>
                <c:pt idx="107">
                  <c:v>-2326666</c:v>
                </c:pt>
                <c:pt idx="108">
                  <c:v>-2275211</c:v>
                </c:pt>
                <c:pt idx="109">
                  <c:v>-2174796</c:v>
                </c:pt>
                <c:pt idx="110">
                  <c:v>-2233052</c:v>
                </c:pt>
                <c:pt idx="111">
                  <c:v>-2118960</c:v>
                </c:pt>
                <c:pt idx="112">
                  <c:v>-2152475</c:v>
                </c:pt>
                <c:pt idx="113">
                  <c:v>-2172851</c:v>
                </c:pt>
                <c:pt idx="114">
                  <c:v>-2337880</c:v>
                </c:pt>
                <c:pt idx="115">
                  <c:v>-2348695</c:v>
                </c:pt>
                <c:pt idx="116">
                  <c:v>-2430101</c:v>
                </c:pt>
                <c:pt idx="117">
                  <c:v>-2362255</c:v>
                </c:pt>
                <c:pt idx="118">
                  <c:v>-2140778</c:v>
                </c:pt>
                <c:pt idx="119">
                  <c:v>-2148923</c:v>
                </c:pt>
                <c:pt idx="120">
                  <c:v>-2178391</c:v>
                </c:pt>
                <c:pt idx="121">
                  <c:v>-2210647</c:v>
                </c:pt>
                <c:pt idx="122">
                  <c:v>-2172380</c:v>
                </c:pt>
                <c:pt idx="123">
                  <c:v>-2179192</c:v>
                </c:pt>
                <c:pt idx="124">
                  <c:v>-2091133</c:v>
                </c:pt>
                <c:pt idx="125">
                  <c:v>-2300926</c:v>
                </c:pt>
                <c:pt idx="126">
                  <c:v>-2146355</c:v>
                </c:pt>
                <c:pt idx="127">
                  <c:v>-2377623</c:v>
                </c:pt>
                <c:pt idx="128">
                  <c:v>-2196564</c:v>
                </c:pt>
                <c:pt idx="129">
                  <c:v>-2188944</c:v>
                </c:pt>
                <c:pt idx="130">
                  <c:v>-2147744</c:v>
                </c:pt>
                <c:pt idx="131">
                  <c:v>-2265340</c:v>
                </c:pt>
                <c:pt idx="132">
                  <c:v>-2274285</c:v>
                </c:pt>
                <c:pt idx="133">
                  <c:v>-2117638</c:v>
                </c:pt>
                <c:pt idx="134">
                  <c:v>-2190430</c:v>
                </c:pt>
                <c:pt idx="135">
                  <c:v>-2232017</c:v>
                </c:pt>
                <c:pt idx="136">
                  <c:v>-2435195</c:v>
                </c:pt>
                <c:pt idx="137">
                  <c:v>-2389423</c:v>
                </c:pt>
                <c:pt idx="138">
                  <c:v>-2132604</c:v>
                </c:pt>
                <c:pt idx="139">
                  <c:v>-2154135</c:v>
                </c:pt>
                <c:pt idx="140">
                  <c:v>-2305996</c:v>
                </c:pt>
                <c:pt idx="141">
                  <c:v>-2165268</c:v>
                </c:pt>
                <c:pt idx="142">
                  <c:v>-2184628</c:v>
                </c:pt>
                <c:pt idx="143">
                  <c:v>-2196257</c:v>
                </c:pt>
                <c:pt idx="144">
                  <c:v>-2165146</c:v>
                </c:pt>
                <c:pt idx="145">
                  <c:v>-2281799</c:v>
                </c:pt>
                <c:pt idx="146">
                  <c:v>-2298732</c:v>
                </c:pt>
                <c:pt idx="147">
                  <c:v>-2276727</c:v>
                </c:pt>
                <c:pt idx="148">
                  <c:v>-2290406</c:v>
                </c:pt>
                <c:pt idx="149">
                  <c:v>-2263330</c:v>
                </c:pt>
                <c:pt idx="150">
                  <c:v>-2264847</c:v>
                </c:pt>
                <c:pt idx="151">
                  <c:v>-2224391</c:v>
                </c:pt>
                <c:pt idx="152">
                  <c:v>-2299562</c:v>
                </c:pt>
                <c:pt idx="153">
                  <c:v>-2163901</c:v>
                </c:pt>
                <c:pt idx="154">
                  <c:v>-2214884</c:v>
                </c:pt>
                <c:pt idx="155">
                  <c:v>-2221540</c:v>
                </c:pt>
                <c:pt idx="156">
                  <c:v>-2312722</c:v>
                </c:pt>
                <c:pt idx="157">
                  <c:v>-2315596</c:v>
                </c:pt>
                <c:pt idx="158">
                  <c:v>-2286896</c:v>
                </c:pt>
                <c:pt idx="159">
                  <c:v>-2418095</c:v>
                </c:pt>
                <c:pt idx="160">
                  <c:v>-2253862</c:v>
                </c:pt>
                <c:pt idx="161">
                  <c:v>-2248715</c:v>
                </c:pt>
                <c:pt idx="162">
                  <c:v>-2093457</c:v>
                </c:pt>
                <c:pt idx="163">
                  <c:v>-2150027</c:v>
                </c:pt>
                <c:pt idx="164">
                  <c:v>-2315962</c:v>
                </c:pt>
                <c:pt idx="165">
                  <c:v>-2223959</c:v>
                </c:pt>
                <c:pt idx="166">
                  <c:v>-2224866</c:v>
                </c:pt>
                <c:pt idx="167">
                  <c:v>-2336577</c:v>
                </c:pt>
                <c:pt idx="168">
                  <c:v>-2314039</c:v>
                </c:pt>
                <c:pt idx="169">
                  <c:v>-2373573</c:v>
                </c:pt>
                <c:pt idx="170">
                  <c:v>-2232284</c:v>
                </c:pt>
                <c:pt idx="171">
                  <c:v>-2162390</c:v>
                </c:pt>
                <c:pt idx="172">
                  <c:v>-2175916</c:v>
                </c:pt>
                <c:pt idx="173">
                  <c:v>-2322081</c:v>
                </c:pt>
                <c:pt idx="174">
                  <c:v>-2336372</c:v>
                </c:pt>
                <c:pt idx="175">
                  <c:v>-2282984</c:v>
                </c:pt>
                <c:pt idx="176">
                  <c:v>-2198629</c:v>
                </c:pt>
                <c:pt idx="177">
                  <c:v>-2100629</c:v>
                </c:pt>
                <c:pt idx="178">
                  <c:v>-2382938</c:v>
                </c:pt>
                <c:pt idx="179">
                  <c:v>-2338943</c:v>
                </c:pt>
                <c:pt idx="180">
                  <c:v>-2223830</c:v>
                </c:pt>
                <c:pt idx="181">
                  <c:v>-2231340</c:v>
                </c:pt>
                <c:pt idx="182">
                  <c:v>-2100328</c:v>
                </c:pt>
                <c:pt idx="183">
                  <c:v>-2172309</c:v>
                </c:pt>
                <c:pt idx="184">
                  <c:v>-2325497</c:v>
                </c:pt>
                <c:pt idx="185">
                  <c:v>-2400561</c:v>
                </c:pt>
                <c:pt idx="186">
                  <c:v>-2359868</c:v>
                </c:pt>
                <c:pt idx="187">
                  <c:v>-2334332</c:v>
                </c:pt>
                <c:pt idx="188">
                  <c:v>-2335133</c:v>
                </c:pt>
                <c:pt idx="189">
                  <c:v>-2362772</c:v>
                </c:pt>
                <c:pt idx="190">
                  <c:v>-2328395</c:v>
                </c:pt>
                <c:pt idx="191">
                  <c:v>-2154194</c:v>
                </c:pt>
                <c:pt idx="192">
                  <c:v>-2273268</c:v>
                </c:pt>
                <c:pt idx="193">
                  <c:v>-2448715</c:v>
                </c:pt>
                <c:pt idx="194">
                  <c:v>-2382461</c:v>
                </c:pt>
                <c:pt idx="195">
                  <c:v>-2225634</c:v>
                </c:pt>
                <c:pt idx="196">
                  <c:v>-2247792</c:v>
                </c:pt>
                <c:pt idx="197">
                  <c:v>-2272202</c:v>
                </c:pt>
                <c:pt idx="198">
                  <c:v>-2346851</c:v>
                </c:pt>
                <c:pt idx="199">
                  <c:v>-2277051</c:v>
                </c:pt>
                <c:pt idx="200">
                  <c:v>-2228449</c:v>
                </c:pt>
                <c:pt idx="201">
                  <c:v>-2380376</c:v>
                </c:pt>
                <c:pt idx="202">
                  <c:v>-2158122</c:v>
                </c:pt>
                <c:pt idx="203">
                  <c:v>-2256430</c:v>
                </c:pt>
                <c:pt idx="204">
                  <c:v>-2172133</c:v>
                </c:pt>
                <c:pt idx="205">
                  <c:v>-2281769</c:v>
                </c:pt>
                <c:pt idx="206">
                  <c:v>-2346243</c:v>
                </c:pt>
                <c:pt idx="207">
                  <c:v>-2215817</c:v>
                </c:pt>
                <c:pt idx="208">
                  <c:v>-2241534</c:v>
                </c:pt>
                <c:pt idx="209">
                  <c:v>-2376529</c:v>
                </c:pt>
                <c:pt idx="210">
                  <c:v>-2372179</c:v>
                </c:pt>
                <c:pt idx="211">
                  <c:v>-2219288</c:v>
                </c:pt>
                <c:pt idx="212">
                  <c:v>-2159869</c:v>
                </c:pt>
                <c:pt idx="213">
                  <c:v>-2329745</c:v>
                </c:pt>
                <c:pt idx="214">
                  <c:v>-2264643</c:v>
                </c:pt>
                <c:pt idx="215">
                  <c:v>-2303999</c:v>
                </c:pt>
                <c:pt idx="216">
                  <c:v>-2161313</c:v>
                </c:pt>
                <c:pt idx="217">
                  <c:v>-2363022</c:v>
                </c:pt>
                <c:pt idx="218">
                  <c:v>-2266149</c:v>
                </c:pt>
                <c:pt idx="219">
                  <c:v>-2247827</c:v>
                </c:pt>
                <c:pt idx="220">
                  <c:v>-2143084</c:v>
                </c:pt>
                <c:pt idx="221">
                  <c:v>-2151334</c:v>
                </c:pt>
                <c:pt idx="222">
                  <c:v>-2346304</c:v>
                </c:pt>
                <c:pt idx="223">
                  <c:v>-2134355</c:v>
                </c:pt>
                <c:pt idx="224">
                  <c:v>-2115780</c:v>
                </c:pt>
                <c:pt idx="225">
                  <c:v>-2176022</c:v>
                </c:pt>
                <c:pt idx="226">
                  <c:v>-2346613</c:v>
                </c:pt>
                <c:pt idx="227">
                  <c:v>-2177483</c:v>
                </c:pt>
                <c:pt idx="228">
                  <c:v>-2149967</c:v>
                </c:pt>
                <c:pt idx="229">
                  <c:v>-2138519</c:v>
                </c:pt>
                <c:pt idx="230">
                  <c:v>-2359107</c:v>
                </c:pt>
                <c:pt idx="231">
                  <c:v>-2302907</c:v>
                </c:pt>
                <c:pt idx="232">
                  <c:v>-2266517</c:v>
                </c:pt>
                <c:pt idx="233">
                  <c:v>-2195115</c:v>
                </c:pt>
                <c:pt idx="234">
                  <c:v>-2266355</c:v>
                </c:pt>
                <c:pt idx="235">
                  <c:v>-2236530</c:v>
                </c:pt>
                <c:pt idx="236">
                  <c:v>-2242656</c:v>
                </c:pt>
                <c:pt idx="237">
                  <c:v>-2360864</c:v>
                </c:pt>
                <c:pt idx="238">
                  <c:v>-2165924</c:v>
                </c:pt>
                <c:pt idx="239">
                  <c:v>-2174996</c:v>
                </c:pt>
                <c:pt idx="240">
                  <c:v>-2184545</c:v>
                </c:pt>
                <c:pt idx="241">
                  <c:v>-2154313</c:v>
                </c:pt>
                <c:pt idx="242">
                  <c:v>-2331024</c:v>
                </c:pt>
                <c:pt idx="243">
                  <c:v>-2310444</c:v>
                </c:pt>
                <c:pt idx="244">
                  <c:v>-2355869</c:v>
                </c:pt>
                <c:pt idx="245">
                  <c:v>-2289007</c:v>
                </c:pt>
                <c:pt idx="246">
                  <c:v>-2195126</c:v>
                </c:pt>
                <c:pt idx="247">
                  <c:v>-2306345</c:v>
                </c:pt>
                <c:pt idx="248">
                  <c:v>-2305955</c:v>
                </c:pt>
                <c:pt idx="249">
                  <c:v>-2153806</c:v>
                </c:pt>
                <c:pt idx="250">
                  <c:v>-2177141</c:v>
                </c:pt>
                <c:pt idx="251">
                  <c:v>-2180159</c:v>
                </c:pt>
                <c:pt idx="252">
                  <c:v>-2140825</c:v>
                </c:pt>
                <c:pt idx="253">
                  <c:v>-2190017</c:v>
                </c:pt>
                <c:pt idx="254">
                  <c:v>-2163564</c:v>
                </c:pt>
                <c:pt idx="255">
                  <c:v>-2137190</c:v>
                </c:pt>
                <c:pt idx="256">
                  <c:v>-2348361</c:v>
                </c:pt>
                <c:pt idx="257">
                  <c:v>-2369083</c:v>
                </c:pt>
                <c:pt idx="258">
                  <c:v>-2349005</c:v>
                </c:pt>
                <c:pt idx="259">
                  <c:v>-2127033</c:v>
                </c:pt>
                <c:pt idx="260">
                  <c:v>-2127194</c:v>
                </c:pt>
                <c:pt idx="261">
                  <c:v>-2259268</c:v>
                </c:pt>
                <c:pt idx="262">
                  <c:v>-2171355</c:v>
                </c:pt>
                <c:pt idx="263">
                  <c:v>-2192270</c:v>
                </c:pt>
                <c:pt idx="264">
                  <c:v>-2170613</c:v>
                </c:pt>
                <c:pt idx="265">
                  <c:v>-2259176</c:v>
                </c:pt>
                <c:pt idx="266">
                  <c:v>-2356812</c:v>
                </c:pt>
                <c:pt idx="267">
                  <c:v>-2256714</c:v>
                </c:pt>
                <c:pt idx="268">
                  <c:v>-2117532</c:v>
                </c:pt>
                <c:pt idx="269">
                  <c:v>-2436475</c:v>
                </c:pt>
                <c:pt idx="270">
                  <c:v>-2189636</c:v>
                </c:pt>
                <c:pt idx="271">
                  <c:v>-2310703</c:v>
                </c:pt>
                <c:pt idx="272">
                  <c:v>-2137072</c:v>
                </c:pt>
                <c:pt idx="273">
                  <c:v>-2285461</c:v>
                </c:pt>
                <c:pt idx="274">
                  <c:v>-2177483</c:v>
                </c:pt>
                <c:pt idx="275">
                  <c:v>-2146379</c:v>
                </c:pt>
                <c:pt idx="276">
                  <c:v>-2382235</c:v>
                </c:pt>
                <c:pt idx="277">
                  <c:v>-2311750</c:v>
                </c:pt>
                <c:pt idx="278">
                  <c:v>-2119096</c:v>
                </c:pt>
                <c:pt idx="279">
                  <c:v>-2287513</c:v>
                </c:pt>
                <c:pt idx="280">
                  <c:v>-2319634</c:v>
                </c:pt>
                <c:pt idx="281">
                  <c:v>-2146216</c:v>
                </c:pt>
                <c:pt idx="282">
                  <c:v>-2115640</c:v>
                </c:pt>
                <c:pt idx="283">
                  <c:v>-2263531</c:v>
                </c:pt>
                <c:pt idx="284">
                  <c:v>-2354245</c:v>
                </c:pt>
                <c:pt idx="285">
                  <c:v>-2183407</c:v>
                </c:pt>
                <c:pt idx="286">
                  <c:v>-2138131</c:v>
                </c:pt>
                <c:pt idx="287">
                  <c:v>-2134373</c:v>
                </c:pt>
                <c:pt idx="288">
                  <c:v>-2335962</c:v>
                </c:pt>
                <c:pt idx="289">
                  <c:v>-2110366</c:v>
                </c:pt>
                <c:pt idx="290">
                  <c:v>-2157644</c:v>
                </c:pt>
                <c:pt idx="291">
                  <c:v>-2195113</c:v>
                </c:pt>
                <c:pt idx="292">
                  <c:v>-2319717</c:v>
                </c:pt>
                <c:pt idx="293">
                  <c:v>-2359154</c:v>
                </c:pt>
                <c:pt idx="294">
                  <c:v>-2300143</c:v>
                </c:pt>
                <c:pt idx="295">
                  <c:v>-2332017</c:v>
                </c:pt>
                <c:pt idx="296">
                  <c:v>-2353203</c:v>
                </c:pt>
                <c:pt idx="297">
                  <c:v>-2242421</c:v>
                </c:pt>
                <c:pt idx="298">
                  <c:v>-2301200</c:v>
                </c:pt>
                <c:pt idx="299">
                  <c:v>-2127546</c:v>
                </c:pt>
                <c:pt idx="300">
                  <c:v>-2249720</c:v>
                </c:pt>
                <c:pt idx="301">
                  <c:v>-2251756</c:v>
                </c:pt>
                <c:pt idx="302">
                  <c:v>-2264358</c:v>
                </c:pt>
                <c:pt idx="303">
                  <c:v>-2147402</c:v>
                </c:pt>
                <c:pt idx="304">
                  <c:v>-2177054</c:v>
                </c:pt>
                <c:pt idx="305">
                  <c:v>-2174042</c:v>
                </c:pt>
                <c:pt idx="306">
                  <c:v>-2187953</c:v>
                </c:pt>
                <c:pt idx="307">
                  <c:v>-2166454</c:v>
                </c:pt>
                <c:pt idx="308">
                  <c:v>-2170377</c:v>
                </c:pt>
                <c:pt idx="309">
                  <c:v>-2184289</c:v>
                </c:pt>
                <c:pt idx="310">
                  <c:v>-2175405</c:v>
                </c:pt>
                <c:pt idx="311">
                  <c:v>-2339998</c:v>
                </c:pt>
                <c:pt idx="312">
                  <c:v>-2205060</c:v>
                </c:pt>
                <c:pt idx="313">
                  <c:v>-2341437</c:v>
                </c:pt>
                <c:pt idx="314">
                  <c:v>-2180784</c:v>
                </c:pt>
                <c:pt idx="315">
                  <c:v>-2245786</c:v>
                </c:pt>
                <c:pt idx="316">
                  <c:v>-2088868</c:v>
                </c:pt>
                <c:pt idx="317">
                  <c:v>-2365332</c:v>
                </c:pt>
                <c:pt idx="318">
                  <c:v>-2160458</c:v>
                </c:pt>
                <c:pt idx="319">
                  <c:v>-2343744</c:v>
                </c:pt>
                <c:pt idx="320">
                  <c:v>-2160258</c:v>
                </c:pt>
                <c:pt idx="321">
                  <c:v>-2326591</c:v>
                </c:pt>
                <c:pt idx="322">
                  <c:v>-2259041</c:v>
                </c:pt>
                <c:pt idx="323">
                  <c:v>-2161031</c:v>
                </c:pt>
                <c:pt idx="324">
                  <c:v>-2229924</c:v>
                </c:pt>
                <c:pt idx="325">
                  <c:v>-2326048</c:v>
                </c:pt>
                <c:pt idx="326">
                  <c:v>-2297166</c:v>
                </c:pt>
                <c:pt idx="327">
                  <c:v>-2330456</c:v>
                </c:pt>
                <c:pt idx="328">
                  <c:v>-2149933</c:v>
                </c:pt>
                <c:pt idx="329">
                  <c:v>-2330982</c:v>
                </c:pt>
                <c:pt idx="330">
                  <c:v>-2246798</c:v>
                </c:pt>
                <c:pt idx="331">
                  <c:v>-2206389</c:v>
                </c:pt>
                <c:pt idx="332">
                  <c:v>-2383582</c:v>
                </c:pt>
                <c:pt idx="333">
                  <c:v>-2160235</c:v>
                </c:pt>
                <c:pt idx="334">
                  <c:v>-2173582</c:v>
                </c:pt>
                <c:pt idx="335">
                  <c:v>-2244609</c:v>
                </c:pt>
                <c:pt idx="336">
                  <c:v>-2120035</c:v>
                </c:pt>
                <c:pt idx="337">
                  <c:v>-2168754</c:v>
                </c:pt>
                <c:pt idx="338">
                  <c:v>-2182969</c:v>
                </c:pt>
                <c:pt idx="339">
                  <c:v>-2197483</c:v>
                </c:pt>
                <c:pt idx="340">
                  <c:v>-2305366</c:v>
                </c:pt>
                <c:pt idx="341">
                  <c:v>-2147497</c:v>
                </c:pt>
                <c:pt idx="342">
                  <c:v>-2368059</c:v>
                </c:pt>
                <c:pt idx="343">
                  <c:v>-2202422</c:v>
                </c:pt>
                <c:pt idx="344">
                  <c:v>-2207820</c:v>
                </c:pt>
                <c:pt idx="345">
                  <c:v>-2173665</c:v>
                </c:pt>
                <c:pt idx="346">
                  <c:v>-2190666</c:v>
                </c:pt>
                <c:pt idx="347">
                  <c:v>-2130061</c:v>
                </c:pt>
                <c:pt idx="348">
                  <c:v>-2103025</c:v>
                </c:pt>
                <c:pt idx="349">
                  <c:v>-2311491</c:v>
                </c:pt>
                <c:pt idx="350">
                  <c:v>-2161483</c:v>
                </c:pt>
                <c:pt idx="351">
                  <c:v>-2123116</c:v>
                </c:pt>
                <c:pt idx="352">
                  <c:v>-2169140</c:v>
                </c:pt>
                <c:pt idx="353">
                  <c:v>-2277683</c:v>
                </c:pt>
                <c:pt idx="354">
                  <c:v>-2271366</c:v>
                </c:pt>
                <c:pt idx="355">
                  <c:v>-2319064</c:v>
                </c:pt>
                <c:pt idx="356">
                  <c:v>-2326395</c:v>
                </c:pt>
                <c:pt idx="357">
                  <c:v>-2280436</c:v>
                </c:pt>
                <c:pt idx="358">
                  <c:v>-2411779</c:v>
                </c:pt>
                <c:pt idx="359">
                  <c:v>-2165193</c:v>
                </c:pt>
                <c:pt idx="360">
                  <c:v>-2237727</c:v>
                </c:pt>
                <c:pt idx="361">
                  <c:v>-2326167</c:v>
                </c:pt>
                <c:pt idx="362">
                  <c:v>-2316119</c:v>
                </c:pt>
                <c:pt idx="363">
                  <c:v>-2227206</c:v>
                </c:pt>
                <c:pt idx="364">
                  <c:v>-2249368</c:v>
                </c:pt>
                <c:pt idx="365">
                  <c:v>-2280235</c:v>
                </c:pt>
                <c:pt idx="366">
                  <c:v>-2186615</c:v>
                </c:pt>
                <c:pt idx="367">
                  <c:v>-2340719</c:v>
                </c:pt>
                <c:pt idx="368">
                  <c:v>-2289121</c:v>
                </c:pt>
                <c:pt idx="369">
                  <c:v>-2210291</c:v>
                </c:pt>
                <c:pt idx="370">
                  <c:v>-2381615</c:v>
                </c:pt>
                <c:pt idx="371">
                  <c:v>-2384738</c:v>
                </c:pt>
                <c:pt idx="372">
                  <c:v>-2139048</c:v>
                </c:pt>
                <c:pt idx="373">
                  <c:v>-2379947</c:v>
                </c:pt>
                <c:pt idx="374">
                  <c:v>-2146170</c:v>
                </c:pt>
                <c:pt idx="375">
                  <c:v>-2184380</c:v>
                </c:pt>
                <c:pt idx="376">
                  <c:v>-2161825</c:v>
                </c:pt>
                <c:pt idx="377">
                  <c:v>-2159104</c:v>
                </c:pt>
                <c:pt idx="378">
                  <c:v>-2354047</c:v>
                </c:pt>
                <c:pt idx="379">
                  <c:v>-2278813</c:v>
                </c:pt>
                <c:pt idx="380">
                  <c:v>-2357285</c:v>
                </c:pt>
                <c:pt idx="381">
                  <c:v>-2209958</c:v>
                </c:pt>
                <c:pt idx="382">
                  <c:v>-2316321</c:v>
                </c:pt>
                <c:pt idx="383">
                  <c:v>-2139931</c:v>
                </c:pt>
                <c:pt idx="384">
                  <c:v>-2094835</c:v>
                </c:pt>
                <c:pt idx="385">
                  <c:v>-2297403</c:v>
                </c:pt>
                <c:pt idx="386">
                  <c:v>-2173052</c:v>
                </c:pt>
                <c:pt idx="387">
                  <c:v>-2162731</c:v>
                </c:pt>
                <c:pt idx="388">
                  <c:v>-2377993</c:v>
                </c:pt>
                <c:pt idx="389">
                  <c:v>-2183413</c:v>
                </c:pt>
                <c:pt idx="390">
                  <c:v>-2154464</c:v>
                </c:pt>
                <c:pt idx="391">
                  <c:v>-2171932</c:v>
                </c:pt>
                <c:pt idx="392">
                  <c:v>-2314991</c:v>
                </c:pt>
                <c:pt idx="393">
                  <c:v>-2128699</c:v>
                </c:pt>
                <c:pt idx="394">
                  <c:v>-2168319</c:v>
                </c:pt>
                <c:pt idx="395">
                  <c:v>-2339130</c:v>
                </c:pt>
                <c:pt idx="396">
                  <c:v>-2094267</c:v>
                </c:pt>
                <c:pt idx="397">
                  <c:v>-2160788</c:v>
                </c:pt>
                <c:pt idx="398">
                  <c:v>-2172133</c:v>
                </c:pt>
                <c:pt idx="399">
                  <c:v>-2276768</c:v>
                </c:pt>
                <c:pt idx="400">
                  <c:v>-2157455</c:v>
                </c:pt>
                <c:pt idx="401">
                  <c:v>-2139354</c:v>
                </c:pt>
                <c:pt idx="402">
                  <c:v>-2137603</c:v>
                </c:pt>
                <c:pt idx="403">
                  <c:v>-2353804</c:v>
                </c:pt>
                <c:pt idx="404">
                  <c:v>-2211397</c:v>
                </c:pt>
                <c:pt idx="405">
                  <c:v>-2367968</c:v>
                </c:pt>
                <c:pt idx="406">
                  <c:v>-2109531</c:v>
                </c:pt>
                <c:pt idx="407">
                  <c:v>-2131731</c:v>
                </c:pt>
                <c:pt idx="408">
                  <c:v>-2346209</c:v>
                </c:pt>
                <c:pt idx="409">
                  <c:v>-2371095</c:v>
                </c:pt>
                <c:pt idx="410">
                  <c:v>-2316215</c:v>
                </c:pt>
                <c:pt idx="411">
                  <c:v>-2156431</c:v>
                </c:pt>
                <c:pt idx="412">
                  <c:v>-2247129</c:v>
                </c:pt>
                <c:pt idx="413">
                  <c:v>-2234488</c:v>
                </c:pt>
                <c:pt idx="414">
                  <c:v>-2153700</c:v>
                </c:pt>
                <c:pt idx="415">
                  <c:v>-2166383</c:v>
                </c:pt>
                <c:pt idx="416">
                  <c:v>-2176264</c:v>
                </c:pt>
                <c:pt idx="417">
                  <c:v>-2348077</c:v>
                </c:pt>
                <c:pt idx="418">
                  <c:v>-2106689</c:v>
                </c:pt>
                <c:pt idx="419">
                  <c:v>-2259865</c:v>
                </c:pt>
                <c:pt idx="420">
                  <c:v>-2342439</c:v>
                </c:pt>
                <c:pt idx="421">
                  <c:v>-2139837</c:v>
                </c:pt>
                <c:pt idx="422">
                  <c:v>-2156754</c:v>
                </c:pt>
                <c:pt idx="423">
                  <c:v>-2178839</c:v>
                </c:pt>
                <c:pt idx="424">
                  <c:v>-2270757</c:v>
                </c:pt>
                <c:pt idx="425">
                  <c:v>-2326690</c:v>
                </c:pt>
                <c:pt idx="426">
                  <c:v>-2335477</c:v>
                </c:pt>
                <c:pt idx="427">
                  <c:v>-2155784</c:v>
                </c:pt>
                <c:pt idx="428">
                  <c:v>-2291639</c:v>
                </c:pt>
                <c:pt idx="429">
                  <c:v>-2142208</c:v>
                </c:pt>
                <c:pt idx="430">
                  <c:v>-2086859</c:v>
                </c:pt>
                <c:pt idx="431">
                  <c:v>-2371012</c:v>
                </c:pt>
                <c:pt idx="432">
                  <c:v>-2274725</c:v>
                </c:pt>
                <c:pt idx="433">
                  <c:v>-2361578</c:v>
                </c:pt>
                <c:pt idx="434">
                  <c:v>-2326987</c:v>
                </c:pt>
                <c:pt idx="435">
                  <c:v>-2354445</c:v>
                </c:pt>
                <c:pt idx="436">
                  <c:v>-2186035</c:v>
                </c:pt>
                <c:pt idx="437">
                  <c:v>-2306498</c:v>
                </c:pt>
                <c:pt idx="438">
                  <c:v>-2373704</c:v>
                </c:pt>
                <c:pt idx="439">
                  <c:v>-2178002</c:v>
                </c:pt>
                <c:pt idx="440">
                  <c:v>-2287940</c:v>
                </c:pt>
                <c:pt idx="441">
                  <c:v>-2100449</c:v>
                </c:pt>
                <c:pt idx="442">
                  <c:v>-2176069</c:v>
                </c:pt>
                <c:pt idx="443">
                  <c:v>-2215930</c:v>
                </c:pt>
                <c:pt idx="444">
                  <c:v>-2400450</c:v>
                </c:pt>
                <c:pt idx="445">
                  <c:v>-2214851</c:v>
                </c:pt>
                <c:pt idx="446">
                  <c:v>-2178803</c:v>
                </c:pt>
                <c:pt idx="447">
                  <c:v>-2255864</c:v>
                </c:pt>
                <c:pt idx="448">
                  <c:v>-2181644</c:v>
                </c:pt>
                <c:pt idx="449">
                  <c:v>-2273239</c:v>
                </c:pt>
                <c:pt idx="450">
                  <c:v>-2307405</c:v>
                </c:pt>
                <c:pt idx="451">
                  <c:v>-2405887</c:v>
                </c:pt>
                <c:pt idx="452">
                  <c:v>-2299005</c:v>
                </c:pt>
                <c:pt idx="453">
                  <c:v>-2182988</c:v>
                </c:pt>
                <c:pt idx="454">
                  <c:v>-2183307</c:v>
                </c:pt>
                <c:pt idx="455">
                  <c:v>-2143570</c:v>
                </c:pt>
                <c:pt idx="456">
                  <c:v>-2355765</c:v>
                </c:pt>
                <c:pt idx="457">
                  <c:v>-2224541</c:v>
                </c:pt>
                <c:pt idx="458">
                  <c:v>-2203974</c:v>
                </c:pt>
                <c:pt idx="459">
                  <c:v>-2189886</c:v>
                </c:pt>
                <c:pt idx="460">
                  <c:v>-2176741</c:v>
                </c:pt>
                <c:pt idx="461">
                  <c:v>-2198851</c:v>
                </c:pt>
                <c:pt idx="462">
                  <c:v>-2124383</c:v>
                </c:pt>
                <c:pt idx="463">
                  <c:v>-2378398</c:v>
                </c:pt>
                <c:pt idx="464">
                  <c:v>-2196647</c:v>
                </c:pt>
                <c:pt idx="465">
                  <c:v>-2164970</c:v>
                </c:pt>
                <c:pt idx="466">
                  <c:v>-2337516</c:v>
                </c:pt>
                <c:pt idx="467">
                  <c:v>-2374300</c:v>
                </c:pt>
                <c:pt idx="468">
                  <c:v>-2271065</c:v>
                </c:pt>
                <c:pt idx="469">
                  <c:v>-2296252</c:v>
                </c:pt>
                <c:pt idx="470">
                  <c:v>-2107659</c:v>
                </c:pt>
                <c:pt idx="471">
                  <c:v>-2177360</c:v>
                </c:pt>
                <c:pt idx="472">
                  <c:v>-2184722</c:v>
                </c:pt>
                <c:pt idx="473">
                  <c:v>-2380784</c:v>
                </c:pt>
                <c:pt idx="474">
                  <c:v>-2164581</c:v>
                </c:pt>
                <c:pt idx="475">
                  <c:v>-2183590</c:v>
                </c:pt>
                <c:pt idx="476">
                  <c:v>-2150886</c:v>
                </c:pt>
                <c:pt idx="477">
                  <c:v>-2150410</c:v>
                </c:pt>
                <c:pt idx="478">
                  <c:v>-2125842</c:v>
                </c:pt>
                <c:pt idx="479">
                  <c:v>-2169010</c:v>
                </c:pt>
                <c:pt idx="480">
                  <c:v>-2170693</c:v>
                </c:pt>
                <c:pt idx="481">
                  <c:v>-2293465</c:v>
                </c:pt>
                <c:pt idx="482">
                  <c:v>-2313376</c:v>
                </c:pt>
                <c:pt idx="483">
                  <c:v>-2350253</c:v>
                </c:pt>
                <c:pt idx="484">
                  <c:v>-2178674</c:v>
                </c:pt>
                <c:pt idx="485">
                  <c:v>-2175739</c:v>
                </c:pt>
                <c:pt idx="486">
                  <c:v>-2344699</c:v>
                </c:pt>
                <c:pt idx="487">
                  <c:v>-2173028</c:v>
                </c:pt>
                <c:pt idx="488">
                  <c:v>-2269118</c:v>
                </c:pt>
                <c:pt idx="489">
                  <c:v>-2186703</c:v>
                </c:pt>
                <c:pt idx="490">
                  <c:v>-2207410</c:v>
                </c:pt>
                <c:pt idx="491">
                  <c:v>-2271780</c:v>
                </c:pt>
                <c:pt idx="492">
                  <c:v>-2109567</c:v>
                </c:pt>
                <c:pt idx="493">
                  <c:v>-2300782</c:v>
                </c:pt>
                <c:pt idx="494">
                  <c:v>-2276348</c:v>
                </c:pt>
                <c:pt idx="495">
                  <c:v>-2180572</c:v>
                </c:pt>
                <c:pt idx="496">
                  <c:v>-2149368</c:v>
                </c:pt>
                <c:pt idx="497">
                  <c:v>-2338503</c:v>
                </c:pt>
                <c:pt idx="498">
                  <c:v>-2367594</c:v>
                </c:pt>
                <c:pt idx="499">
                  <c:v>-2206948</c:v>
                </c:pt>
                <c:pt idx="500">
                  <c:v>-2275874</c:v>
                </c:pt>
                <c:pt idx="501">
                  <c:v>-2284454</c:v>
                </c:pt>
                <c:pt idx="502">
                  <c:v>-2198664</c:v>
                </c:pt>
                <c:pt idx="503">
                  <c:v>-2155854</c:v>
                </c:pt>
                <c:pt idx="504">
                  <c:v>-2387864</c:v>
                </c:pt>
                <c:pt idx="505">
                  <c:v>-2319545</c:v>
                </c:pt>
                <c:pt idx="506">
                  <c:v>-2443052</c:v>
                </c:pt>
                <c:pt idx="507">
                  <c:v>-2377873</c:v>
                </c:pt>
                <c:pt idx="508">
                  <c:v>-2233057</c:v>
                </c:pt>
                <c:pt idx="509">
                  <c:v>-2206000</c:v>
                </c:pt>
                <c:pt idx="510">
                  <c:v>-2218203</c:v>
                </c:pt>
                <c:pt idx="511">
                  <c:v>-2348539</c:v>
                </c:pt>
                <c:pt idx="512">
                  <c:v>-2293360</c:v>
                </c:pt>
                <c:pt idx="513">
                  <c:v>-2353537</c:v>
                </c:pt>
                <c:pt idx="514">
                  <c:v>-2281207</c:v>
                </c:pt>
                <c:pt idx="515">
                  <c:v>-2156113</c:v>
                </c:pt>
                <c:pt idx="516">
                  <c:v>-2298282</c:v>
                </c:pt>
                <c:pt idx="517">
                  <c:v>-2174112</c:v>
                </c:pt>
                <c:pt idx="518">
                  <c:v>-2152131</c:v>
                </c:pt>
                <c:pt idx="519">
                  <c:v>-2314528</c:v>
                </c:pt>
                <c:pt idx="520">
                  <c:v>-2334156</c:v>
                </c:pt>
                <c:pt idx="521">
                  <c:v>-2134944</c:v>
                </c:pt>
                <c:pt idx="522">
                  <c:v>-2389315</c:v>
                </c:pt>
                <c:pt idx="523">
                  <c:v>-2254823</c:v>
                </c:pt>
                <c:pt idx="524">
                  <c:v>-2117700</c:v>
                </c:pt>
                <c:pt idx="525">
                  <c:v>-2261437</c:v>
                </c:pt>
                <c:pt idx="526">
                  <c:v>-2163108</c:v>
                </c:pt>
                <c:pt idx="527">
                  <c:v>-2181208</c:v>
                </c:pt>
                <c:pt idx="528">
                  <c:v>-2320536</c:v>
                </c:pt>
                <c:pt idx="529">
                  <c:v>-2292327</c:v>
                </c:pt>
                <c:pt idx="530">
                  <c:v>-2104821</c:v>
                </c:pt>
                <c:pt idx="531">
                  <c:v>-2186640</c:v>
                </c:pt>
                <c:pt idx="532">
                  <c:v>-2233477</c:v>
                </c:pt>
                <c:pt idx="533">
                  <c:v>-2367118</c:v>
                </c:pt>
                <c:pt idx="534">
                  <c:v>-2204778</c:v>
                </c:pt>
                <c:pt idx="535">
                  <c:v>-2349323</c:v>
                </c:pt>
                <c:pt idx="536">
                  <c:v>-2302327</c:v>
                </c:pt>
                <c:pt idx="537">
                  <c:v>-2175350</c:v>
                </c:pt>
                <c:pt idx="538">
                  <c:v>-2383701</c:v>
                </c:pt>
                <c:pt idx="539">
                  <c:v>-2283506</c:v>
                </c:pt>
                <c:pt idx="540">
                  <c:v>-2324076</c:v>
                </c:pt>
                <c:pt idx="541">
                  <c:v>-2202382</c:v>
                </c:pt>
                <c:pt idx="542">
                  <c:v>-2207504</c:v>
                </c:pt>
                <c:pt idx="543">
                  <c:v>-2212582</c:v>
                </c:pt>
                <c:pt idx="544">
                  <c:v>-2103155</c:v>
                </c:pt>
                <c:pt idx="545">
                  <c:v>-2359250</c:v>
                </c:pt>
                <c:pt idx="546">
                  <c:v>-2138272</c:v>
                </c:pt>
                <c:pt idx="547">
                  <c:v>-2298435</c:v>
                </c:pt>
                <c:pt idx="548">
                  <c:v>-2416113</c:v>
                </c:pt>
                <c:pt idx="549">
                  <c:v>-2105657</c:v>
                </c:pt>
                <c:pt idx="550">
                  <c:v>-2302754</c:v>
                </c:pt>
                <c:pt idx="551">
                  <c:v>-2307767</c:v>
                </c:pt>
                <c:pt idx="552">
                  <c:v>-2311287</c:v>
                </c:pt>
                <c:pt idx="553">
                  <c:v>-2204636</c:v>
                </c:pt>
                <c:pt idx="554">
                  <c:v>-2243531</c:v>
                </c:pt>
                <c:pt idx="555">
                  <c:v>-2169434</c:v>
                </c:pt>
                <c:pt idx="556">
                  <c:v>-2286102</c:v>
                </c:pt>
                <c:pt idx="557">
                  <c:v>-2322027</c:v>
                </c:pt>
                <c:pt idx="558">
                  <c:v>-2214794</c:v>
                </c:pt>
                <c:pt idx="559">
                  <c:v>-2227917</c:v>
                </c:pt>
                <c:pt idx="560">
                  <c:v>-2129816</c:v>
                </c:pt>
                <c:pt idx="561">
                  <c:v>-2138072</c:v>
                </c:pt>
                <c:pt idx="562">
                  <c:v>-2223980</c:v>
                </c:pt>
                <c:pt idx="563">
                  <c:v>-2127578</c:v>
                </c:pt>
                <c:pt idx="564">
                  <c:v>-2352838</c:v>
                </c:pt>
                <c:pt idx="565">
                  <c:v>-2297210</c:v>
                </c:pt>
                <c:pt idx="566">
                  <c:v>-2266813</c:v>
                </c:pt>
                <c:pt idx="567">
                  <c:v>-2221542</c:v>
                </c:pt>
                <c:pt idx="568">
                  <c:v>-2168197</c:v>
                </c:pt>
                <c:pt idx="569">
                  <c:v>-2221130</c:v>
                </c:pt>
                <c:pt idx="570">
                  <c:v>-2309105</c:v>
                </c:pt>
                <c:pt idx="571">
                  <c:v>-2283388</c:v>
                </c:pt>
                <c:pt idx="572">
                  <c:v>-2239914</c:v>
                </c:pt>
                <c:pt idx="573">
                  <c:v>-2148537</c:v>
                </c:pt>
                <c:pt idx="574">
                  <c:v>-2433991</c:v>
                </c:pt>
                <c:pt idx="575">
                  <c:v>-2359011</c:v>
                </c:pt>
                <c:pt idx="576">
                  <c:v>-2187671</c:v>
                </c:pt>
                <c:pt idx="577">
                  <c:v>-2195302</c:v>
                </c:pt>
                <c:pt idx="578">
                  <c:v>-2308802</c:v>
                </c:pt>
                <c:pt idx="579">
                  <c:v>-2261930</c:v>
                </c:pt>
                <c:pt idx="580">
                  <c:v>-2265889</c:v>
                </c:pt>
                <c:pt idx="581">
                  <c:v>-2306044</c:v>
                </c:pt>
                <c:pt idx="582">
                  <c:v>-2251979</c:v>
                </c:pt>
                <c:pt idx="583">
                  <c:v>-2205555</c:v>
                </c:pt>
                <c:pt idx="584">
                  <c:v>-2336833</c:v>
                </c:pt>
                <c:pt idx="585">
                  <c:v>-2134696</c:v>
                </c:pt>
                <c:pt idx="586">
                  <c:v>-2238771</c:v>
                </c:pt>
                <c:pt idx="587">
                  <c:v>-2229267</c:v>
                </c:pt>
                <c:pt idx="588">
                  <c:v>-2127849</c:v>
                </c:pt>
                <c:pt idx="589">
                  <c:v>-2238158</c:v>
                </c:pt>
                <c:pt idx="590">
                  <c:v>-2176830</c:v>
                </c:pt>
                <c:pt idx="591">
                  <c:v>-2237457</c:v>
                </c:pt>
                <c:pt idx="592">
                  <c:v>-2257928</c:v>
                </c:pt>
                <c:pt idx="593">
                  <c:v>-2260419</c:v>
                </c:pt>
                <c:pt idx="594">
                  <c:v>-2331585</c:v>
                </c:pt>
                <c:pt idx="595">
                  <c:v>-2269927</c:v>
                </c:pt>
                <c:pt idx="596">
                  <c:v>-2291319</c:v>
                </c:pt>
                <c:pt idx="597">
                  <c:v>-2192575</c:v>
                </c:pt>
                <c:pt idx="598">
                  <c:v>-2349323</c:v>
                </c:pt>
                <c:pt idx="599">
                  <c:v>-2369976</c:v>
                </c:pt>
                <c:pt idx="600">
                  <c:v>-2109281</c:v>
                </c:pt>
                <c:pt idx="601">
                  <c:v>-2393131</c:v>
                </c:pt>
                <c:pt idx="602">
                  <c:v>-2238443</c:v>
                </c:pt>
                <c:pt idx="603">
                  <c:v>-2113397</c:v>
                </c:pt>
                <c:pt idx="604">
                  <c:v>-2152887</c:v>
                </c:pt>
                <c:pt idx="605">
                  <c:v>-2284549</c:v>
                </c:pt>
                <c:pt idx="606">
                  <c:v>-2221487</c:v>
                </c:pt>
                <c:pt idx="607">
                  <c:v>-2335521</c:v>
                </c:pt>
                <c:pt idx="608">
                  <c:v>-2292434</c:v>
                </c:pt>
                <c:pt idx="609">
                  <c:v>-2143980</c:v>
                </c:pt>
                <c:pt idx="610">
                  <c:v>-2183378</c:v>
                </c:pt>
                <c:pt idx="611">
                  <c:v>-2253982</c:v>
                </c:pt>
                <c:pt idx="612">
                  <c:v>-2183837</c:v>
                </c:pt>
                <c:pt idx="613">
                  <c:v>-2267511</c:v>
                </c:pt>
                <c:pt idx="614">
                  <c:v>-2364475</c:v>
                </c:pt>
                <c:pt idx="615">
                  <c:v>-2248549</c:v>
                </c:pt>
                <c:pt idx="616">
                  <c:v>-2174006</c:v>
                </c:pt>
                <c:pt idx="617">
                  <c:v>-2298056</c:v>
                </c:pt>
                <c:pt idx="618">
                  <c:v>-2280150</c:v>
                </c:pt>
                <c:pt idx="619">
                  <c:v>-2297889</c:v>
                </c:pt>
                <c:pt idx="620">
                  <c:v>-2159399</c:v>
                </c:pt>
                <c:pt idx="621">
                  <c:v>-2257021</c:v>
                </c:pt>
                <c:pt idx="622">
                  <c:v>-2354262</c:v>
                </c:pt>
                <c:pt idx="623">
                  <c:v>-2372083</c:v>
                </c:pt>
                <c:pt idx="624">
                  <c:v>-2250322</c:v>
                </c:pt>
                <c:pt idx="625">
                  <c:v>-2348037</c:v>
                </c:pt>
                <c:pt idx="626">
                  <c:v>-2371762</c:v>
                </c:pt>
                <c:pt idx="627">
                  <c:v>-2306051</c:v>
                </c:pt>
                <c:pt idx="628">
                  <c:v>-2304769</c:v>
                </c:pt>
                <c:pt idx="629">
                  <c:v>-2232798</c:v>
                </c:pt>
                <c:pt idx="630">
                  <c:v>-2143333</c:v>
                </c:pt>
                <c:pt idx="631">
                  <c:v>-2360011</c:v>
                </c:pt>
                <c:pt idx="632">
                  <c:v>-2368999</c:v>
                </c:pt>
                <c:pt idx="633">
                  <c:v>-2220074</c:v>
                </c:pt>
                <c:pt idx="634">
                  <c:v>-2362727</c:v>
                </c:pt>
                <c:pt idx="635">
                  <c:v>-2153334</c:v>
                </c:pt>
                <c:pt idx="636">
                  <c:v>-2369380</c:v>
                </c:pt>
                <c:pt idx="637">
                  <c:v>-2336815</c:v>
                </c:pt>
                <c:pt idx="638">
                  <c:v>-2089138</c:v>
                </c:pt>
                <c:pt idx="639">
                  <c:v>-2381603</c:v>
                </c:pt>
                <c:pt idx="640">
                  <c:v>-2252886</c:v>
                </c:pt>
                <c:pt idx="641">
                  <c:v>-2239547</c:v>
                </c:pt>
                <c:pt idx="642">
                  <c:v>-2304581</c:v>
                </c:pt>
                <c:pt idx="643">
                  <c:v>-2096256</c:v>
                </c:pt>
                <c:pt idx="644">
                  <c:v>-2175423</c:v>
                </c:pt>
                <c:pt idx="645">
                  <c:v>-2184486</c:v>
                </c:pt>
                <c:pt idx="646">
                  <c:v>-2212361</c:v>
                </c:pt>
                <c:pt idx="647">
                  <c:v>-2332469</c:v>
                </c:pt>
                <c:pt idx="648">
                  <c:v>-2220334</c:v>
                </c:pt>
                <c:pt idx="649">
                  <c:v>-2139801</c:v>
                </c:pt>
                <c:pt idx="650">
                  <c:v>-2220231</c:v>
                </c:pt>
                <c:pt idx="651">
                  <c:v>-2407323</c:v>
                </c:pt>
                <c:pt idx="652">
                  <c:v>-2137250</c:v>
                </c:pt>
                <c:pt idx="653">
                  <c:v>-2179381</c:v>
                </c:pt>
                <c:pt idx="654">
                  <c:v>-2128029</c:v>
                </c:pt>
                <c:pt idx="655">
                  <c:v>-2363015</c:v>
                </c:pt>
                <c:pt idx="656">
                  <c:v>-2242941</c:v>
                </c:pt>
                <c:pt idx="657">
                  <c:v>-2313186</c:v>
                </c:pt>
                <c:pt idx="658">
                  <c:v>-2184024</c:v>
                </c:pt>
                <c:pt idx="659">
                  <c:v>-2293358</c:v>
                </c:pt>
                <c:pt idx="660">
                  <c:v>-2294094</c:v>
                </c:pt>
                <c:pt idx="661">
                  <c:v>-2195751</c:v>
                </c:pt>
                <c:pt idx="662">
                  <c:v>-2381055</c:v>
                </c:pt>
                <c:pt idx="663">
                  <c:v>-2365665</c:v>
                </c:pt>
                <c:pt idx="664">
                  <c:v>-2333835</c:v>
                </c:pt>
                <c:pt idx="665">
                  <c:v>-2357773</c:v>
                </c:pt>
                <c:pt idx="666">
                  <c:v>-2325242</c:v>
                </c:pt>
                <c:pt idx="667">
                  <c:v>-2293098</c:v>
                </c:pt>
                <c:pt idx="668">
                  <c:v>-2096380</c:v>
                </c:pt>
                <c:pt idx="669">
                  <c:v>-2355988</c:v>
                </c:pt>
                <c:pt idx="670">
                  <c:v>-2152723</c:v>
                </c:pt>
                <c:pt idx="671">
                  <c:v>-2114821</c:v>
                </c:pt>
                <c:pt idx="672">
                  <c:v>-2361912</c:v>
                </c:pt>
                <c:pt idx="673">
                  <c:v>-2173594</c:v>
                </c:pt>
                <c:pt idx="674">
                  <c:v>-2273232</c:v>
                </c:pt>
                <c:pt idx="675">
                  <c:v>-2162246</c:v>
                </c:pt>
                <c:pt idx="676">
                  <c:v>-2186868</c:v>
                </c:pt>
                <c:pt idx="677">
                  <c:v>-2191579</c:v>
                </c:pt>
                <c:pt idx="678">
                  <c:v>-2335076</c:v>
                </c:pt>
                <c:pt idx="679">
                  <c:v>-2093739</c:v>
                </c:pt>
                <c:pt idx="680">
                  <c:v>-2301229</c:v>
                </c:pt>
                <c:pt idx="681">
                  <c:v>-2182057</c:v>
                </c:pt>
                <c:pt idx="682">
                  <c:v>-2305852</c:v>
                </c:pt>
                <c:pt idx="683">
                  <c:v>-2196729</c:v>
                </c:pt>
                <c:pt idx="684">
                  <c:v>-2334687</c:v>
                </c:pt>
                <c:pt idx="685">
                  <c:v>-2323007</c:v>
                </c:pt>
                <c:pt idx="686">
                  <c:v>-2203192</c:v>
                </c:pt>
                <c:pt idx="687">
                  <c:v>-2229620</c:v>
                </c:pt>
                <c:pt idx="688">
                  <c:v>-2355568</c:v>
                </c:pt>
                <c:pt idx="689">
                  <c:v>-2209962</c:v>
                </c:pt>
                <c:pt idx="690">
                  <c:v>-2164416</c:v>
                </c:pt>
                <c:pt idx="691">
                  <c:v>-2347645</c:v>
                </c:pt>
                <c:pt idx="692">
                  <c:v>-2215993</c:v>
                </c:pt>
                <c:pt idx="693">
                  <c:v>-2378326</c:v>
                </c:pt>
                <c:pt idx="694">
                  <c:v>-2196623</c:v>
                </c:pt>
                <c:pt idx="695">
                  <c:v>-2354048</c:v>
                </c:pt>
                <c:pt idx="696">
                  <c:v>-2161966</c:v>
                </c:pt>
                <c:pt idx="697">
                  <c:v>-2326296</c:v>
                </c:pt>
                <c:pt idx="698">
                  <c:v>-2327034</c:v>
                </c:pt>
                <c:pt idx="699">
                  <c:v>-2233494</c:v>
                </c:pt>
                <c:pt idx="700">
                  <c:v>-2171920</c:v>
                </c:pt>
                <c:pt idx="701">
                  <c:v>-2203720</c:v>
                </c:pt>
                <c:pt idx="702">
                  <c:v>-2150710</c:v>
                </c:pt>
                <c:pt idx="703">
                  <c:v>-2176870</c:v>
                </c:pt>
                <c:pt idx="704">
                  <c:v>-2167599</c:v>
                </c:pt>
                <c:pt idx="705">
                  <c:v>-2334913</c:v>
                </c:pt>
                <c:pt idx="706">
                  <c:v>-2167620</c:v>
                </c:pt>
                <c:pt idx="707">
                  <c:v>-2347001</c:v>
                </c:pt>
                <c:pt idx="708">
                  <c:v>-2250214</c:v>
                </c:pt>
                <c:pt idx="709">
                  <c:v>-2130698</c:v>
                </c:pt>
                <c:pt idx="710">
                  <c:v>-2155878</c:v>
                </c:pt>
                <c:pt idx="711">
                  <c:v>-2185639</c:v>
                </c:pt>
                <c:pt idx="712">
                  <c:v>-2393772</c:v>
                </c:pt>
                <c:pt idx="713">
                  <c:v>-2165900</c:v>
                </c:pt>
                <c:pt idx="714">
                  <c:v>-2326666</c:v>
                </c:pt>
                <c:pt idx="715">
                  <c:v>-2407482</c:v>
                </c:pt>
                <c:pt idx="716">
                  <c:v>-2198015</c:v>
                </c:pt>
                <c:pt idx="717">
                  <c:v>-2374836</c:v>
                </c:pt>
                <c:pt idx="718">
                  <c:v>-2156891</c:v>
                </c:pt>
                <c:pt idx="719">
                  <c:v>-2255287</c:v>
                </c:pt>
                <c:pt idx="720">
                  <c:v>-2175892</c:v>
                </c:pt>
                <c:pt idx="721">
                  <c:v>-2270034</c:v>
                </c:pt>
                <c:pt idx="722">
                  <c:v>-2325312</c:v>
                </c:pt>
                <c:pt idx="723">
                  <c:v>-2330577</c:v>
                </c:pt>
                <c:pt idx="724">
                  <c:v>-2149845</c:v>
                </c:pt>
                <c:pt idx="725">
                  <c:v>-2229687</c:v>
                </c:pt>
                <c:pt idx="726">
                  <c:v>-2214224</c:v>
                </c:pt>
                <c:pt idx="727">
                  <c:v>-2207582</c:v>
                </c:pt>
                <c:pt idx="728">
                  <c:v>-2292517</c:v>
                </c:pt>
                <c:pt idx="729">
                  <c:v>-2292706</c:v>
                </c:pt>
                <c:pt idx="730">
                  <c:v>-2337577</c:v>
                </c:pt>
                <c:pt idx="731">
                  <c:v>-2172592</c:v>
                </c:pt>
                <c:pt idx="732">
                  <c:v>-2260158</c:v>
                </c:pt>
                <c:pt idx="733">
                  <c:v>-2372519</c:v>
                </c:pt>
                <c:pt idx="734">
                  <c:v>-2430136</c:v>
                </c:pt>
                <c:pt idx="735">
                  <c:v>-2274358</c:v>
                </c:pt>
                <c:pt idx="736">
                  <c:v>-2359011</c:v>
                </c:pt>
                <c:pt idx="737">
                  <c:v>-2277960</c:v>
                </c:pt>
                <c:pt idx="738">
                  <c:v>-2190658</c:v>
                </c:pt>
                <c:pt idx="739">
                  <c:v>-2255944</c:v>
                </c:pt>
                <c:pt idx="740">
                  <c:v>-2338517</c:v>
                </c:pt>
                <c:pt idx="741">
                  <c:v>-2186017</c:v>
                </c:pt>
                <c:pt idx="742">
                  <c:v>-2165346</c:v>
                </c:pt>
                <c:pt idx="743">
                  <c:v>-2129310</c:v>
                </c:pt>
                <c:pt idx="744">
                  <c:v>-2093132</c:v>
                </c:pt>
                <c:pt idx="745">
                  <c:v>-2289504</c:v>
                </c:pt>
                <c:pt idx="746">
                  <c:v>-2228869</c:v>
                </c:pt>
                <c:pt idx="747">
                  <c:v>-2117027</c:v>
                </c:pt>
                <c:pt idx="748">
                  <c:v>-2274300</c:v>
                </c:pt>
                <c:pt idx="749">
                  <c:v>-2340006</c:v>
                </c:pt>
                <c:pt idx="750">
                  <c:v>-2165653</c:v>
                </c:pt>
                <c:pt idx="751">
                  <c:v>-2401444</c:v>
                </c:pt>
                <c:pt idx="752">
                  <c:v>-2369084</c:v>
                </c:pt>
                <c:pt idx="753">
                  <c:v>-2251490</c:v>
                </c:pt>
                <c:pt idx="754">
                  <c:v>-2120405</c:v>
                </c:pt>
                <c:pt idx="755">
                  <c:v>-2134484</c:v>
                </c:pt>
                <c:pt idx="756">
                  <c:v>-2269643</c:v>
                </c:pt>
                <c:pt idx="757">
                  <c:v>-2185441</c:v>
                </c:pt>
                <c:pt idx="758">
                  <c:v>-2373775</c:v>
                </c:pt>
                <c:pt idx="759">
                  <c:v>-2329930</c:v>
                </c:pt>
                <c:pt idx="760">
                  <c:v>-2161722</c:v>
                </c:pt>
                <c:pt idx="761">
                  <c:v>-2176800</c:v>
                </c:pt>
                <c:pt idx="762">
                  <c:v>-2240425</c:v>
                </c:pt>
                <c:pt idx="763">
                  <c:v>-2263852</c:v>
                </c:pt>
                <c:pt idx="764">
                  <c:v>-2161727</c:v>
                </c:pt>
                <c:pt idx="765">
                  <c:v>-2258761</c:v>
                </c:pt>
                <c:pt idx="766">
                  <c:v>-2166312</c:v>
                </c:pt>
                <c:pt idx="767">
                  <c:v>-2160685</c:v>
                </c:pt>
                <c:pt idx="768">
                  <c:v>-2198584</c:v>
                </c:pt>
                <c:pt idx="769">
                  <c:v>-2267642</c:v>
                </c:pt>
                <c:pt idx="770">
                  <c:v>-2304901</c:v>
                </c:pt>
                <c:pt idx="771">
                  <c:v>-2128873</c:v>
                </c:pt>
                <c:pt idx="772">
                  <c:v>-2189207</c:v>
                </c:pt>
                <c:pt idx="773">
                  <c:v>-2233310</c:v>
                </c:pt>
                <c:pt idx="774">
                  <c:v>-2240425</c:v>
                </c:pt>
                <c:pt idx="775">
                  <c:v>-2273943</c:v>
                </c:pt>
                <c:pt idx="776">
                  <c:v>-2283827</c:v>
                </c:pt>
                <c:pt idx="777">
                  <c:v>-2211373</c:v>
                </c:pt>
                <c:pt idx="778">
                  <c:v>-2289090</c:v>
                </c:pt>
                <c:pt idx="779">
                  <c:v>-2376527</c:v>
                </c:pt>
                <c:pt idx="780">
                  <c:v>-2185087</c:v>
                </c:pt>
                <c:pt idx="781">
                  <c:v>-2134215</c:v>
                </c:pt>
                <c:pt idx="782">
                  <c:v>-2133071</c:v>
                </c:pt>
                <c:pt idx="783">
                  <c:v>-2339761</c:v>
                </c:pt>
                <c:pt idx="784">
                  <c:v>-2312545</c:v>
                </c:pt>
                <c:pt idx="785">
                  <c:v>-2167467</c:v>
                </c:pt>
                <c:pt idx="786">
                  <c:v>-2152358</c:v>
                </c:pt>
                <c:pt idx="787">
                  <c:v>-2305460</c:v>
                </c:pt>
                <c:pt idx="788">
                  <c:v>-2372763</c:v>
                </c:pt>
                <c:pt idx="789">
                  <c:v>-2213231</c:v>
                </c:pt>
                <c:pt idx="790">
                  <c:v>-2416614</c:v>
                </c:pt>
                <c:pt idx="791">
                  <c:v>-2126524</c:v>
                </c:pt>
                <c:pt idx="792">
                  <c:v>-2106655</c:v>
                </c:pt>
                <c:pt idx="793">
                  <c:v>-2265119</c:v>
                </c:pt>
                <c:pt idx="794">
                  <c:v>-2190136</c:v>
                </c:pt>
                <c:pt idx="795">
                  <c:v>-2336919</c:v>
                </c:pt>
                <c:pt idx="796">
                  <c:v>-2282256</c:v>
                </c:pt>
                <c:pt idx="797">
                  <c:v>-2189899</c:v>
                </c:pt>
                <c:pt idx="798">
                  <c:v>-2132794</c:v>
                </c:pt>
                <c:pt idx="799">
                  <c:v>-2276893</c:v>
                </c:pt>
                <c:pt idx="800">
                  <c:v>-2197626</c:v>
                </c:pt>
                <c:pt idx="801">
                  <c:v>-2316344</c:v>
                </c:pt>
                <c:pt idx="802">
                  <c:v>-2183472</c:v>
                </c:pt>
                <c:pt idx="803">
                  <c:v>-2122621</c:v>
                </c:pt>
                <c:pt idx="804">
                  <c:v>-2267807</c:v>
                </c:pt>
                <c:pt idx="805">
                  <c:v>-2221971</c:v>
                </c:pt>
                <c:pt idx="806">
                  <c:v>-2082484</c:v>
                </c:pt>
                <c:pt idx="807">
                  <c:v>-2134778</c:v>
                </c:pt>
                <c:pt idx="808">
                  <c:v>-2398128</c:v>
                </c:pt>
                <c:pt idx="809">
                  <c:v>-2189274</c:v>
                </c:pt>
                <c:pt idx="810">
                  <c:v>-2202842</c:v>
                </c:pt>
                <c:pt idx="811">
                  <c:v>-2155654</c:v>
                </c:pt>
                <c:pt idx="812">
                  <c:v>-2347324</c:v>
                </c:pt>
                <c:pt idx="813">
                  <c:v>-2166054</c:v>
                </c:pt>
                <c:pt idx="814">
                  <c:v>-2175077</c:v>
                </c:pt>
                <c:pt idx="815">
                  <c:v>-2131037</c:v>
                </c:pt>
                <c:pt idx="816">
                  <c:v>-2117605</c:v>
                </c:pt>
                <c:pt idx="817">
                  <c:v>-2364996</c:v>
                </c:pt>
                <c:pt idx="818">
                  <c:v>-2141004</c:v>
                </c:pt>
                <c:pt idx="819">
                  <c:v>-2122621</c:v>
                </c:pt>
                <c:pt idx="820">
                  <c:v>-2166242</c:v>
                </c:pt>
                <c:pt idx="821">
                  <c:v>-2236872</c:v>
                </c:pt>
                <c:pt idx="822">
                  <c:v>-2278961</c:v>
                </c:pt>
                <c:pt idx="823">
                  <c:v>-2306767</c:v>
                </c:pt>
                <c:pt idx="824">
                  <c:v>-2136227</c:v>
                </c:pt>
                <c:pt idx="825">
                  <c:v>-2365463</c:v>
                </c:pt>
                <c:pt idx="826">
                  <c:v>-2362975</c:v>
                </c:pt>
                <c:pt idx="827">
                  <c:v>-2386018</c:v>
                </c:pt>
                <c:pt idx="828">
                  <c:v>-2153547</c:v>
                </c:pt>
                <c:pt idx="829">
                  <c:v>-2147063</c:v>
                </c:pt>
                <c:pt idx="830">
                  <c:v>-2189262</c:v>
                </c:pt>
                <c:pt idx="831">
                  <c:v>-2276360</c:v>
                </c:pt>
                <c:pt idx="832">
                  <c:v>-2296882</c:v>
                </c:pt>
                <c:pt idx="833">
                  <c:v>-2158065</c:v>
                </c:pt>
                <c:pt idx="834">
                  <c:v>-2266765</c:v>
                </c:pt>
                <c:pt idx="835">
                  <c:v>-2383868</c:v>
                </c:pt>
                <c:pt idx="836">
                  <c:v>-2151781</c:v>
                </c:pt>
                <c:pt idx="837">
                  <c:v>-2311619</c:v>
                </c:pt>
                <c:pt idx="838">
                  <c:v>-2204510</c:v>
                </c:pt>
                <c:pt idx="839">
                  <c:v>-2272064</c:v>
                </c:pt>
                <c:pt idx="840">
                  <c:v>-2140260</c:v>
                </c:pt>
                <c:pt idx="841">
                  <c:v>-2278737</c:v>
                </c:pt>
                <c:pt idx="842">
                  <c:v>-2321951</c:v>
                </c:pt>
                <c:pt idx="843">
                  <c:v>-2149915</c:v>
                </c:pt>
                <c:pt idx="844">
                  <c:v>-2110718</c:v>
                </c:pt>
                <c:pt idx="845">
                  <c:v>-2221384</c:v>
                </c:pt>
                <c:pt idx="846">
                  <c:v>-2324459</c:v>
                </c:pt>
                <c:pt idx="847">
                  <c:v>-2195023</c:v>
                </c:pt>
                <c:pt idx="848">
                  <c:v>-2305839</c:v>
                </c:pt>
                <c:pt idx="849">
                  <c:v>-2190430</c:v>
                </c:pt>
                <c:pt idx="850">
                  <c:v>-2263490</c:v>
                </c:pt>
                <c:pt idx="851">
                  <c:v>-2226899</c:v>
                </c:pt>
                <c:pt idx="852">
                  <c:v>-2234534</c:v>
                </c:pt>
                <c:pt idx="853">
                  <c:v>-2183189</c:v>
                </c:pt>
                <c:pt idx="854">
                  <c:v>-2350039</c:v>
                </c:pt>
                <c:pt idx="855">
                  <c:v>-2134058</c:v>
                </c:pt>
                <c:pt idx="856">
                  <c:v>-2381627</c:v>
                </c:pt>
                <c:pt idx="857">
                  <c:v>-2342312</c:v>
                </c:pt>
                <c:pt idx="858">
                  <c:v>-2273394</c:v>
                </c:pt>
                <c:pt idx="859">
                  <c:v>-2353953</c:v>
                </c:pt>
                <c:pt idx="860">
                  <c:v>-2300037</c:v>
                </c:pt>
                <c:pt idx="861">
                  <c:v>-2160517</c:v>
                </c:pt>
                <c:pt idx="862">
                  <c:v>-2138684</c:v>
                </c:pt>
                <c:pt idx="863">
                  <c:v>-2408079</c:v>
                </c:pt>
                <c:pt idx="864">
                  <c:v>-2169245</c:v>
                </c:pt>
                <c:pt idx="865">
                  <c:v>-2153126</c:v>
                </c:pt>
                <c:pt idx="866">
                  <c:v>-2381758</c:v>
                </c:pt>
                <c:pt idx="867">
                  <c:v>-2142637</c:v>
                </c:pt>
                <c:pt idx="868">
                  <c:v>-2362220</c:v>
                </c:pt>
                <c:pt idx="869">
                  <c:v>-2172557</c:v>
                </c:pt>
                <c:pt idx="870">
                  <c:v>-2375527</c:v>
                </c:pt>
                <c:pt idx="871">
                  <c:v>-2199514</c:v>
                </c:pt>
                <c:pt idx="872">
                  <c:v>-2125360</c:v>
                </c:pt>
                <c:pt idx="873">
                  <c:v>-2110626</c:v>
                </c:pt>
                <c:pt idx="874">
                  <c:v>-2370810</c:v>
                </c:pt>
                <c:pt idx="875">
                  <c:v>-2246881</c:v>
                </c:pt>
                <c:pt idx="876">
                  <c:v>-2344693</c:v>
                </c:pt>
                <c:pt idx="877">
                  <c:v>-2160673</c:v>
                </c:pt>
                <c:pt idx="878">
                  <c:v>-2129827</c:v>
                </c:pt>
                <c:pt idx="879">
                  <c:v>-2174124</c:v>
                </c:pt>
                <c:pt idx="880">
                  <c:v>-2180631</c:v>
                </c:pt>
                <c:pt idx="881">
                  <c:v>-2255681</c:v>
                </c:pt>
                <c:pt idx="882">
                  <c:v>-2380245</c:v>
                </c:pt>
                <c:pt idx="883">
                  <c:v>-2354738</c:v>
                </c:pt>
                <c:pt idx="884">
                  <c:v>-2186597</c:v>
                </c:pt>
                <c:pt idx="885">
                  <c:v>-2160329</c:v>
                </c:pt>
                <c:pt idx="886">
                  <c:v>-2159793</c:v>
                </c:pt>
                <c:pt idx="887">
                  <c:v>-2161424</c:v>
                </c:pt>
                <c:pt idx="888">
                  <c:v>-2160671</c:v>
                </c:pt>
                <c:pt idx="889">
                  <c:v>-2160894</c:v>
                </c:pt>
                <c:pt idx="890">
                  <c:v>-2160388</c:v>
                </c:pt>
                <c:pt idx="891">
                  <c:v>-2160576</c:v>
                </c:pt>
                <c:pt idx="892">
                  <c:v>-2160835</c:v>
                </c:pt>
                <c:pt idx="893">
                  <c:v>-2160546</c:v>
                </c:pt>
                <c:pt idx="894">
                  <c:v>-2160266</c:v>
                </c:pt>
                <c:pt idx="895">
                  <c:v>-2160956</c:v>
                </c:pt>
                <c:pt idx="896">
                  <c:v>-2160400</c:v>
                </c:pt>
                <c:pt idx="897">
                  <c:v>-2160602</c:v>
                </c:pt>
                <c:pt idx="898">
                  <c:v>-2160623</c:v>
                </c:pt>
                <c:pt idx="899">
                  <c:v>-2157096</c:v>
                </c:pt>
                <c:pt idx="900">
                  <c:v>-2161400</c:v>
                </c:pt>
                <c:pt idx="901">
                  <c:v>-2158115</c:v>
                </c:pt>
                <c:pt idx="902">
                  <c:v>-2160612</c:v>
                </c:pt>
                <c:pt idx="903">
                  <c:v>-2160576</c:v>
                </c:pt>
                <c:pt idx="904">
                  <c:v>-2159410</c:v>
                </c:pt>
                <c:pt idx="905">
                  <c:v>-2160930</c:v>
                </c:pt>
                <c:pt idx="906">
                  <c:v>-2157526</c:v>
                </c:pt>
                <c:pt idx="907">
                  <c:v>-2156054</c:v>
                </c:pt>
                <c:pt idx="908">
                  <c:v>-2162461</c:v>
                </c:pt>
                <c:pt idx="909">
                  <c:v>-2157624</c:v>
                </c:pt>
                <c:pt idx="910">
                  <c:v>-2349381</c:v>
                </c:pt>
                <c:pt idx="911">
                  <c:v>-2158515</c:v>
                </c:pt>
                <c:pt idx="912">
                  <c:v>-2156549</c:v>
                </c:pt>
                <c:pt idx="913">
                  <c:v>-2371119</c:v>
                </c:pt>
                <c:pt idx="914">
                  <c:v>-2117991</c:v>
                </c:pt>
                <c:pt idx="915">
                  <c:v>-2158515</c:v>
                </c:pt>
                <c:pt idx="916">
                  <c:v>-2158268</c:v>
                </c:pt>
                <c:pt idx="917">
                  <c:v>-2158668</c:v>
                </c:pt>
                <c:pt idx="918">
                  <c:v>-2160882</c:v>
                </c:pt>
                <c:pt idx="919">
                  <c:v>-2160741</c:v>
                </c:pt>
                <c:pt idx="920">
                  <c:v>-2157032</c:v>
                </c:pt>
                <c:pt idx="921">
                  <c:v>-2160623</c:v>
                </c:pt>
                <c:pt idx="922">
                  <c:v>-2159234</c:v>
                </c:pt>
                <c:pt idx="923">
                  <c:v>-2159514</c:v>
                </c:pt>
                <c:pt idx="924">
                  <c:v>-2160956</c:v>
                </c:pt>
                <c:pt idx="925">
                  <c:v>-2160965</c:v>
                </c:pt>
                <c:pt idx="926">
                  <c:v>-2370833</c:v>
                </c:pt>
                <c:pt idx="927">
                  <c:v>-2157759</c:v>
                </c:pt>
                <c:pt idx="928">
                  <c:v>-2250433</c:v>
                </c:pt>
                <c:pt idx="929">
                  <c:v>-2163179</c:v>
                </c:pt>
                <c:pt idx="930">
                  <c:v>-2160581</c:v>
                </c:pt>
                <c:pt idx="931">
                  <c:v>-2249424</c:v>
                </c:pt>
                <c:pt idx="932">
                  <c:v>-2156549</c:v>
                </c:pt>
                <c:pt idx="933">
                  <c:v>-2161024</c:v>
                </c:pt>
                <c:pt idx="934">
                  <c:v>-2169170</c:v>
                </c:pt>
                <c:pt idx="935">
                  <c:v>-2160930</c:v>
                </c:pt>
                <c:pt idx="936">
                  <c:v>-2156514</c:v>
                </c:pt>
                <c:pt idx="937">
                  <c:v>-2155066</c:v>
                </c:pt>
                <c:pt idx="938">
                  <c:v>-2191529</c:v>
                </c:pt>
                <c:pt idx="939">
                  <c:v>-2156423</c:v>
                </c:pt>
                <c:pt idx="940">
                  <c:v>-2191126</c:v>
                </c:pt>
                <c:pt idx="941">
                  <c:v>-2176387</c:v>
                </c:pt>
                <c:pt idx="942">
                  <c:v>-2159514</c:v>
                </c:pt>
                <c:pt idx="943">
                  <c:v>-2191255</c:v>
                </c:pt>
                <c:pt idx="944">
                  <c:v>-2160623</c:v>
                </c:pt>
                <c:pt idx="945">
                  <c:v>-2175957</c:v>
                </c:pt>
                <c:pt idx="946">
                  <c:v>-2260602</c:v>
                </c:pt>
                <c:pt idx="947">
                  <c:v>-2160729</c:v>
                </c:pt>
                <c:pt idx="948">
                  <c:v>-2159514</c:v>
                </c:pt>
                <c:pt idx="949">
                  <c:v>-2134532</c:v>
                </c:pt>
                <c:pt idx="950">
                  <c:v>-2161012</c:v>
                </c:pt>
                <c:pt idx="951">
                  <c:v>-2160682</c:v>
                </c:pt>
                <c:pt idx="952">
                  <c:v>-2160152</c:v>
                </c:pt>
                <c:pt idx="953">
                  <c:v>-2158350</c:v>
                </c:pt>
                <c:pt idx="954">
                  <c:v>-2159681</c:v>
                </c:pt>
                <c:pt idx="955">
                  <c:v>-2159410</c:v>
                </c:pt>
                <c:pt idx="956">
                  <c:v>-2249424</c:v>
                </c:pt>
                <c:pt idx="957">
                  <c:v>-2348938</c:v>
                </c:pt>
                <c:pt idx="958">
                  <c:v>-2349381</c:v>
                </c:pt>
                <c:pt idx="959">
                  <c:v>-2160294</c:v>
                </c:pt>
                <c:pt idx="960">
                  <c:v>-2160729</c:v>
                </c:pt>
                <c:pt idx="961">
                  <c:v>-2160294</c:v>
                </c:pt>
                <c:pt idx="962">
                  <c:v>-2155419</c:v>
                </c:pt>
                <c:pt idx="963">
                  <c:v>-2168506</c:v>
                </c:pt>
                <c:pt idx="964">
                  <c:v>-1930171</c:v>
                </c:pt>
                <c:pt idx="965">
                  <c:v>-1819558</c:v>
                </c:pt>
                <c:pt idx="966">
                  <c:v>-1911119</c:v>
                </c:pt>
                <c:pt idx="967">
                  <c:v>-1902906</c:v>
                </c:pt>
                <c:pt idx="968">
                  <c:v>-1705029</c:v>
                </c:pt>
                <c:pt idx="969">
                  <c:v>-1886382</c:v>
                </c:pt>
                <c:pt idx="970">
                  <c:v>-1867076</c:v>
                </c:pt>
                <c:pt idx="971">
                  <c:v>-2005560</c:v>
                </c:pt>
                <c:pt idx="972">
                  <c:v>-1914342</c:v>
                </c:pt>
                <c:pt idx="973">
                  <c:v>-1791615</c:v>
                </c:pt>
                <c:pt idx="974">
                  <c:v>-1797231</c:v>
                </c:pt>
                <c:pt idx="975">
                  <c:v>-1709111</c:v>
                </c:pt>
                <c:pt idx="976">
                  <c:v>-1825682</c:v>
                </c:pt>
                <c:pt idx="977">
                  <c:v>-1751817</c:v>
                </c:pt>
                <c:pt idx="978">
                  <c:v>-1882073</c:v>
                </c:pt>
                <c:pt idx="979">
                  <c:v>-1762238</c:v>
                </c:pt>
                <c:pt idx="980">
                  <c:v>-1744685</c:v>
                </c:pt>
                <c:pt idx="981">
                  <c:v>-1925330</c:v>
                </c:pt>
                <c:pt idx="982">
                  <c:v>-1856348</c:v>
                </c:pt>
                <c:pt idx="983">
                  <c:v>-1721663</c:v>
                </c:pt>
                <c:pt idx="984">
                  <c:v>-1944846</c:v>
                </c:pt>
                <c:pt idx="985">
                  <c:v>-1968406</c:v>
                </c:pt>
                <c:pt idx="986">
                  <c:v>-1910065</c:v>
                </c:pt>
                <c:pt idx="987">
                  <c:v>-1974596</c:v>
                </c:pt>
                <c:pt idx="988">
                  <c:v>-1937291</c:v>
                </c:pt>
                <c:pt idx="989">
                  <c:v>-1813944</c:v>
                </c:pt>
                <c:pt idx="990">
                  <c:v>-1840350</c:v>
                </c:pt>
                <c:pt idx="991">
                  <c:v>-1806552</c:v>
                </c:pt>
                <c:pt idx="992">
                  <c:v>-1891475</c:v>
                </c:pt>
                <c:pt idx="993">
                  <c:v>-1831107</c:v>
                </c:pt>
                <c:pt idx="994">
                  <c:v>-1657953</c:v>
                </c:pt>
                <c:pt idx="995">
                  <c:v>-1743877</c:v>
                </c:pt>
                <c:pt idx="996">
                  <c:v>-1678024</c:v>
                </c:pt>
                <c:pt idx="997">
                  <c:v>-1828197</c:v>
                </c:pt>
                <c:pt idx="998">
                  <c:v>-1731867</c:v>
                </c:pt>
                <c:pt idx="999">
                  <c:v>-1821022</c:v>
                </c:pt>
                <c:pt idx="1000">
                  <c:v>-1903662</c:v>
                </c:pt>
                <c:pt idx="1001">
                  <c:v>-1968324</c:v>
                </c:pt>
                <c:pt idx="1002">
                  <c:v>-1826267</c:v>
                </c:pt>
                <c:pt idx="1003">
                  <c:v>-1806101</c:v>
                </c:pt>
                <c:pt idx="1004">
                  <c:v>-1867912</c:v>
                </c:pt>
                <c:pt idx="1005">
                  <c:v>-1893115</c:v>
                </c:pt>
                <c:pt idx="1006">
                  <c:v>-1851602</c:v>
                </c:pt>
                <c:pt idx="1007">
                  <c:v>-1957687</c:v>
                </c:pt>
                <c:pt idx="1008">
                  <c:v>-1963635</c:v>
                </c:pt>
                <c:pt idx="1009">
                  <c:v>-1784269</c:v>
                </c:pt>
                <c:pt idx="1010">
                  <c:v>-1943012</c:v>
                </c:pt>
                <c:pt idx="1011">
                  <c:v>-1884385</c:v>
                </c:pt>
                <c:pt idx="1012">
                  <c:v>-1816040</c:v>
                </c:pt>
                <c:pt idx="1013">
                  <c:v>-1784389</c:v>
                </c:pt>
                <c:pt idx="1014">
                  <c:v>-1783679</c:v>
                </c:pt>
                <c:pt idx="1015">
                  <c:v>-1929998</c:v>
                </c:pt>
                <c:pt idx="1016">
                  <c:v>-1922711</c:v>
                </c:pt>
                <c:pt idx="1017">
                  <c:v>-1886594</c:v>
                </c:pt>
                <c:pt idx="1018">
                  <c:v>-1740204</c:v>
                </c:pt>
                <c:pt idx="1019">
                  <c:v>-1725610</c:v>
                </c:pt>
                <c:pt idx="1020">
                  <c:v>-1803611</c:v>
                </c:pt>
                <c:pt idx="1021">
                  <c:v>-1848475</c:v>
                </c:pt>
                <c:pt idx="1022">
                  <c:v>-1714014</c:v>
                </c:pt>
                <c:pt idx="1023">
                  <c:v>-1919405</c:v>
                </c:pt>
                <c:pt idx="1024">
                  <c:v>-1872958</c:v>
                </c:pt>
                <c:pt idx="1025">
                  <c:v>-1915308</c:v>
                </c:pt>
                <c:pt idx="1026">
                  <c:v>-1746256</c:v>
                </c:pt>
                <c:pt idx="1027">
                  <c:v>-1885083</c:v>
                </c:pt>
                <c:pt idx="1028">
                  <c:v>-1909885</c:v>
                </c:pt>
                <c:pt idx="1029">
                  <c:v>-1776853</c:v>
                </c:pt>
                <c:pt idx="1030">
                  <c:v>-1761997</c:v>
                </c:pt>
                <c:pt idx="1031">
                  <c:v>-1690445</c:v>
                </c:pt>
                <c:pt idx="1032">
                  <c:v>-1753558</c:v>
                </c:pt>
                <c:pt idx="1033">
                  <c:v>-1899359</c:v>
                </c:pt>
                <c:pt idx="1034">
                  <c:v>-1820293</c:v>
                </c:pt>
                <c:pt idx="1035">
                  <c:v>-1788250</c:v>
                </c:pt>
                <c:pt idx="1036">
                  <c:v>-1918439</c:v>
                </c:pt>
                <c:pt idx="1037">
                  <c:v>-1825438</c:v>
                </c:pt>
                <c:pt idx="1038">
                  <c:v>-1806518</c:v>
                </c:pt>
                <c:pt idx="1039">
                  <c:v>-1811444</c:v>
                </c:pt>
                <c:pt idx="1040">
                  <c:v>-1883281</c:v>
                </c:pt>
                <c:pt idx="1041">
                  <c:v>-1757419</c:v>
                </c:pt>
                <c:pt idx="1042">
                  <c:v>-1729529</c:v>
                </c:pt>
                <c:pt idx="1043">
                  <c:v>-1758537</c:v>
                </c:pt>
                <c:pt idx="1044">
                  <c:v>-1915599</c:v>
                </c:pt>
                <c:pt idx="1045">
                  <c:v>-1726822</c:v>
                </c:pt>
                <c:pt idx="1046">
                  <c:v>-1680789</c:v>
                </c:pt>
                <c:pt idx="1047">
                  <c:v>-1909374</c:v>
                </c:pt>
                <c:pt idx="1048">
                  <c:v>-1897811</c:v>
                </c:pt>
                <c:pt idx="1049">
                  <c:v>-1907989</c:v>
                </c:pt>
                <c:pt idx="1050">
                  <c:v>-1689892</c:v>
                </c:pt>
                <c:pt idx="1051">
                  <c:v>-1878262</c:v>
                </c:pt>
                <c:pt idx="1052">
                  <c:v>-1758805</c:v>
                </c:pt>
                <c:pt idx="1053">
                  <c:v>-1802986</c:v>
                </c:pt>
                <c:pt idx="1054">
                  <c:v>-2009630</c:v>
                </c:pt>
                <c:pt idx="1055">
                  <c:v>-1865126</c:v>
                </c:pt>
                <c:pt idx="1056">
                  <c:v>-1756348</c:v>
                </c:pt>
                <c:pt idx="1057">
                  <c:v>-1872349</c:v>
                </c:pt>
                <c:pt idx="1058">
                  <c:v>-1680535</c:v>
                </c:pt>
                <c:pt idx="1059">
                  <c:v>-1919087</c:v>
                </c:pt>
                <c:pt idx="1060">
                  <c:v>-1835107</c:v>
                </c:pt>
                <c:pt idx="1061">
                  <c:v>-1852515</c:v>
                </c:pt>
                <c:pt idx="1062">
                  <c:v>-1988108</c:v>
                </c:pt>
                <c:pt idx="1063">
                  <c:v>-1971089</c:v>
                </c:pt>
                <c:pt idx="1064">
                  <c:v>-1829263</c:v>
                </c:pt>
                <c:pt idx="1065">
                  <c:v>-1856349</c:v>
                </c:pt>
                <c:pt idx="1066">
                  <c:v>-1765232</c:v>
                </c:pt>
                <c:pt idx="1067">
                  <c:v>-1887123</c:v>
                </c:pt>
                <c:pt idx="1068">
                  <c:v>-1852773</c:v>
                </c:pt>
                <c:pt idx="1069">
                  <c:v>-1881085</c:v>
                </c:pt>
                <c:pt idx="1070">
                  <c:v>-1908122</c:v>
                </c:pt>
                <c:pt idx="1071">
                  <c:v>-1902033</c:v>
                </c:pt>
                <c:pt idx="1072">
                  <c:v>-1680731</c:v>
                </c:pt>
                <c:pt idx="1073">
                  <c:v>-1873522</c:v>
                </c:pt>
                <c:pt idx="1074">
                  <c:v>-1839020</c:v>
                </c:pt>
                <c:pt idx="1075">
                  <c:v>-1953722</c:v>
                </c:pt>
                <c:pt idx="1076">
                  <c:v>-1764813</c:v>
                </c:pt>
                <c:pt idx="1077">
                  <c:v>-1924562</c:v>
                </c:pt>
                <c:pt idx="1078">
                  <c:v>-1668464</c:v>
                </c:pt>
                <c:pt idx="1079">
                  <c:v>-1776021</c:v>
                </c:pt>
                <c:pt idx="1080">
                  <c:v>-2000132</c:v>
                </c:pt>
                <c:pt idx="1081">
                  <c:v>-1777409</c:v>
                </c:pt>
                <c:pt idx="1082">
                  <c:v>-1827942</c:v>
                </c:pt>
                <c:pt idx="1083">
                  <c:v>-1706746</c:v>
                </c:pt>
                <c:pt idx="1084">
                  <c:v>-1785981</c:v>
                </c:pt>
                <c:pt idx="1085">
                  <c:v>-1792809</c:v>
                </c:pt>
                <c:pt idx="1086">
                  <c:v>-1659530</c:v>
                </c:pt>
                <c:pt idx="1087">
                  <c:v>-2006262</c:v>
                </c:pt>
                <c:pt idx="1088">
                  <c:v>-2011867</c:v>
                </c:pt>
                <c:pt idx="1089">
                  <c:v>-1828051</c:v>
                </c:pt>
                <c:pt idx="1090">
                  <c:v>-1695068</c:v>
                </c:pt>
                <c:pt idx="1091">
                  <c:v>-1787567</c:v>
                </c:pt>
                <c:pt idx="1092">
                  <c:v>-1936382</c:v>
                </c:pt>
                <c:pt idx="1093">
                  <c:v>-1911979</c:v>
                </c:pt>
                <c:pt idx="1094">
                  <c:v>-1887628</c:v>
                </c:pt>
                <c:pt idx="1095">
                  <c:v>-1855026</c:v>
                </c:pt>
                <c:pt idx="1096">
                  <c:v>-1812323</c:v>
                </c:pt>
                <c:pt idx="1097">
                  <c:v>-1839746</c:v>
                </c:pt>
                <c:pt idx="1098">
                  <c:v>-1989655</c:v>
                </c:pt>
                <c:pt idx="1099">
                  <c:v>-1980437</c:v>
                </c:pt>
                <c:pt idx="1100">
                  <c:v>-1694571</c:v>
                </c:pt>
                <c:pt idx="1101">
                  <c:v>-1971743</c:v>
                </c:pt>
                <c:pt idx="1102">
                  <c:v>-1769178</c:v>
                </c:pt>
                <c:pt idx="1103">
                  <c:v>-1894777</c:v>
                </c:pt>
                <c:pt idx="1104">
                  <c:v>-1838071</c:v>
                </c:pt>
                <c:pt idx="1105">
                  <c:v>-1738344</c:v>
                </c:pt>
                <c:pt idx="1106">
                  <c:v>-1810468</c:v>
                </c:pt>
                <c:pt idx="1107">
                  <c:v>-1743646</c:v>
                </c:pt>
                <c:pt idx="1108">
                  <c:v>-1848037</c:v>
                </c:pt>
                <c:pt idx="1109">
                  <c:v>-1874277</c:v>
                </c:pt>
                <c:pt idx="1110">
                  <c:v>-1937373</c:v>
                </c:pt>
                <c:pt idx="1111">
                  <c:v>-1946835</c:v>
                </c:pt>
                <c:pt idx="1112">
                  <c:v>-1414822</c:v>
                </c:pt>
                <c:pt idx="1113">
                  <c:v>-1765297</c:v>
                </c:pt>
                <c:pt idx="1114">
                  <c:v>-1547627</c:v>
                </c:pt>
                <c:pt idx="1115">
                  <c:v>-1896510</c:v>
                </c:pt>
                <c:pt idx="1116">
                  <c:v>-1850825</c:v>
                </c:pt>
                <c:pt idx="1117">
                  <c:v>-1794083</c:v>
                </c:pt>
                <c:pt idx="1118">
                  <c:v>-1914912</c:v>
                </c:pt>
                <c:pt idx="1119">
                  <c:v>-1401626</c:v>
                </c:pt>
                <c:pt idx="1120">
                  <c:v>-1832317</c:v>
                </c:pt>
                <c:pt idx="1121">
                  <c:v>-1795236</c:v>
                </c:pt>
                <c:pt idx="1122">
                  <c:v>-1992690</c:v>
                </c:pt>
                <c:pt idx="1123">
                  <c:v>-1980355</c:v>
                </c:pt>
                <c:pt idx="1124">
                  <c:v>-1749167</c:v>
                </c:pt>
                <c:pt idx="1125">
                  <c:v>-1852206</c:v>
                </c:pt>
                <c:pt idx="1126">
                  <c:v>-1857417</c:v>
                </c:pt>
                <c:pt idx="1127">
                  <c:v>-1748674</c:v>
                </c:pt>
                <c:pt idx="1128">
                  <c:v>-1757753</c:v>
                </c:pt>
                <c:pt idx="1129">
                  <c:v>-1854956</c:v>
                </c:pt>
                <c:pt idx="1130">
                  <c:v>-1908308</c:v>
                </c:pt>
                <c:pt idx="1131">
                  <c:v>-1856113</c:v>
                </c:pt>
                <c:pt idx="1132">
                  <c:v>-1796745</c:v>
                </c:pt>
                <c:pt idx="1133">
                  <c:v>-1748058</c:v>
                </c:pt>
                <c:pt idx="1134">
                  <c:v>-1792636</c:v>
                </c:pt>
                <c:pt idx="1135">
                  <c:v>-1912628</c:v>
                </c:pt>
                <c:pt idx="1136">
                  <c:v>-1901592</c:v>
                </c:pt>
                <c:pt idx="1137">
                  <c:v>-1947444</c:v>
                </c:pt>
                <c:pt idx="1138">
                  <c:v>-1710680</c:v>
                </c:pt>
                <c:pt idx="1139">
                  <c:v>-1927998</c:v>
                </c:pt>
                <c:pt idx="1140">
                  <c:v>-1735928</c:v>
                </c:pt>
                <c:pt idx="1141">
                  <c:v>-1788562</c:v>
                </c:pt>
                <c:pt idx="1142">
                  <c:v>-1946469</c:v>
                </c:pt>
                <c:pt idx="1143">
                  <c:v>-1738938</c:v>
                </c:pt>
                <c:pt idx="1144">
                  <c:v>-1818751</c:v>
                </c:pt>
                <c:pt idx="1145">
                  <c:v>-1873970</c:v>
                </c:pt>
                <c:pt idx="1146">
                  <c:v>-1739092</c:v>
                </c:pt>
                <c:pt idx="1147">
                  <c:v>-1954877</c:v>
                </c:pt>
                <c:pt idx="1148">
                  <c:v>-1844421</c:v>
                </c:pt>
                <c:pt idx="1149">
                  <c:v>-1650830</c:v>
                </c:pt>
                <c:pt idx="1150">
                  <c:v>-1714129</c:v>
                </c:pt>
                <c:pt idx="1151">
                  <c:v>-1845900</c:v>
                </c:pt>
                <c:pt idx="1152">
                  <c:v>-1932911</c:v>
                </c:pt>
                <c:pt idx="1153">
                  <c:v>-1729454</c:v>
                </c:pt>
                <c:pt idx="1154">
                  <c:v>-1747343</c:v>
                </c:pt>
                <c:pt idx="1155">
                  <c:v>-1921069</c:v>
                </c:pt>
                <c:pt idx="1156">
                  <c:v>-1608566</c:v>
                </c:pt>
                <c:pt idx="1157">
                  <c:v>-1728831</c:v>
                </c:pt>
                <c:pt idx="1158">
                  <c:v>-1818635</c:v>
                </c:pt>
                <c:pt idx="1159">
                  <c:v>-1933517</c:v>
                </c:pt>
                <c:pt idx="1160">
                  <c:v>-1917287</c:v>
                </c:pt>
                <c:pt idx="1161">
                  <c:v>-1719459</c:v>
                </c:pt>
                <c:pt idx="1162">
                  <c:v>-1939516</c:v>
                </c:pt>
                <c:pt idx="1163">
                  <c:v>-1928125</c:v>
                </c:pt>
                <c:pt idx="1164">
                  <c:v>-1876275</c:v>
                </c:pt>
                <c:pt idx="1165">
                  <c:v>-1884804</c:v>
                </c:pt>
                <c:pt idx="1166">
                  <c:v>-1965061</c:v>
                </c:pt>
                <c:pt idx="1167">
                  <c:v>-1854144</c:v>
                </c:pt>
                <c:pt idx="1168">
                  <c:v>-1955845</c:v>
                </c:pt>
                <c:pt idx="1169">
                  <c:v>-1785773</c:v>
                </c:pt>
                <c:pt idx="1170">
                  <c:v>-1826110</c:v>
                </c:pt>
                <c:pt idx="1171">
                  <c:v>-1889266</c:v>
                </c:pt>
                <c:pt idx="1172">
                  <c:v>-1904848</c:v>
                </c:pt>
                <c:pt idx="1173">
                  <c:v>-1852009</c:v>
                </c:pt>
                <c:pt idx="1174">
                  <c:v>-1712975</c:v>
                </c:pt>
                <c:pt idx="1175">
                  <c:v>-1742670</c:v>
                </c:pt>
                <c:pt idx="1176">
                  <c:v>-1748821</c:v>
                </c:pt>
                <c:pt idx="1177">
                  <c:v>-1971521</c:v>
                </c:pt>
                <c:pt idx="1178">
                  <c:v>-1819481</c:v>
                </c:pt>
                <c:pt idx="1179">
                  <c:v>-1933770</c:v>
                </c:pt>
                <c:pt idx="1180">
                  <c:v>-1978173</c:v>
                </c:pt>
                <c:pt idx="1181">
                  <c:v>-1928067</c:v>
                </c:pt>
                <c:pt idx="1182">
                  <c:v>-1802723</c:v>
                </c:pt>
                <c:pt idx="1183">
                  <c:v>-1738364</c:v>
                </c:pt>
                <c:pt idx="1184">
                  <c:v>-1848676</c:v>
                </c:pt>
                <c:pt idx="1185">
                  <c:v>-1848962</c:v>
                </c:pt>
                <c:pt idx="1186">
                  <c:v>-1872294</c:v>
                </c:pt>
                <c:pt idx="1187">
                  <c:v>-1929476</c:v>
                </c:pt>
                <c:pt idx="1188">
                  <c:v>-1789835</c:v>
                </c:pt>
                <c:pt idx="1189">
                  <c:v>-1876995</c:v>
                </c:pt>
                <c:pt idx="1190">
                  <c:v>-1840337</c:v>
                </c:pt>
                <c:pt idx="1191">
                  <c:v>-1807354</c:v>
                </c:pt>
                <c:pt idx="1192">
                  <c:v>-1415655</c:v>
                </c:pt>
                <c:pt idx="1193">
                  <c:v>-1789067</c:v>
                </c:pt>
                <c:pt idx="1194">
                  <c:v>-1793061</c:v>
                </c:pt>
                <c:pt idx="1195">
                  <c:v>-1856767</c:v>
                </c:pt>
                <c:pt idx="1196">
                  <c:v>-1886954</c:v>
                </c:pt>
                <c:pt idx="1197">
                  <c:v>-1741781</c:v>
                </c:pt>
                <c:pt idx="1198">
                  <c:v>-1570298</c:v>
                </c:pt>
                <c:pt idx="1199">
                  <c:v>-1794857</c:v>
                </c:pt>
                <c:pt idx="1200">
                  <c:v>-1950197</c:v>
                </c:pt>
                <c:pt idx="1201">
                  <c:v>-1796757</c:v>
                </c:pt>
                <c:pt idx="1202">
                  <c:v>-1829577</c:v>
                </c:pt>
                <c:pt idx="1203">
                  <c:v>-1900091</c:v>
                </c:pt>
                <c:pt idx="1204">
                  <c:v>-1812257</c:v>
                </c:pt>
                <c:pt idx="1205">
                  <c:v>-1954504</c:v>
                </c:pt>
                <c:pt idx="1206">
                  <c:v>-1810815</c:v>
                </c:pt>
                <c:pt idx="1207">
                  <c:v>-1767151</c:v>
                </c:pt>
                <c:pt idx="1208">
                  <c:v>-1656687</c:v>
                </c:pt>
                <c:pt idx="1209">
                  <c:v>-1792497</c:v>
                </c:pt>
                <c:pt idx="1210">
                  <c:v>-1767614</c:v>
                </c:pt>
                <c:pt idx="1211">
                  <c:v>-1871967</c:v>
                </c:pt>
                <c:pt idx="1212">
                  <c:v>-1709342</c:v>
                </c:pt>
                <c:pt idx="1213">
                  <c:v>-1894696</c:v>
                </c:pt>
                <c:pt idx="1214">
                  <c:v>-1825832</c:v>
                </c:pt>
                <c:pt idx="1215">
                  <c:v>-1971789</c:v>
                </c:pt>
                <c:pt idx="1216">
                  <c:v>-1724456</c:v>
                </c:pt>
                <c:pt idx="1217">
                  <c:v>-1774517</c:v>
                </c:pt>
                <c:pt idx="1218">
                  <c:v>-1785658</c:v>
                </c:pt>
                <c:pt idx="1219">
                  <c:v>-1830260</c:v>
                </c:pt>
                <c:pt idx="1220">
                  <c:v>-1751088</c:v>
                </c:pt>
                <c:pt idx="1221">
                  <c:v>-1910072</c:v>
                </c:pt>
                <c:pt idx="1222">
                  <c:v>-1742298</c:v>
                </c:pt>
                <c:pt idx="1223">
                  <c:v>-1796873</c:v>
                </c:pt>
                <c:pt idx="1224">
                  <c:v>-1865613</c:v>
                </c:pt>
                <c:pt idx="1225">
                  <c:v>-1812549</c:v>
                </c:pt>
                <c:pt idx="1226">
                  <c:v>-1758169</c:v>
                </c:pt>
                <c:pt idx="1227">
                  <c:v>-1771711</c:v>
                </c:pt>
                <c:pt idx="1228">
                  <c:v>-1925019</c:v>
                </c:pt>
                <c:pt idx="1229">
                  <c:v>-1890690</c:v>
                </c:pt>
                <c:pt idx="1230">
                  <c:v>-1902127</c:v>
                </c:pt>
                <c:pt idx="1231">
                  <c:v>-1841990</c:v>
                </c:pt>
                <c:pt idx="1232">
                  <c:v>-1741730</c:v>
                </c:pt>
                <c:pt idx="1233">
                  <c:v>-1795981</c:v>
                </c:pt>
                <c:pt idx="1234">
                  <c:v>-1957244</c:v>
                </c:pt>
                <c:pt idx="1235">
                  <c:v>-1812622</c:v>
                </c:pt>
                <c:pt idx="1236">
                  <c:v>-1932271</c:v>
                </c:pt>
                <c:pt idx="1237">
                  <c:v>-1764677</c:v>
                </c:pt>
                <c:pt idx="1238">
                  <c:v>-1696012</c:v>
                </c:pt>
                <c:pt idx="1239">
                  <c:v>-1954879</c:v>
                </c:pt>
                <c:pt idx="1240">
                  <c:v>-1862864</c:v>
                </c:pt>
                <c:pt idx="1241">
                  <c:v>-1938526</c:v>
                </c:pt>
                <c:pt idx="1242">
                  <c:v>-1877170</c:v>
                </c:pt>
                <c:pt idx="1243">
                  <c:v>-1877623</c:v>
                </c:pt>
                <c:pt idx="1244">
                  <c:v>-1916193</c:v>
                </c:pt>
                <c:pt idx="1245">
                  <c:v>-1949445</c:v>
                </c:pt>
                <c:pt idx="1246">
                  <c:v>-2002533</c:v>
                </c:pt>
                <c:pt idx="1247">
                  <c:v>-1785862</c:v>
                </c:pt>
                <c:pt idx="1248">
                  <c:v>-2018212</c:v>
                </c:pt>
                <c:pt idx="1249">
                  <c:v>-1834817</c:v>
                </c:pt>
                <c:pt idx="1250">
                  <c:v>-1871302</c:v>
                </c:pt>
                <c:pt idx="1251">
                  <c:v>-1760507</c:v>
                </c:pt>
                <c:pt idx="1252">
                  <c:v>-1785889</c:v>
                </c:pt>
                <c:pt idx="1253">
                  <c:v>-1805387</c:v>
                </c:pt>
                <c:pt idx="1254">
                  <c:v>-1758793</c:v>
                </c:pt>
                <c:pt idx="1255">
                  <c:v>-1490446</c:v>
                </c:pt>
                <c:pt idx="1256">
                  <c:v>-1892799</c:v>
                </c:pt>
                <c:pt idx="1257">
                  <c:v>-1824805</c:v>
                </c:pt>
                <c:pt idx="1258">
                  <c:v>-1819615</c:v>
                </c:pt>
                <c:pt idx="1259">
                  <c:v>-1917647</c:v>
                </c:pt>
                <c:pt idx="1260">
                  <c:v>-1689304</c:v>
                </c:pt>
                <c:pt idx="1261">
                  <c:v>-1996450</c:v>
                </c:pt>
                <c:pt idx="1262">
                  <c:v>-1740828</c:v>
                </c:pt>
                <c:pt idx="1263">
                  <c:v>-1959450</c:v>
                </c:pt>
                <c:pt idx="1264">
                  <c:v>-1679556</c:v>
                </c:pt>
                <c:pt idx="1265">
                  <c:v>-1745032</c:v>
                </c:pt>
                <c:pt idx="1266">
                  <c:v>-1858427</c:v>
                </c:pt>
                <c:pt idx="1267">
                  <c:v>-1757467</c:v>
                </c:pt>
                <c:pt idx="1268">
                  <c:v>-1917240</c:v>
                </c:pt>
                <c:pt idx="1269">
                  <c:v>-1797839</c:v>
                </c:pt>
                <c:pt idx="1270">
                  <c:v>-1761736</c:v>
                </c:pt>
                <c:pt idx="1271">
                  <c:v>-1873696</c:v>
                </c:pt>
                <c:pt idx="1272">
                  <c:v>-1784281</c:v>
                </c:pt>
                <c:pt idx="1273">
                  <c:v>-1988376</c:v>
                </c:pt>
                <c:pt idx="1274">
                  <c:v>-1855451</c:v>
                </c:pt>
                <c:pt idx="1275">
                  <c:v>-1910107</c:v>
                </c:pt>
                <c:pt idx="1276">
                  <c:v>-1925936</c:v>
                </c:pt>
                <c:pt idx="1277">
                  <c:v>-1759198</c:v>
                </c:pt>
                <c:pt idx="1278">
                  <c:v>-1976457</c:v>
                </c:pt>
                <c:pt idx="1279">
                  <c:v>-1738402</c:v>
                </c:pt>
                <c:pt idx="1280">
                  <c:v>-1881178</c:v>
                </c:pt>
                <c:pt idx="1281">
                  <c:v>-1758978</c:v>
                </c:pt>
                <c:pt idx="1282">
                  <c:v>-1837377</c:v>
                </c:pt>
                <c:pt idx="1283">
                  <c:v>-1914610</c:v>
                </c:pt>
                <c:pt idx="1284">
                  <c:v>-1787544</c:v>
                </c:pt>
                <c:pt idx="1285">
                  <c:v>-1724274</c:v>
                </c:pt>
                <c:pt idx="1286">
                  <c:v>-1834933</c:v>
                </c:pt>
                <c:pt idx="1287">
                  <c:v>-1920185</c:v>
                </c:pt>
                <c:pt idx="1288">
                  <c:v>-1733501</c:v>
                </c:pt>
                <c:pt idx="1289">
                  <c:v>-1945715</c:v>
                </c:pt>
                <c:pt idx="1290">
                  <c:v>-1808857</c:v>
                </c:pt>
                <c:pt idx="1291">
                  <c:v>-1763420</c:v>
                </c:pt>
                <c:pt idx="1292">
                  <c:v>-1907280</c:v>
                </c:pt>
                <c:pt idx="1293">
                  <c:v>-1920827</c:v>
                </c:pt>
                <c:pt idx="1294">
                  <c:v>-1809240</c:v>
                </c:pt>
                <c:pt idx="1295">
                  <c:v>-1828313</c:v>
                </c:pt>
                <c:pt idx="1296">
                  <c:v>-1766862</c:v>
                </c:pt>
                <c:pt idx="1297">
                  <c:v>-1844776</c:v>
                </c:pt>
                <c:pt idx="1298">
                  <c:v>-1757476</c:v>
                </c:pt>
                <c:pt idx="1299">
                  <c:v>-1987033</c:v>
                </c:pt>
                <c:pt idx="1300">
                  <c:v>-1949701</c:v>
                </c:pt>
                <c:pt idx="1301">
                  <c:v>-1770477</c:v>
                </c:pt>
                <c:pt idx="1302">
                  <c:v>-1781582</c:v>
                </c:pt>
                <c:pt idx="1303">
                  <c:v>-1829866</c:v>
                </c:pt>
                <c:pt idx="1304">
                  <c:v>-1827061</c:v>
                </c:pt>
                <c:pt idx="1305">
                  <c:v>-1752264</c:v>
                </c:pt>
                <c:pt idx="1306">
                  <c:v>-1971099</c:v>
                </c:pt>
                <c:pt idx="1307">
                  <c:v>-1822010</c:v>
                </c:pt>
                <c:pt idx="1308">
                  <c:v>-1990759</c:v>
                </c:pt>
                <c:pt idx="1309">
                  <c:v>-1777627</c:v>
                </c:pt>
                <c:pt idx="1310">
                  <c:v>-1820653</c:v>
                </c:pt>
                <c:pt idx="1311">
                  <c:v>-1711626</c:v>
                </c:pt>
                <c:pt idx="1312">
                  <c:v>-1941660</c:v>
                </c:pt>
                <c:pt idx="1313">
                  <c:v>-1657505</c:v>
                </c:pt>
                <c:pt idx="1314">
                  <c:v>-1936371</c:v>
                </c:pt>
                <c:pt idx="1315">
                  <c:v>-1920266</c:v>
                </c:pt>
                <c:pt idx="1316">
                  <c:v>-1900336</c:v>
                </c:pt>
                <c:pt idx="1317">
                  <c:v>-1950599</c:v>
                </c:pt>
                <c:pt idx="1318">
                  <c:v>-1804213</c:v>
                </c:pt>
                <c:pt idx="1319">
                  <c:v>-1757246</c:v>
                </c:pt>
                <c:pt idx="1320">
                  <c:v>-1785684</c:v>
                </c:pt>
                <c:pt idx="1321">
                  <c:v>-1757152</c:v>
                </c:pt>
                <c:pt idx="1322">
                  <c:v>-1835268</c:v>
                </c:pt>
                <c:pt idx="1323">
                  <c:v>-1858675</c:v>
                </c:pt>
                <c:pt idx="1324">
                  <c:v>-1969526</c:v>
                </c:pt>
                <c:pt idx="1325">
                  <c:v>-1743334</c:v>
                </c:pt>
                <c:pt idx="1326">
                  <c:v>-1750554</c:v>
                </c:pt>
                <c:pt idx="1327">
                  <c:v>-1709111</c:v>
                </c:pt>
                <c:pt idx="1328">
                  <c:v>-1813027</c:v>
                </c:pt>
                <c:pt idx="1329">
                  <c:v>-1956275</c:v>
                </c:pt>
                <c:pt idx="1330">
                  <c:v>-1839087</c:v>
                </c:pt>
                <c:pt idx="1331">
                  <c:v>-1889360</c:v>
                </c:pt>
                <c:pt idx="1332">
                  <c:v>-1834149</c:v>
                </c:pt>
                <c:pt idx="1333">
                  <c:v>-1873057</c:v>
                </c:pt>
                <c:pt idx="1334">
                  <c:v>-1802592</c:v>
                </c:pt>
                <c:pt idx="1335">
                  <c:v>-1935987</c:v>
                </c:pt>
                <c:pt idx="1336">
                  <c:v>-1760307</c:v>
                </c:pt>
                <c:pt idx="1337">
                  <c:v>-1717383</c:v>
                </c:pt>
                <c:pt idx="1338">
                  <c:v>-2000864</c:v>
                </c:pt>
                <c:pt idx="1339">
                  <c:v>-1837542</c:v>
                </c:pt>
                <c:pt idx="1340">
                  <c:v>-1802155</c:v>
                </c:pt>
                <c:pt idx="1341">
                  <c:v>-1822807</c:v>
                </c:pt>
                <c:pt idx="1342">
                  <c:v>-1938142</c:v>
                </c:pt>
                <c:pt idx="1343">
                  <c:v>-1850241</c:v>
                </c:pt>
                <c:pt idx="1344">
                  <c:v>-1868217</c:v>
                </c:pt>
                <c:pt idx="1345">
                  <c:v>-1947487</c:v>
                </c:pt>
                <c:pt idx="1346">
                  <c:v>-1875440</c:v>
                </c:pt>
                <c:pt idx="1347">
                  <c:v>-1906425</c:v>
                </c:pt>
                <c:pt idx="1348">
                  <c:v>-1755652</c:v>
                </c:pt>
                <c:pt idx="1349">
                  <c:v>-1735365</c:v>
                </c:pt>
                <c:pt idx="1350">
                  <c:v>-1765643</c:v>
                </c:pt>
                <c:pt idx="1351">
                  <c:v>-1665159</c:v>
                </c:pt>
                <c:pt idx="1352">
                  <c:v>-1820543</c:v>
                </c:pt>
                <c:pt idx="1353">
                  <c:v>-1623044</c:v>
                </c:pt>
                <c:pt idx="1354">
                  <c:v>-1869147</c:v>
                </c:pt>
                <c:pt idx="1355">
                  <c:v>-1786378</c:v>
                </c:pt>
                <c:pt idx="1356">
                  <c:v>-1858345</c:v>
                </c:pt>
                <c:pt idx="1357">
                  <c:v>-1782464</c:v>
                </c:pt>
                <c:pt idx="1358">
                  <c:v>-1751247</c:v>
                </c:pt>
                <c:pt idx="1359">
                  <c:v>-1826284</c:v>
                </c:pt>
                <c:pt idx="1360">
                  <c:v>-1913941</c:v>
                </c:pt>
                <c:pt idx="1361">
                  <c:v>-1941023</c:v>
                </c:pt>
                <c:pt idx="1362">
                  <c:v>-1975472</c:v>
                </c:pt>
                <c:pt idx="1363">
                  <c:v>-1919010</c:v>
                </c:pt>
                <c:pt idx="1364">
                  <c:v>-1901248</c:v>
                </c:pt>
                <c:pt idx="1365">
                  <c:v>-1814414</c:v>
                </c:pt>
                <c:pt idx="1366">
                  <c:v>-1827478</c:v>
                </c:pt>
                <c:pt idx="1367">
                  <c:v>-1902161</c:v>
                </c:pt>
                <c:pt idx="1368">
                  <c:v>-1684581</c:v>
                </c:pt>
                <c:pt idx="1369">
                  <c:v>-1864165</c:v>
                </c:pt>
                <c:pt idx="1370">
                  <c:v>-1861617</c:v>
                </c:pt>
                <c:pt idx="1371">
                  <c:v>-1761644</c:v>
                </c:pt>
                <c:pt idx="1372">
                  <c:v>-1840576</c:v>
                </c:pt>
                <c:pt idx="1373">
                  <c:v>-1834203</c:v>
                </c:pt>
                <c:pt idx="1374">
                  <c:v>-1836550</c:v>
                </c:pt>
                <c:pt idx="1375">
                  <c:v>-1714187</c:v>
                </c:pt>
                <c:pt idx="1376">
                  <c:v>-1990280</c:v>
                </c:pt>
                <c:pt idx="1377">
                  <c:v>-1913819</c:v>
                </c:pt>
                <c:pt idx="1378">
                  <c:v>-1759556</c:v>
                </c:pt>
                <c:pt idx="1379">
                  <c:v>-1834620</c:v>
                </c:pt>
                <c:pt idx="1380">
                  <c:v>-1894696</c:v>
                </c:pt>
                <c:pt idx="1381">
                  <c:v>-1959712</c:v>
                </c:pt>
                <c:pt idx="1382">
                  <c:v>-1856059</c:v>
                </c:pt>
                <c:pt idx="1383">
                  <c:v>-1850164</c:v>
                </c:pt>
                <c:pt idx="1384">
                  <c:v>-1759776</c:v>
                </c:pt>
                <c:pt idx="1385">
                  <c:v>-1796676</c:v>
                </c:pt>
                <c:pt idx="1386">
                  <c:v>-1891022</c:v>
                </c:pt>
                <c:pt idx="1387">
                  <c:v>-1626826</c:v>
                </c:pt>
                <c:pt idx="1388">
                  <c:v>-1777877</c:v>
                </c:pt>
                <c:pt idx="1389">
                  <c:v>-1759487</c:v>
                </c:pt>
                <c:pt idx="1390">
                  <c:v>-1819435</c:v>
                </c:pt>
                <c:pt idx="1391">
                  <c:v>-1797723</c:v>
                </c:pt>
                <c:pt idx="1392">
                  <c:v>-1812993</c:v>
                </c:pt>
                <c:pt idx="1393">
                  <c:v>-1885269</c:v>
                </c:pt>
                <c:pt idx="1394">
                  <c:v>-1834516</c:v>
                </c:pt>
                <c:pt idx="1395">
                  <c:v>-1670307</c:v>
                </c:pt>
                <c:pt idx="1396">
                  <c:v>-1927438</c:v>
                </c:pt>
                <c:pt idx="1397">
                  <c:v>-1900452</c:v>
                </c:pt>
                <c:pt idx="1398">
                  <c:v>-1850964</c:v>
                </c:pt>
                <c:pt idx="1399">
                  <c:v>-1939061</c:v>
                </c:pt>
                <c:pt idx="1400">
                  <c:v>-1959506</c:v>
                </c:pt>
                <c:pt idx="1401">
                  <c:v>-1847627</c:v>
                </c:pt>
                <c:pt idx="1402">
                  <c:v>-1832730</c:v>
                </c:pt>
                <c:pt idx="1403">
                  <c:v>-1949694</c:v>
                </c:pt>
                <c:pt idx="1404">
                  <c:v>-1973049</c:v>
                </c:pt>
                <c:pt idx="1405">
                  <c:v>-1860250</c:v>
                </c:pt>
                <c:pt idx="1406">
                  <c:v>-1973038</c:v>
                </c:pt>
                <c:pt idx="1407">
                  <c:v>-1810247</c:v>
                </c:pt>
                <c:pt idx="1408">
                  <c:v>-1743911</c:v>
                </c:pt>
                <c:pt idx="1409">
                  <c:v>-1788072</c:v>
                </c:pt>
                <c:pt idx="1410">
                  <c:v>-1936485</c:v>
                </c:pt>
                <c:pt idx="1411">
                  <c:v>-1780181</c:v>
                </c:pt>
                <c:pt idx="1412">
                  <c:v>-1839169</c:v>
                </c:pt>
                <c:pt idx="1413">
                  <c:v>-1800389</c:v>
                </c:pt>
                <c:pt idx="1414">
                  <c:v>-1837150</c:v>
                </c:pt>
                <c:pt idx="1415">
                  <c:v>-1880776</c:v>
                </c:pt>
                <c:pt idx="1416">
                  <c:v>-1918893</c:v>
                </c:pt>
                <c:pt idx="1417">
                  <c:v>-1766527</c:v>
                </c:pt>
                <c:pt idx="1418">
                  <c:v>-1843100</c:v>
                </c:pt>
                <c:pt idx="1419">
                  <c:v>-1840155</c:v>
                </c:pt>
                <c:pt idx="1420">
                  <c:v>-1923234</c:v>
                </c:pt>
                <c:pt idx="1421">
                  <c:v>-1712739</c:v>
                </c:pt>
                <c:pt idx="1422">
                  <c:v>-1802592</c:v>
                </c:pt>
                <c:pt idx="1423">
                  <c:v>-1760888</c:v>
                </c:pt>
                <c:pt idx="1424">
                  <c:v>-1963763</c:v>
                </c:pt>
                <c:pt idx="1425">
                  <c:v>-1959495</c:v>
                </c:pt>
                <c:pt idx="1426">
                  <c:v>-1558390</c:v>
                </c:pt>
                <c:pt idx="1427">
                  <c:v>-1905735</c:v>
                </c:pt>
                <c:pt idx="1428">
                  <c:v>-1786127</c:v>
                </c:pt>
                <c:pt idx="1429">
                  <c:v>-1758108</c:v>
                </c:pt>
                <c:pt idx="1430">
                  <c:v>-1848620</c:v>
                </c:pt>
                <c:pt idx="1431">
                  <c:v>-1844061</c:v>
                </c:pt>
                <c:pt idx="1432">
                  <c:v>-1852591</c:v>
                </c:pt>
                <c:pt idx="1433">
                  <c:v>-1795715</c:v>
                </c:pt>
                <c:pt idx="1434">
                  <c:v>-1838303</c:v>
                </c:pt>
                <c:pt idx="1435">
                  <c:v>-1895510</c:v>
                </c:pt>
                <c:pt idx="1436">
                  <c:v>-1777675</c:v>
                </c:pt>
                <c:pt idx="1437">
                  <c:v>-1960266</c:v>
                </c:pt>
                <c:pt idx="1438">
                  <c:v>-1943394</c:v>
                </c:pt>
                <c:pt idx="1439">
                  <c:v>-1877510</c:v>
                </c:pt>
                <c:pt idx="1440">
                  <c:v>-1884444</c:v>
                </c:pt>
                <c:pt idx="1441">
                  <c:v>-1773118</c:v>
                </c:pt>
                <c:pt idx="1442">
                  <c:v>-1929515</c:v>
                </c:pt>
                <c:pt idx="1443">
                  <c:v>-1893164</c:v>
                </c:pt>
                <c:pt idx="1444">
                  <c:v>-1878809</c:v>
                </c:pt>
                <c:pt idx="1445">
                  <c:v>-1901447</c:v>
                </c:pt>
                <c:pt idx="1446">
                  <c:v>-1985627</c:v>
                </c:pt>
                <c:pt idx="1447">
                  <c:v>-1801527</c:v>
                </c:pt>
                <c:pt idx="1448">
                  <c:v>-1939609</c:v>
                </c:pt>
                <c:pt idx="1449">
                  <c:v>-1873545</c:v>
                </c:pt>
                <c:pt idx="1450">
                  <c:v>-1699960</c:v>
                </c:pt>
                <c:pt idx="1451">
                  <c:v>-1948792</c:v>
                </c:pt>
                <c:pt idx="1452">
                  <c:v>-1929223</c:v>
                </c:pt>
                <c:pt idx="1453">
                  <c:v>-1987419</c:v>
                </c:pt>
                <c:pt idx="1454">
                  <c:v>-1896963</c:v>
                </c:pt>
                <c:pt idx="1455">
                  <c:v>-1922431</c:v>
                </c:pt>
                <c:pt idx="1456">
                  <c:v>-1870943</c:v>
                </c:pt>
                <c:pt idx="1457">
                  <c:v>-1758668</c:v>
                </c:pt>
                <c:pt idx="1458">
                  <c:v>-1739349</c:v>
                </c:pt>
                <c:pt idx="1459">
                  <c:v>-1876635</c:v>
                </c:pt>
                <c:pt idx="1460">
                  <c:v>-1738414</c:v>
                </c:pt>
                <c:pt idx="1461">
                  <c:v>-1803484</c:v>
                </c:pt>
                <c:pt idx="1462">
                  <c:v>-1982480</c:v>
                </c:pt>
                <c:pt idx="1463">
                  <c:v>-1873534</c:v>
                </c:pt>
                <c:pt idx="1464">
                  <c:v>-1849303</c:v>
                </c:pt>
                <c:pt idx="1465">
                  <c:v>-1787821</c:v>
                </c:pt>
                <c:pt idx="1466">
                  <c:v>-1956636</c:v>
                </c:pt>
                <c:pt idx="1467">
                  <c:v>-1941790</c:v>
                </c:pt>
                <c:pt idx="1468">
                  <c:v>-1795460</c:v>
                </c:pt>
                <c:pt idx="1469">
                  <c:v>-1959436</c:v>
                </c:pt>
                <c:pt idx="1470">
                  <c:v>-1770955</c:v>
                </c:pt>
                <c:pt idx="1471">
                  <c:v>-1882573</c:v>
                </c:pt>
                <c:pt idx="1472">
                  <c:v>-1883354</c:v>
                </c:pt>
                <c:pt idx="1473">
                  <c:v>-1792682</c:v>
                </c:pt>
                <c:pt idx="1474">
                  <c:v>-1824314</c:v>
                </c:pt>
                <c:pt idx="1475">
                  <c:v>-1835989</c:v>
                </c:pt>
                <c:pt idx="1476">
                  <c:v>-1796676</c:v>
                </c:pt>
                <c:pt idx="1477">
                  <c:v>-1750820</c:v>
                </c:pt>
                <c:pt idx="1478">
                  <c:v>-1798817</c:v>
                </c:pt>
                <c:pt idx="1479">
                  <c:v>-1899522</c:v>
                </c:pt>
                <c:pt idx="1480">
                  <c:v>-1897707</c:v>
                </c:pt>
                <c:pt idx="1481">
                  <c:v>-1774312</c:v>
                </c:pt>
                <c:pt idx="1482">
                  <c:v>-1784469</c:v>
                </c:pt>
                <c:pt idx="1483">
                  <c:v>-1749791</c:v>
                </c:pt>
                <c:pt idx="1484">
                  <c:v>-1800783</c:v>
                </c:pt>
                <c:pt idx="1485">
                  <c:v>-1763347</c:v>
                </c:pt>
                <c:pt idx="1486">
                  <c:v>-1814244</c:v>
                </c:pt>
                <c:pt idx="1487">
                  <c:v>-1732739</c:v>
                </c:pt>
                <c:pt idx="1488">
                  <c:v>-1753754</c:v>
                </c:pt>
                <c:pt idx="1489">
                  <c:v>-1831802</c:v>
                </c:pt>
                <c:pt idx="1490">
                  <c:v>-1617252</c:v>
                </c:pt>
                <c:pt idx="1491">
                  <c:v>-1915938</c:v>
                </c:pt>
                <c:pt idx="1492">
                  <c:v>-1874350</c:v>
                </c:pt>
                <c:pt idx="1493">
                  <c:v>-1759799</c:v>
                </c:pt>
                <c:pt idx="1494">
                  <c:v>-1979305</c:v>
                </c:pt>
                <c:pt idx="1495">
                  <c:v>-1851637</c:v>
                </c:pt>
                <c:pt idx="1496">
                  <c:v>-1772239</c:v>
                </c:pt>
                <c:pt idx="1497">
                  <c:v>-1958604</c:v>
                </c:pt>
                <c:pt idx="1498">
                  <c:v>-1766538</c:v>
                </c:pt>
                <c:pt idx="1499">
                  <c:v>-1923083</c:v>
                </c:pt>
                <c:pt idx="1500">
                  <c:v>-1769984</c:v>
                </c:pt>
                <c:pt idx="1501">
                  <c:v>-1903255</c:v>
                </c:pt>
                <c:pt idx="1502">
                  <c:v>-1950669</c:v>
                </c:pt>
                <c:pt idx="1503">
                  <c:v>-1991529</c:v>
                </c:pt>
                <c:pt idx="1504">
                  <c:v>-1921675</c:v>
                </c:pt>
                <c:pt idx="1505">
                  <c:v>-1942965</c:v>
                </c:pt>
                <c:pt idx="1506">
                  <c:v>-1766939</c:v>
                </c:pt>
                <c:pt idx="1507">
                  <c:v>-1965478</c:v>
                </c:pt>
                <c:pt idx="1508">
                  <c:v>-1823943</c:v>
                </c:pt>
                <c:pt idx="1509">
                  <c:v>-1773708</c:v>
                </c:pt>
                <c:pt idx="1510">
                  <c:v>-1935788</c:v>
                </c:pt>
                <c:pt idx="1511">
                  <c:v>-1989719</c:v>
                </c:pt>
                <c:pt idx="1512">
                  <c:v>-1946787</c:v>
                </c:pt>
                <c:pt idx="1513">
                  <c:v>-1845076</c:v>
                </c:pt>
                <c:pt idx="1514">
                  <c:v>-1943171</c:v>
                </c:pt>
                <c:pt idx="1515">
                  <c:v>-1977150</c:v>
                </c:pt>
                <c:pt idx="1516">
                  <c:v>-1907629</c:v>
                </c:pt>
                <c:pt idx="1517">
                  <c:v>-1737733</c:v>
                </c:pt>
                <c:pt idx="1518">
                  <c:v>-1901975</c:v>
                </c:pt>
                <c:pt idx="1519">
                  <c:v>-1747030</c:v>
                </c:pt>
                <c:pt idx="1520">
                  <c:v>-1933133</c:v>
                </c:pt>
                <c:pt idx="1521">
                  <c:v>-1871504</c:v>
                </c:pt>
                <c:pt idx="1522">
                  <c:v>-1976737</c:v>
                </c:pt>
                <c:pt idx="1523">
                  <c:v>-1792451</c:v>
                </c:pt>
                <c:pt idx="1524">
                  <c:v>-1825377</c:v>
                </c:pt>
                <c:pt idx="1525">
                  <c:v>-1914906</c:v>
                </c:pt>
                <c:pt idx="1526">
                  <c:v>-1870794</c:v>
                </c:pt>
                <c:pt idx="1527">
                  <c:v>-1826284</c:v>
                </c:pt>
                <c:pt idx="1528">
                  <c:v>-1963833</c:v>
                </c:pt>
                <c:pt idx="1529">
                  <c:v>-1743415</c:v>
                </c:pt>
                <c:pt idx="1530">
                  <c:v>-1751755</c:v>
                </c:pt>
                <c:pt idx="1531">
                  <c:v>-1867701</c:v>
                </c:pt>
                <c:pt idx="1532">
                  <c:v>-1792416</c:v>
                </c:pt>
                <c:pt idx="1533">
                  <c:v>-1949746</c:v>
                </c:pt>
                <c:pt idx="1534">
                  <c:v>-1945599</c:v>
                </c:pt>
                <c:pt idx="1535">
                  <c:v>-1836684</c:v>
                </c:pt>
                <c:pt idx="1536">
                  <c:v>-1901950</c:v>
                </c:pt>
                <c:pt idx="1537">
                  <c:v>-1903022</c:v>
                </c:pt>
                <c:pt idx="1538">
                  <c:v>-1844615</c:v>
                </c:pt>
                <c:pt idx="1539">
                  <c:v>-1967123</c:v>
                </c:pt>
                <c:pt idx="1540">
                  <c:v>-1784248</c:v>
                </c:pt>
                <c:pt idx="1541">
                  <c:v>-1813990</c:v>
                </c:pt>
                <c:pt idx="1542">
                  <c:v>-1827003</c:v>
                </c:pt>
                <c:pt idx="1543">
                  <c:v>-1914342</c:v>
                </c:pt>
                <c:pt idx="1544">
                  <c:v>-1829391</c:v>
                </c:pt>
                <c:pt idx="1545">
                  <c:v>-1838268</c:v>
                </c:pt>
                <c:pt idx="1546">
                  <c:v>-1784862</c:v>
                </c:pt>
                <c:pt idx="1547">
                  <c:v>-1769983</c:v>
                </c:pt>
                <c:pt idx="1548">
                  <c:v>-1745367</c:v>
                </c:pt>
                <c:pt idx="1549">
                  <c:v>-1910386</c:v>
                </c:pt>
                <c:pt idx="1550">
                  <c:v>-1877309</c:v>
                </c:pt>
                <c:pt idx="1551">
                  <c:v>-1776992</c:v>
                </c:pt>
                <c:pt idx="1552">
                  <c:v>-1867849</c:v>
                </c:pt>
                <c:pt idx="1553">
                  <c:v>-1883707</c:v>
                </c:pt>
                <c:pt idx="1554">
                  <c:v>-1929487</c:v>
                </c:pt>
                <c:pt idx="1555">
                  <c:v>-1815919</c:v>
                </c:pt>
                <c:pt idx="1556">
                  <c:v>-1791779</c:v>
                </c:pt>
                <c:pt idx="1557">
                  <c:v>-1869887</c:v>
                </c:pt>
                <c:pt idx="1558">
                  <c:v>-1937047</c:v>
                </c:pt>
                <c:pt idx="1559">
                  <c:v>-1754553</c:v>
                </c:pt>
                <c:pt idx="1560">
                  <c:v>-1752629</c:v>
                </c:pt>
                <c:pt idx="1561">
                  <c:v>-1773014</c:v>
                </c:pt>
                <c:pt idx="1562">
                  <c:v>-1923854</c:v>
                </c:pt>
                <c:pt idx="1563">
                  <c:v>-1768677</c:v>
                </c:pt>
                <c:pt idx="1564">
                  <c:v>-1619450</c:v>
                </c:pt>
                <c:pt idx="1565">
                  <c:v>-1869805</c:v>
                </c:pt>
                <c:pt idx="1566">
                  <c:v>-1731371</c:v>
                </c:pt>
                <c:pt idx="1567">
                  <c:v>-1762110</c:v>
                </c:pt>
                <c:pt idx="1568">
                  <c:v>-1819981</c:v>
                </c:pt>
                <c:pt idx="1569">
                  <c:v>-1999636</c:v>
                </c:pt>
                <c:pt idx="1570">
                  <c:v>-1920534</c:v>
                </c:pt>
                <c:pt idx="1571">
                  <c:v>-1880005</c:v>
                </c:pt>
                <c:pt idx="1572">
                  <c:v>-1974255</c:v>
                </c:pt>
                <c:pt idx="1573">
                  <c:v>-1809981</c:v>
                </c:pt>
                <c:pt idx="1574">
                  <c:v>-1944780</c:v>
                </c:pt>
                <c:pt idx="1575">
                  <c:v>-1855463</c:v>
                </c:pt>
                <c:pt idx="1576">
                  <c:v>-1898184</c:v>
                </c:pt>
                <c:pt idx="1577">
                  <c:v>-1873952</c:v>
                </c:pt>
                <c:pt idx="1578">
                  <c:v>-1798412</c:v>
                </c:pt>
                <c:pt idx="1579">
                  <c:v>-1978219</c:v>
                </c:pt>
                <c:pt idx="1580">
                  <c:v>-1742148</c:v>
                </c:pt>
                <c:pt idx="1581">
                  <c:v>-1893963</c:v>
                </c:pt>
                <c:pt idx="1582">
                  <c:v>-1764945</c:v>
                </c:pt>
                <c:pt idx="1583">
                  <c:v>-1931156</c:v>
                </c:pt>
                <c:pt idx="1584">
                  <c:v>-2001798</c:v>
                </c:pt>
                <c:pt idx="1585">
                  <c:v>-1931851</c:v>
                </c:pt>
                <c:pt idx="1586">
                  <c:v>-1940646</c:v>
                </c:pt>
                <c:pt idx="1587">
                  <c:v>-1843104</c:v>
                </c:pt>
                <c:pt idx="1588">
                  <c:v>-1743392</c:v>
                </c:pt>
                <c:pt idx="1589">
                  <c:v>-1795401</c:v>
                </c:pt>
                <c:pt idx="1590">
                  <c:v>-1810865</c:v>
                </c:pt>
                <c:pt idx="1591">
                  <c:v>-1968574</c:v>
                </c:pt>
                <c:pt idx="1592">
                  <c:v>-1871422</c:v>
                </c:pt>
                <c:pt idx="1593">
                  <c:v>-1894727</c:v>
                </c:pt>
                <c:pt idx="1594">
                  <c:v>-1948944</c:v>
                </c:pt>
                <c:pt idx="1595">
                  <c:v>-1747377</c:v>
                </c:pt>
                <c:pt idx="1596">
                  <c:v>-1912806</c:v>
                </c:pt>
                <c:pt idx="1597">
                  <c:v>-1970679</c:v>
                </c:pt>
                <c:pt idx="1598">
                  <c:v>-1954341</c:v>
                </c:pt>
                <c:pt idx="1599">
                  <c:v>-1792859</c:v>
                </c:pt>
                <c:pt idx="1600">
                  <c:v>-1917356</c:v>
                </c:pt>
                <c:pt idx="1601">
                  <c:v>-1862641</c:v>
                </c:pt>
                <c:pt idx="1602">
                  <c:v>-1891084</c:v>
                </c:pt>
                <c:pt idx="1603">
                  <c:v>-1955472</c:v>
                </c:pt>
                <c:pt idx="1604">
                  <c:v>-1978278</c:v>
                </c:pt>
                <c:pt idx="1605">
                  <c:v>-1770807</c:v>
                </c:pt>
                <c:pt idx="1606">
                  <c:v>-1845859</c:v>
                </c:pt>
                <c:pt idx="1607">
                  <c:v>-1897975</c:v>
                </c:pt>
                <c:pt idx="1608">
                  <c:v>-1860261</c:v>
                </c:pt>
                <c:pt idx="1609">
                  <c:v>-1848667</c:v>
                </c:pt>
                <c:pt idx="1610">
                  <c:v>-1890595</c:v>
                </c:pt>
                <c:pt idx="1611">
                  <c:v>-1881225</c:v>
                </c:pt>
                <c:pt idx="1612">
                  <c:v>-1744235</c:v>
                </c:pt>
                <c:pt idx="1613">
                  <c:v>-1784107</c:v>
                </c:pt>
                <c:pt idx="1614">
                  <c:v>-1823046</c:v>
                </c:pt>
                <c:pt idx="1615">
                  <c:v>-1918683</c:v>
                </c:pt>
                <c:pt idx="1616">
                  <c:v>-1785408</c:v>
                </c:pt>
                <c:pt idx="1617">
                  <c:v>-1946014</c:v>
                </c:pt>
                <c:pt idx="1618">
                  <c:v>-1887965</c:v>
                </c:pt>
                <c:pt idx="1619">
                  <c:v>-1748590</c:v>
                </c:pt>
                <c:pt idx="1620">
                  <c:v>-1653557</c:v>
                </c:pt>
                <c:pt idx="1621">
                  <c:v>-1976944</c:v>
                </c:pt>
                <c:pt idx="1622">
                  <c:v>-1757487</c:v>
                </c:pt>
                <c:pt idx="1623">
                  <c:v>-1732611</c:v>
                </c:pt>
                <c:pt idx="1624">
                  <c:v>-2026120</c:v>
                </c:pt>
                <c:pt idx="1625">
                  <c:v>-1744535</c:v>
                </c:pt>
                <c:pt idx="1626">
                  <c:v>-1785654</c:v>
                </c:pt>
                <c:pt idx="1627">
                  <c:v>-1893382</c:v>
                </c:pt>
                <c:pt idx="1628">
                  <c:v>-1849766</c:v>
                </c:pt>
                <c:pt idx="1629">
                  <c:v>-1802875</c:v>
                </c:pt>
                <c:pt idx="1630">
                  <c:v>-1859834</c:v>
                </c:pt>
                <c:pt idx="1631">
                  <c:v>-1846849</c:v>
                </c:pt>
                <c:pt idx="1632">
                  <c:v>-1763625</c:v>
                </c:pt>
                <c:pt idx="1633">
                  <c:v>-1616711</c:v>
                </c:pt>
                <c:pt idx="1634">
                  <c:v>-1883618</c:v>
                </c:pt>
                <c:pt idx="1635">
                  <c:v>-1743622</c:v>
                </c:pt>
                <c:pt idx="1636">
                  <c:v>-1838157</c:v>
                </c:pt>
                <c:pt idx="1637">
                  <c:v>-1851823</c:v>
                </c:pt>
                <c:pt idx="1638">
                  <c:v>-1775917</c:v>
                </c:pt>
                <c:pt idx="1639">
                  <c:v>-1860597</c:v>
                </c:pt>
                <c:pt idx="1640">
                  <c:v>-1901126</c:v>
                </c:pt>
                <c:pt idx="1641">
                  <c:v>-1869445</c:v>
                </c:pt>
                <c:pt idx="1642">
                  <c:v>-1765417</c:v>
                </c:pt>
                <c:pt idx="1643">
                  <c:v>-2014692</c:v>
                </c:pt>
                <c:pt idx="1644">
                  <c:v>-1905500</c:v>
                </c:pt>
                <c:pt idx="1645">
                  <c:v>-1761113</c:v>
                </c:pt>
                <c:pt idx="1646">
                  <c:v>-1827236</c:v>
                </c:pt>
                <c:pt idx="1647">
                  <c:v>-1852798</c:v>
                </c:pt>
                <c:pt idx="1648">
                  <c:v>-1824882</c:v>
                </c:pt>
                <c:pt idx="1649">
                  <c:v>-1885838</c:v>
                </c:pt>
                <c:pt idx="1650">
                  <c:v>-1718571</c:v>
                </c:pt>
                <c:pt idx="1651">
                  <c:v>-1732410</c:v>
                </c:pt>
                <c:pt idx="1652">
                  <c:v>-1872181</c:v>
                </c:pt>
                <c:pt idx="1653">
                  <c:v>-2008835</c:v>
                </c:pt>
                <c:pt idx="1654">
                  <c:v>-1753364</c:v>
                </c:pt>
                <c:pt idx="1655">
                  <c:v>-1846694</c:v>
                </c:pt>
                <c:pt idx="1656">
                  <c:v>-1824637</c:v>
                </c:pt>
                <c:pt idx="1657">
                  <c:v>-1751004</c:v>
                </c:pt>
                <c:pt idx="1658">
                  <c:v>-1858994</c:v>
                </c:pt>
                <c:pt idx="1659">
                  <c:v>-1959390</c:v>
                </c:pt>
                <c:pt idx="1660">
                  <c:v>-1780567</c:v>
                </c:pt>
                <c:pt idx="1661">
                  <c:v>-1799472</c:v>
                </c:pt>
                <c:pt idx="1662">
                  <c:v>-1782013</c:v>
                </c:pt>
                <c:pt idx="1663">
                  <c:v>-1811973</c:v>
                </c:pt>
                <c:pt idx="1664">
                  <c:v>-1765463</c:v>
                </c:pt>
                <c:pt idx="1665">
                  <c:v>-1780694</c:v>
                </c:pt>
                <c:pt idx="1666">
                  <c:v>-1858554</c:v>
                </c:pt>
                <c:pt idx="1667">
                  <c:v>-1733683</c:v>
                </c:pt>
                <c:pt idx="1668">
                  <c:v>-1745355</c:v>
                </c:pt>
                <c:pt idx="1669">
                  <c:v>-1886332</c:v>
                </c:pt>
                <c:pt idx="1670">
                  <c:v>-1830055</c:v>
                </c:pt>
                <c:pt idx="1671">
                  <c:v>-1825183</c:v>
                </c:pt>
                <c:pt idx="1672">
                  <c:v>-1829329</c:v>
                </c:pt>
                <c:pt idx="1673">
                  <c:v>-1940658</c:v>
                </c:pt>
                <c:pt idx="1674">
                  <c:v>-1742213</c:v>
                </c:pt>
                <c:pt idx="1675">
                  <c:v>-1886089</c:v>
                </c:pt>
                <c:pt idx="1676">
                  <c:v>-1859901</c:v>
                </c:pt>
                <c:pt idx="1677">
                  <c:v>-1862881</c:v>
                </c:pt>
                <c:pt idx="1678">
                  <c:v>-1840132</c:v>
                </c:pt>
                <c:pt idx="1679">
                  <c:v>-1925258</c:v>
                </c:pt>
                <c:pt idx="1680">
                  <c:v>-1785388</c:v>
                </c:pt>
                <c:pt idx="1681">
                  <c:v>-1780233</c:v>
                </c:pt>
                <c:pt idx="1682">
                  <c:v>-1958068</c:v>
                </c:pt>
                <c:pt idx="1683">
                  <c:v>-1743179</c:v>
                </c:pt>
                <c:pt idx="1684">
                  <c:v>-1731244</c:v>
                </c:pt>
                <c:pt idx="1685">
                  <c:v>-1829600</c:v>
                </c:pt>
                <c:pt idx="1686">
                  <c:v>-1842592</c:v>
                </c:pt>
                <c:pt idx="1687">
                  <c:v>-1869816</c:v>
                </c:pt>
                <c:pt idx="1688">
                  <c:v>-1889910</c:v>
                </c:pt>
                <c:pt idx="1689">
                  <c:v>-2004754</c:v>
                </c:pt>
                <c:pt idx="1690">
                  <c:v>-1931467</c:v>
                </c:pt>
                <c:pt idx="1691">
                  <c:v>-1699122</c:v>
                </c:pt>
                <c:pt idx="1692">
                  <c:v>-1807794</c:v>
                </c:pt>
                <c:pt idx="1693">
                  <c:v>-1608745</c:v>
                </c:pt>
                <c:pt idx="1694">
                  <c:v>-1815148</c:v>
                </c:pt>
                <c:pt idx="1695">
                  <c:v>-1818086</c:v>
                </c:pt>
                <c:pt idx="1696">
                  <c:v>-1912690</c:v>
                </c:pt>
                <c:pt idx="1697">
                  <c:v>-1760754</c:v>
                </c:pt>
                <c:pt idx="1698">
                  <c:v>-1745540</c:v>
                </c:pt>
                <c:pt idx="1699">
                  <c:v>-1795818</c:v>
                </c:pt>
                <c:pt idx="1700">
                  <c:v>-1410009</c:v>
                </c:pt>
                <c:pt idx="1701">
                  <c:v>-1757268</c:v>
                </c:pt>
                <c:pt idx="1702">
                  <c:v>-1851231</c:v>
                </c:pt>
                <c:pt idx="1703">
                  <c:v>-1731826</c:v>
                </c:pt>
                <c:pt idx="1704">
                  <c:v>-1768307</c:v>
                </c:pt>
                <c:pt idx="1705">
                  <c:v>-1809080</c:v>
                </c:pt>
                <c:pt idx="1706">
                  <c:v>-1829967</c:v>
                </c:pt>
                <c:pt idx="1707">
                  <c:v>-1757101</c:v>
                </c:pt>
                <c:pt idx="1708">
                  <c:v>-1721537</c:v>
                </c:pt>
                <c:pt idx="1709">
                  <c:v>-1931497</c:v>
                </c:pt>
                <c:pt idx="1710">
                  <c:v>-1919871</c:v>
                </c:pt>
                <c:pt idx="1711">
                  <c:v>-1783734</c:v>
                </c:pt>
                <c:pt idx="1712">
                  <c:v>-1877286</c:v>
                </c:pt>
                <c:pt idx="1713">
                  <c:v>-1874955</c:v>
                </c:pt>
                <c:pt idx="1714">
                  <c:v>-1895789</c:v>
                </c:pt>
                <c:pt idx="1715">
                  <c:v>-1850175</c:v>
                </c:pt>
                <c:pt idx="1716">
                  <c:v>-1899061</c:v>
                </c:pt>
                <c:pt idx="1717">
                  <c:v>-1769967</c:v>
                </c:pt>
                <c:pt idx="1718">
                  <c:v>-1777443</c:v>
                </c:pt>
                <c:pt idx="1719">
                  <c:v>-1879365</c:v>
                </c:pt>
                <c:pt idx="1720">
                  <c:v>-1907489</c:v>
                </c:pt>
                <c:pt idx="1721">
                  <c:v>-1779467</c:v>
                </c:pt>
                <c:pt idx="1722">
                  <c:v>-1844548</c:v>
                </c:pt>
                <c:pt idx="1723">
                  <c:v>-1807198</c:v>
                </c:pt>
                <c:pt idx="1724">
                  <c:v>-1876670</c:v>
                </c:pt>
                <c:pt idx="1725">
                  <c:v>-1733236</c:v>
                </c:pt>
                <c:pt idx="1726">
                  <c:v>-1902289</c:v>
                </c:pt>
                <c:pt idx="1727">
                  <c:v>-1956906</c:v>
                </c:pt>
                <c:pt idx="1728">
                  <c:v>-1966068</c:v>
                </c:pt>
                <c:pt idx="1729">
                  <c:v>-1712133</c:v>
                </c:pt>
                <c:pt idx="1730">
                  <c:v>-1829183</c:v>
                </c:pt>
                <c:pt idx="1731">
                  <c:v>-1890301</c:v>
                </c:pt>
                <c:pt idx="1732">
                  <c:v>-1951298</c:v>
                </c:pt>
                <c:pt idx="1733">
                  <c:v>-1845285</c:v>
                </c:pt>
                <c:pt idx="1734">
                  <c:v>-1902778</c:v>
                </c:pt>
                <c:pt idx="1735">
                  <c:v>-1761038</c:v>
                </c:pt>
                <c:pt idx="1736">
                  <c:v>-1926592</c:v>
                </c:pt>
                <c:pt idx="1737">
                  <c:v>-1823897</c:v>
                </c:pt>
                <c:pt idx="1738">
                  <c:v>-1967134</c:v>
                </c:pt>
                <c:pt idx="1739">
                  <c:v>-1765556</c:v>
                </c:pt>
                <c:pt idx="1740">
                  <c:v>-1836951</c:v>
                </c:pt>
                <c:pt idx="1741">
                  <c:v>-1745088</c:v>
                </c:pt>
                <c:pt idx="1742">
                  <c:v>-1898521</c:v>
                </c:pt>
                <c:pt idx="1743">
                  <c:v>-1705559</c:v>
                </c:pt>
                <c:pt idx="1744">
                  <c:v>-1839634</c:v>
                </c:pt>
                <c:pt idx="1745">
                  <c:v>-1586290</c:v>
                </c:pt>
                <c:pt idx="1746">
                  <c:v>-1779669</c:v>
                </c:pt>
                <c:pt idx="1747">
                  <c:v>-1886519</c:v>
                </c:pt>
                <c:pt idx="1748">
                  <c:v>-1742410</c:v>
                </c:pt>
                <c:pt idx="1749">
                  <c:v>-1962877</c:v>
                </c:pt>
                <c:pt idx="1750">
                  <c:v>-1853772</c:v>
                </c:pt>
                <c:pt idx="1751">
                  <c:v>-1881840</c:v>
                </c:pt>
                <c:pt idx="1752">
                  <c:v>-1909257</c:v>
                </c:pt>
                <c:pt idx="1753">
                  <c:v>-1947001</c:v>
                </c:pt>
                <c:pt idx="1754">
                  <c:v>-1927683</c:v>
                </c:pt>
                <c:pt idx="1755">
                  <c:v>-1621431</c:v>
                </c:pt>
                <c:pt idx="1756">
                  <c:v>-1874207</c:v>
                </c:pt>
                <c:pt idx="1757">
                  <c:v>-1815947</c:v>
                </c:pt>
                <c:pt idx="1758">
                  <c:v>-1745518</c:v>
                </c:pt>
                <c:pt idx="1759">
                  <c:v>-1878529</c:v>
                </c:pt>
                <c:pt idx="1760">
                  <c:v>-1877193</c:v>
                </c:pt>
                <c:pt idx="1761">
                  <c:v>-1650910</c:v>
                </c:pt>
                <c:pt idx="1762">
                  <c:v>-1836928</c:v>
                </c:pt>
                <c:pt idx="1763">
                  <c:v>-1858407</c:v>
                </c:pt>
                <c:pt idx="1764">
                  <c:v>-1820906</c:v>
                </c:pt>
                <c:pt idx="1765">
                  <c:v>-1728473</c:v>
                </c:pt>
                <c:pt idx="1766">
                  <c:v>-1919993</c:v>
                </c:pt>
                <c:pt idx="1767">
                  <c:v>-1744929</c:v>
                </c:pt>
                <c:pt idx="1768">
                  <c:v>-1909795</c:v>
                </c:pt>
                <c:pt idx="1769">
                  <c:v>-1829182</c:v>
                </c:pt>
                <c:pt idx="1770">
                  <c:v>-1778612</c:v>
                </c:pt>
                <c:pt idx="1771">
                  <c:v>-1827234</c:v>
                </c:pt>
                <c:pt idx="1772">
                  <c:v>-1911503</c:v>
                </c:pt>
                <c:pt idx="1773">
                  <c:v>-1987092</c:v>
                </c:pt>
                <c:pt idx="1774">
                  <c:v>-1678047</c:v>
                </c:pt>
                <c:pt idx="1775">
                  <c:v>-1874614</c:v>
                </c:pt>
                <c:pt idx="1776">
                  <c:v>-1832321</c:v>
                </c:pt>
                <c:pt idx="1777">
                  <c:v>-1946601</c:v>
                </c:pt>
                <c:pt idx="1778">
                  <c:v>-1762954</c:v>
                </c:pt>
                <c:pt idx="1779">
                  <c:v>-1704851</c:v>
                </c:pt>
                <c:pt idx="1780">
                  <c:v>-1751373</c:v>
                </c:pt>
                <c:pt idx="1781">
                  <c:v>-1863140</c:v>
                </c:pt>
                <c:pt idx="1782">
                  <c:v>-1746152</c:v>
                </c:pt>
                <c:pt idx="1783">
                  <c:v>-1997825</c:v>
                </c:pt>
                <c:pt idx="1784">
                  <c:v>-1899522</c:v>
                </c:pt>
                <c:pt idx="1785">
                  <c:v>-1740379</c:v>
                </c:pt>
                <c:pt idx="1786">
                  <c:v>-1833542</c:v>
                </c:pt>
                <c:pt idx="1787">
                  <c:v>-1933226</c:v>
                </c:pt>
                <c:pt idx="1788">
                  <c:v>-1781142</c:v>
                </c:pt>
                <c:pt idx="1789">
                  <c:v>-1801376</c:v>
                </c:pt>
                <c:pt idx="1790">
                  <c:v>-1759602</c:v>
                </c:pt>
                <c:pt idx="1791">
                  <c:v>-1906139</c:v>
                </c:pt>
                <c:pt idx="1792">
                  <c:v>-1887407</c:v>
                </c:pt>
                <c:pt idx="1793">
                  <c:v>-1977414</c:v>
                </c:pt>
                <c:pt idx="1794">
                  <c:v>-1903362</c:v>
                </c:pt>
                <c:pt idx="1795">
                  <c:v>-1784429</c:v>
                </c:pt>
                <c:pt idx="1796">
                  <c:v>-1806831</c:v>
                </c:pt>
                <c:pt idx="1797">
                  <c:v>-1765820</c:v>
                </c:pt>
                <c:pt idx="1798">
                  <c:v>-1767313</c:v>
                </c:pt>
                <c:pt idx="1799">
                  <c:v>-1903767</c:v>
                </c:pt>
                <c:pt idx="1800">
                  <c:v>-1744016</c:v>
                </c:pt>
                <c:pt idx="1801">
                  <c:v>-1771187</c:v>
                </c:pt>
                <c:pt idx="1802">
                  <c:v>-1843550</c:v>
                </c:pt>
                <c:pt idx="1803">
                  <c:v>-1885610</c:v>
                </c:pt>
                <c:pt idx="1804">
                  <c:v>-1887674</c:v>
                </c:pt>
                <c:pt idx="1805">
                  <c:v>-1704913</c:v>
                </c:pt>
                <c:pt idx="1806">
                  <c:v>-1772990</c:v>
                </c:pt>
                <c:pt idx="1807">
                  <c:v>-1739237</c:v>
                </c:pt>
                <c:pt idx="1808">
                  <c:v>-1815379</c:v>
                </c:pt>
                <c:pt idx="1809">
                  <c:v>-1927987</c:v>
                </c:pt>
                <c:pt idx="1810">
                  <c:v>-1765660</c:v>
                </c:pt>
                <c:pt idx="1811">
                  <c:v>-2005320</c:v>
                </c:pt>
                <c:pt idx="1812">
                  <c:v>-1807491</c:v>
                </c:pt>
                <c:pt idx="1813">
                  <c:v>-1934484</c:v>
                </c:pt>
                <c:pt idx="1814">
                  <c:v>-1766812</c:v>
                </c:pt>
                <c:pt idx="1815">
                  <c:v>-1876229</c:v>
                </c:pt>
                <c:pt idx="1816">
                  <c:v>-1931968</c:v>
                </c:pt>
                <c:pt idx="1817">
                  <c:v>-1864139</c:v>
                </c:pt>
                <c:pt idx="1818">
                  <c:v>-1808220</c:v>
                </c:pt>
                <c:pt idx="1819">
                  <c:v>-1817129</c:v>
                </c:pt>
                <c:pt idx="1820">
                  <c:v>-1919137</c:v>
                </c:pt>
                <c:pt idx="1821">
                  <c:v>-1658736</c:v>
                </c:pt>
                <c:pt idx="1822">
                  <c:v>-1973793</c:v>
                </c:pt>
                <c:pt idx="1823">
                  <c:v>-1737848</c:v>
                </c:pt>
                <c:pt idx="1824">
                  <c:v>-1937880</c:v>
                </c:pt>
                <c:pt idx="1825">
                  <c:v>-1959110</c:v>
                </c:pt>
                <c:pt idx="1826">
                  <c:v>-1826771</c:v>
                </c:pt>
                <c:pt idx="1827">
                  <c:v>-1854597</c:v>
                </c:pt>
                <c:pt idx="1828">
                  <c:v>-1792717</c:v>
                </c:pt>
                <c:pt idx="1829">
                  <c:v>-1874022</c:v>
                </c:pt>
                <c:pt idx="1830">
                  <c:v>-1867700</c:v>
                </c:pt>
                <c:pt idx="1831">
                  <c:v>-1932995</c:v>
                </c:pt>
                <c:pt idx="1832">
                  <c:v>-1952954</c:v>
                </c:pt>
                <c:pt idx="1833">
                  <c:v>-1735645</c:v>
                </c:pt>
                <c:pt idx="1834">
                  <c:v>-1855885</c:v>
                </c:pt>
                <c:pt idx="1835">
                  <c:v>-1794272</c:v>
                </c:pt>
                <c:pt idx="1836">
                  <c:v>-1938666</c:v>
                </c:pt>
                <c:pt idx="1837">
                  <c:v>-1808973</c:v>
                </c:pt>
                <c:pt idx="1838">
                  <c:v>-1861462</c:v>
                </c:pt>
                <c:pt idx="1839">
                  <c:v>-1790564</c:v>
                </c:pt>
                <c:pt idx="1840">
                  <c:v>-1960731</c:v>
                </c:pt>
                <c:pt idx="1841">
                  <c:v>-1550315</c:v>
                </c:pt>
                <c:pt idx="1842">
                  <c:v>-1858009</c:v>
                </c:pt>
                <c:pt idx="1843">
                  <c:v>-1758597</c:v>
                </c:pt>
                <c:pt idx="1844">
                  <c:v>-1754332</c:v>
                </c:pt>
                <c:pt idx="1845">
                  <c:v>-1821557</c:v>
                </c:pt>
                <c:pt idx="1846">
                  <c:v>-1874567</c:v>
                </c:pt>
                <c:pt idx="1847">
                  <c:v>-1905919</c:v>
                </c:pt>
                <c:pt idx="1848">
                  <c:v>-1836835</c:v>
                </c:pt>
                <c:pt idx="1849">
                  <c:v>-1771563</c:v>
                </c:pt>
                <c:pt idx="1850">
                  <c:v>-1667152</c:v>
                </c:pt>
                <c:pt idx="1851">
                  <c:v>-1890150</c:v>
                </c:pt>
                <c:pt idx="1852">
                  <c:v>-1936730</c:v>
                </c:pt>
                <c:pt idx="1853">
                  <c:v>-1811939</c:v>
                </c:pt>
                <c:pt idx="1854">
                  <c:v>-1678024</c:v>
                </c:pt>
                <c:pt idx="1855">
                  <c:v>-1825496</c:v>
                </c:pt>
                <c:pt idx="1856">
                  <c:v>-1940483</c:v>
                </c:pt>
                <c:pt idx="1857">
                  <c:v>-1973420</c:v>
                </c:pt>
                <c:pt idx="1858">
                  <c:v>-1851034</c:v>
                </c:pt>
                <c:pt idx="1859">
                  <c:v>-1903790</c:v>
                </c:pt>
                <c:pt idx="1860">
                  <c:v>-1850397</c:v>
                </c:pt>
                <c:pt idx="1861">
                  <c:v>-1911652</c:v>
                </c:pt>
                <c:pt idx="1862">
                  <c:v>-1918066</c:v>
                </c:pt>
                <c:pt idx="1863">
                  <c:v>-1850314</c:v>
                </c:pt>
                <c:pt idx="1864">
                  <c:v>-1811197</c:v>
                </c:pt>
                <c:pt idx="1865">
                  <c:v>-1976515</c:v>
                </c:pt>
                <c:pt idx="1866">
                  <c:v>-1896616</c:v>
                </c:pt>
                <c:pt idx="1867">
                  <c:v>-1776709</c:v>
                </c:pt>
                <c:pt idx="1868">
                  <c:v>-1921302</c:v>
                </c:pt>
                <c:pt idx="1869">
                  <c:v>-1896777</c:v>
                </c:pt>
                <c:pt idx="1870">
                  <c:v>-1941469</c:v>
                </c:pt>
                <c:pt idx="1871">
                  <c:v>-1782846</c:v>
                </c:pt>
                <c:pt idx="1872">
                  <c:v>-1962519</c:v>
                </c:pt>
                <c:pt idx="1873">
                  <c:v>-1693513</c:v>
                </c:pt>
                <c:pt idx="1874">
                  <c:v>-1840971</c:v>
                </c:pt>
                <c:pt idx="1875">
                  <c:v>-1744466</c:v>
                </c:pt>
                <c:pt idx="1876">
                  <c:v>-1832539</c:v>
                </c:pt>
                <c:pt idx="1877">
                  <c:v>-1823699</c:v>
                </c:pt>
                <c:pt idx="1878">
                  <c:v>-1876461</c:v>
                </c:pt>
                <c:pt idx="1879">
                  <c:v>-1770456</c:v>
                </c:pt>
                <c:pt idx="1880">
                  <c:v>-1694417</c:v>
                </c:pt>
                <c:pt idx="1881">
                  <c:v>-1816665</c:v>
                </c:pt>
                <c:pt idx="1882">
                  <c:v>-1949395</c:v>
                </c:pt>
                <c:pt idx="1883">
                  <c:v>-1871153</c:v>
                </c:pt>
                <c:pt idx="1884">
                  <c:v>-1888248</c:v>
                </c:pt>
                <c:pt idx="1885">
                  <c:v>-1907287</c:v>
                </c:pt>
                <c:pt idx="1886">
                  <c:v>-1908804</c:v>
                </c:pt>
                <c:pt idx="1887">
                  <c:v>-1892836</c:v>
                </c:pt>
                <c:pt idx="1888">
                  <c:v>-1745783</c:v>
                </c:pt>
                <c:pt idx="1889">
                  <c:v>-1973154</c:v>
                </c:pt>
                <c:pt idx="1890">
                  <c:v>-1905947</c:v>
                </c:pt>
                <c:pt idx="1891">
                  <c:v>-1968931</c:v>
                </c:pt>
                <c:pt idx="1892">
                  <c:v>-1766154</c:v>
                </c:pt>
                <c:pt idx="1893">
                  <c:v>-1889720</c:v>
                </c:pt>
                <c:pt idx="1894">
                  <c:v>-1923654</c:v>
                </c:pt>
                <c:pt idx="1895">
                  <c:v>-1801728</c:v>
                </c:pt>
                <c:pt idx="1896">
                  <c:v>-1948326</c:v>
                </c:pt>
                <c:pt idx="1897">
                  <c:v>-1957454</c:v>
                </c:pt>
                <c:pt idx="1898">
                  <c:v>-1988598</c:v>
                </c:pt>
                <c:pt idx="1899">
                  <c:v>-1987979</c:v>
                </c:pt>
                <c:pt idx="1900">
                  <c:v>-1981966</c:v>
                </c:pt>
                <c:pt idx="1901">
                  <c:v>-1811309</c:v>
                </c:pt>
                <c:pt idx="1902">
                  <c:v>-1914715</c:v>
                </c:pt>
                <c:pt idx="1903">
                  <c:v>-1675249</c:v>
                </c:pt>
                <c:pt idx="1904">
                  <c:v>-1874022</c:v>
                </c:pt>
                <c:pt idx="1905">
                  <c:v>-1792370</c:v>
                </c:pt>
                <c:pt idx="1906">
                  <c:v>-1705724</c:v>
                </c:pt>
                <c:pt idx="1907">
                  <c:v>-1877774</c:v>
                </c:pt>
                <c:pt idx="1908">
                  <c:v>-1738010</c:v>
                </c:pt>
                <c:pt idx="1909">
                  <c:v>-1800790</c:v>
                </c:pt>
                <c:pt idx="1910">
                  <c:v>-1898138</c:v>
                </c:pt>
                <c:pt idx="1911">
                  <c:v>-1745667</c:v>
                </c:pt>
                <c:pt idx="1912">
                  <c:v>-1830811</c:v>
                </c:pt>
                <c:pt idx="1913">
                  <c:v>-1847680</c:v>
                </c:pt>
                <c:pt idx="1914">
                  <c:v>-1836625</c:v>
                </c:pt>
                <c:pt idx="1915">
                  <c:v>-1731936</c:v>
                </c:pt>
                <c:pt idx="1916">
                  <c:v>-1746028</c:v>
                </c:pt>
                <c:pt idx="1917">
                  <c:v>-1946752</c:v>
                </c:pt>
                <c:pt idx="1918">
                  <c:v>-1741763</c:v>
                </c:pt>
                <c:pt idx="1919">
                  <c:v>-1890700</c:v>
                </c:pt>
                <c:pt idx="1920">
                  <c:v>-1791379</c:v>
                </c:pt>
                <c:pt idx="1921">
                  <c:v>-1732456</c:v>
                </c:pt>
                <c:pt idx="1922">
                  <c:v>-1951193</c:v>
                </c:pt>
                <c:pt idx="1923">
                  <c:v>-1417083</c:v>
                </c:pt>
                <c:pt idx="1924">
                  <c:v>-1830481</c:v>
                </c:pt>
                <c:pt idx="1925">
                  <c:v>-1782533</c:v>
                </c:pt>
                <c:pt idx="1926">
                  <c:v>-1887721</c:v>
                </c:pt>
                <c:pt idx="1927">
                  <c:v>-1884579</c:v>
                </c:pt>
                <c:pt idx="1928">
                  <c:v>-1849624</c:v>
                </c:pt>
                <c:pt idx="1929">
                  <c:v>-1970121</c:v>
                </c:pt>
                <c:pt idx="1930">
                  <c:v>-1896939</c:v>
                </c:pt>
                <c:pt idx="1931">
                  <c:v>-1982785</c:v>
                </c:pt>
                <c:pt idx="1932">
                  <c:v>-1746626</c:v>
                </c:pt>
                <c:pt idx="1933">
                  <c:v>-1856599</c:v>
                </c:pt>
                <c:pt idx="1934">
                  <c:v>-1865497</c:v>
                </c:pt>
                <c:pt idx="1935">
                  <c:v>-1784266</c:v>
                </c:pt>
                <c:pt idx="1936">
                  <c:v>-1824443</c:v>
                </c:pt>
                <c:pt idx="1937">
                  <c:v>-1932248</c:v>
                </c:pt>
                <c:pt idx="1938">
                  <c:v>-1625401</c:v>
                </c:pt>
                <c:pt idx="1939">
                  <c:v>-1898219</c:v>
                </c:pt>
                <c:pt idx="1940">
                  <c:v>-1885880</c:v>
                </c:pt>
                <c:pt idx="1941">
                  <c:v>-1924192</c:v>
                </c:pt>
                <c:pt idx="1942">
                  <c:v>-1668407</c:v>
                </c:pt>
                <c:pt idx="1943">
                  <c:v>-1849781</c:v>
                </c:pt>
                <c:pt idx="1944">
                  <c:v>-1642891</c:v>
                </c:pt>
                <c:pt idx="1945">
                  <c:v>-1850207</c:v>
                </c:pt>
                <c:pt idx="1946">
                  <c:v>-1894417</c:v>
                </c:pt>
                <c:pt idx="1947">
                  <c:v>-1822987</c:v>
                </c:pt>
                <c:pt idx="1948">
                  <c:v>-1893347</c:v>
                </c:pt>
                <c:pt idx="1949">
                  <c:v>-1758787</c:v>
                </c:pt>
                <c:pt idx="1950">
                  <c:v>-1915919</c:v>
                </c:pt>
                <c:pt idx="1951">
                  <c:v>-1773037</c:v>
                </c:pt>
                <c:pt idx="1952">
                  <c:v>-2013310</c:v>
                </c:pt>
                <c:pt idx="1953">
                  <c:v>-1956789</c:v>
                </c:pt>
                <c:pt idx="1954">
                  <c:v>-1948885</c:v>
                </c:pt>
                <c:pt idx="1955">
                  <c:v>-1927799</c:v>
                </c:pt>
                <c:pt idx="1956">
                  <c:v>-1816380</c:v>
                </c:pt>
                <c:pt idx="1957">
                  <c:v>-1915110</c:v>
                </c:pt>
                <c:pt idx="1958">
                  <c:v>-1875578</c:v>
                </c:pt>
                <c:pt idx="1959">
                  <c:v>-1921442</c:v>
                </c:pt>
                <c:pt idx="1960">
                  <c:v>-1765024</c:v>
                </c:pt>
                <c:pt idx="1961">
                  <c:v>-1908015</c:v>
                </c:pt>
                <c:pt idx="1962">
                  <c:v>-1748902</c:v>
                </c:pt>
                <c:pt idx="1963">
                  <c:v>-1788679</c:v>
                </c:pt>
                <c:pt idx="1964">
                  <c:v>-1685360</c:v>
                </c:pt>
                <c:pt idx="1965">
                  <c:v>-1804225</c:v>
                </c:pt>
                <c:pt idx="1966">
                  <c:v>-1797352</c:v>
                </c:pt>
                <c:pt idx="1967">
                  <c:v>-1588914</c:v>
                </c:pt>
                <c:pt idx="1968">
                  <c:v>-1751374</c:v>
                </c:pt>
                <c:pt idx="1969">
                  <c:v>-1744760</c:v>
                </c:pt>
                <c:pt idx="1970">
                  <c:v>-1857112</c:v>
                </c:pt>
                <c:pt idx="1971">
                  <c:v>-1812604</c:v>
                </c:pt>
                <c:pt idx="1972">
                  <c:v>-1951795</c:v>
                </c:pt>
                <c:pt idx="1973">
                  <c:v>-1886416</c:v>
                </c:pt>
                <c:pt idx="1974">
                  <c:v>-1827562</c:v>
                </c:pt>
                <c:pt idx="1975">
                  <c:v>-1839415</c:v>
                </c:pt>
                <c:pt idx="1976">
                  <c:v>-1741890</c:v>
                </c:pt>
                <c:pt idx="1977">
                  <c:v>-1876020</c:v>
                </c:pt>
                <c:pt idx="1978">
                  <c:v>-1740793</c:v>
                </c:pt>
                <c:pt idx="1979">
                  <c:v>-1730658</c:v>
                </c:pt>
                <c:pt idx="1980">
                  <c:v>-1908071</c:v>
                </c:pt>
                <c:pt idx="1981">
                  <c:v>-1887430</c:v>
                </c:pt>
                <c:pt idx="1982">
                  <c:v>-1889864</c:v>
                </c:pt>
                <c:pt idx="1983">
                  <c:v>-1850442</c:v>
                </c:pt>
                <c:pt idx="1984">
                  <c:v>-1872209</c:v>
                </c:pt>
                <c:pt idx="1985">
                  <c:v>-1891291</c:v>
                </c:pt>
                <c:pt idx="1986">
                  <c:v>-1807041</c:v>
                </c:pt>
                <c:pt idx="1987">
                  <c:v>-1949247</c:v>
                </c:pt>
                <c:pt idx="1988">
                  <c:v>-1854817</c:v>
                </c:pt>
                <c:pt idx="1989">
                  <c:v>-1757314</c:v>
                </c:pt>
                <c:pt idx="1990">
                  <c:v>-1822969</c:v>
                </c:pt>
                <c:pt idx="1991">
                  <c:v>-1750115</c:v>
                </c:pt>
                <c:pt idx="1992">
                  <c:v>-1763579</c:v>
                </c:pt>
                <c:pt idx="1993">
                  <c:v>-1960568</c:v>
                </c:pt>
                <c:pt idx="1994">
                  <c:v>-1874823</c:v>
                </c:pt>
                <c:pt idx="1995">
                  <c:v>-1711631</c:v>
                </c:pt>
                <c:pt idx="1996">
                  <c:v>-1915017</c:v>
                </c:pt>
                <c:pt idx="1997">
                  <c:v>-1743657</c:v>
                </c:pt>
                <c:pt idx="1998">
                  <c:v>-1755202</c:v>
                </c:pt>
                <c:pt idx="1999">
                  <c:v>-1827838</c:v>
                </c:pt>
                <c:pt idx="2000">
                  <c:v>-1823836</c:v>
                </c:pt>
                <c:pt idx="2001">
                  <c:v>-1636772</c:v>
                </c:pt>
                <c:pt idx="2002">
                  <c:v>-1784142</c:v>
                </c:pt>
                <c:pt idx="2003">
                  <c:v>-1923662</c:v>
                </c:pt>
                <c:pt idx="2004">
                  <c:v>-1878510</c:v>
                </c:pt>
                <c:pt idx="2005">
                  <c:v>-1881015</c:v>
                </c:pt>
                <c:pt idx="2006">
                  <c:v>-1918893</c:v>
                </c:pt>
                <c:pt idx="2007">
                  <c:v>-1946531</c:v>
                </c:pt>
                <c:pt idx="2008">
                  <c:v>-1872616</c:v>
                </c:pt>
                <c:pt idx="2009">
                  <c:v>-1722689</c:v>
                </c:pt>
                <c:pt idx="2010">
                  <c:v>-1820110</c:v>
                </c:pt>
                <c:pt idx="2011">
                  <c:v>-1707023</c:v>
                </c:pt>
                <c:pt idx="2012">
                  <c:v>-1973318</c:v>
                </c:pt>
                <c:pt idx="2013">
                  <c:v>-1760365</c:v>
                </c:pt>
                <c:pt idx="2014">
                  <c:v>-1835780</c:v>
                </c:pt>
                <c:pt idx="2015">
                  <c:v>-1724329</c:v>
                </c:pt>
                <c:pt idx="2016">
                  <c:v>-1772227</c:v>
                </c:pt>
                <c:pt idx="2017">
                  <c:v>-1929219</c:v>
                </c:pt>
                <c:pt idx="2018">
                  <c:v>-1753308</c:v>
                </c:pt>
                <c:pt idx="2019">
                  <c:v>-1807719</c:v>
                </c:pt>
                <c:pt idx="2020">
                  <c:v>-1894777</c:v>
                </c:pt>
                <c:pt idx="2021">
                  <c:v>-2016152</c:v>
                </c:pt>
                <c:pt idx="2022">
                  <c:v>-1970856</c:v>
                </c:pt>
                <c:pt idx="2023">
                  <c:v>-1876124</c:v>
                </c:pt>
                <c:pt idx="2024">
                  <c:v>-1924119</c:v>
                </c:pt>
                <c:pt idx="2025">
                  <c:v>-1749260</c:v>
                </c:pt>
                <c:pt idx="2026">
                  <c:v>-1850999</c:v>
                </c:pt>
                <c:pt idx="2027">
                  <c:v>-1951928</c:v>
                </c:pt>
                <c:pt idx="2028">
                  <c:v>-1743385</c:v>
                </c:pt>
                <c:pt idx="2029">
                  <c:v>-1968151</c:v>
                </c:pt>
                <c:pt idx="2030">
                  <c:v>-1928533</c:v>
                </c:pt>
                <c:pt idx="2031">
                  <c:v>-1911573</c:v>
                </c:pt>
                <c:pt idx="2032">
                  <c:v>-1603059</c:v>
                </c:pt>
                <c:pt idx="2033">
                  <c:v>-1746070</c:v>
                </c:pt>
                <c:pt idx="2034">
                  <c:v>-1952079</c:v>
                </c:pt>
                <c:pt idx="2035">
                  <c:v>-1747806</c:v>
                </c:pt>
                <c:pt idx="2036">
                  <c:v>-1976935</c:v>
                </c:pt>
                <c:pt idx="2037">
                  <c:v>-1798991</c:v>
                </c:pt>
                <c:pt idx="2038">
                  <c:v>-1923246</c:v>
                </c:pt>
                <c:pt idx="2039">
                  <c:v>-1761391</c:v>
                </c:pt>
                <c:pt idx="2040">
                  <c:v>-1870746</c:v>
                </c:pt>
                <c:pt idx="2041">
                  <c:v>-1924634</c:v>
                </c:pt>
                <c:pt idx="2042">
                  <c:v>-1885598</c:v>
                </c:pt>
                <c:pt idx="2043">
                  <c:v>-1772668</c:v>
                </c:pt>
                <c:pt idx="2044">
                  <c:v>-1781797</c:v>
                </c:pt>
                <c:pt idx="2045">
                  <c:v>-1968604</c:v>
                </c:pt>
                <c:pt idx="2046">
                  <c:v>-1917499</c:v>
                </c:pt>
                <c:pt idx="2047">
                  <c:v>-1763070</c:v>
                </c:pt>
                <c:pt idx="2048">
                  <c:v>-1902324</c:v>
                </c:pt>
                <c:pt idx="2049">
                  <c:v>-1869329</c:v>
                </c:pt>
                <c:pt idx="2050">
                  <c:v>-1790090</c:v>
                </c:pt>
                <c:pt idx="2051">
                  <c:v>-1852728</c:v>
                </c:pt>
                <c:pt idx="2052">
                  <c:v>-1891371</c:v>
                </c:pt>
                <c:pt idx="2053">
                  <c:v>-1728648</c:v>
                </c:pt>
                <c:pt idx="2054">
                  <c:v>-1939784</c:v>
                </c:pt>
                <c:pt idx="2055">
                  <c:v>-1857288</c:v>
                </c:pt>
                <c:pt idx="2056">
                  <c:v>-1988629</c:v>
                </c:pt>
                <c:pt idx="2057">
                  <c:v>-1763636</c:v>
                </c:pt>
                <c:pt idx="2058">
                  <c:v>-1767325</c:v>
                </c:pt>
                <c:pt idx="2059">
                  <c:v>-1990817</c:v>
                </c:pt>
                <c:pt idx="2060">
                  <c:v>-1821127</c:v>
                </c:pt>
                <c:pt idx="2061">
                  <c:v>-1777779</c:v>
                </c:pt>
                <c:pt idx="2062">
                  <c:v>-1946053</c:v>
                </c:pt>
                <c:pt idx="2063">
                  <c:v>-1890052</c:v>
                </c:pt>
                <c:pt idx="2064">
                  <c:v>-1821046</c:v>
                </c:pt>
                <c:pt idx="2065">
                  <c:v>-1887895</c:v>
                </c:pt>
                <c:pt idx="2066">
                  <c:v>-1931609</c:v>
                </c:pt>
                <c:pt idx="2067">
                  <c:v>-1899849</c:v>
                </c:pt>
                <c:pt idx="2068">
                  <c:v>-1868685</c:v>
                </c:pt>
                <c:pt idx="2069">
                  <c:v>-1923012</c:v>
                </c:pt>
                <c:pt idx="2070">
                  <c:v>-1969841</c:v>
                </c:pt>
                <c:pt idx="2071">
                  <c:v>-1784707</c:v>
                </c:pt>
                <c:pt idx="2072">
                  <c:v>-1879948</c:v>
                </c:pt>
                <c:pt idx="2073">
                  <c:v>-1780454</c:v>
                </c:pt>
                <c:pt idx="2074">
                  <c:v>-1930930</c:v>
                </c:pt>
                <c:pt idx="2075">
                  <c:v>-1815792</c:v>
                </c:pt>
                <c:pt idx="2076">
                  <c:v>-1750337</c:v>
                </c:pt>
                <c:pt idx="2077">
                  <c:v>-1932271</c:v>
                </c:pt>
                <c:pt idx="2078">
                  <c:v>-1832545</c:v>
                </c:pt>
                <c:pt idx="2079">
                  <c:v>-1835049</c:v>
                </c:pt>
                <c:pt idx="2080">
                  <c:v>-1869527</c:v>
                </c:pt>
                <c:pt idx="2081">
                  <c:v>-1964871</c:v>
                </c:pt>
                <c:pt idx="2082">
                  <c:v>-1940740</c:v>
                </c:pt>
                <c:pt idx="2083">
                  <c:v>-1872964</c:v>
                </c:pt>
                <c:pt idx="2084">
                  <c:v>-1870397</c:v>
                </c:pt>
                <c:pt idx="2085">
                  <c:v>-1849406</c:v>
                </c:pt>
                <c:pt idx="2086">
                  <c:v>-1913388</c:v>
                </c:pt>
                <c:pt idx="2087">
                  <c:v>-1920348</c:v>
                </c:pt>
                <c:pt idx="2088">
                  <c:v>-1892057</c:v>
                </c:pt>
                <c:pt idx="2089">
                  <c:v>-1895684</c:v>
                </c:pt>
                <c:pt idx="2090">
                  <c:v>-1971043</c:v>
                </c:pt>
                <c:pt idx="2091">
                  <c:v>-1886501</c:v>
                </c:pt>
                <c:pt idx="2092">
                  <c:v>-1875079</c:v>
                </c:pt>
                <c:pt idx="2093">
                  <c:v>-1792667</c:v>
                </c:pt>
                <c:pt idx="2094">
                  <c:v>-1684176</c:v>
                </c:pt>
                <c:pt idx="2095">
                  <c:v>-1781866</c:v>
                </c:pt>
                <c:pt idx="2096">
                  <c:v>-1808224</c:v>
                </c:pt>
                <c:pt idx="2097">
                  <c:v>-1876728</c:v>
                </c:pt>
                <c:pt idx="2098">
                  <c:v>-1758014</c:v>
                </c:pt>
                <c:pt idx="2099">
                  <c:v>-1948114</c:v>
                </c:pt>
                <c:pt idx="2100">
                  <c:v>-1946405</c:v>
                </c:pt>
                <c:pt idx="2101">
                  <c:v>-1703622</c:v>
                </c:pt>
                <c:pt idx="2102">
                  <c:v>-1914321</c:v>
                </c:pt>
                <c:pt idx="2103">
                  <c:v>-1775429</c:v>
                </c:pt>
                <c:pt idx="2104">
                  <c:v>-1859205</c:v>
                </c:pt>
                <c:pt idx="2105">
                  <c:v>-1860470</c:v>
                </c:pt>
                <c:pt idx="2106">
                  <c:v>-1949078</c:v>
                </c:pt>
                <c:pt idx="2107">
                  <c:v>-1848444</c:v>
                </c:pt>
                <c:pt idx="2108">
                  <c:v>-1929988</c:v>
                </c:pt>
                <c:pt idx="2109">
                  <c:v>-1976014</c:v>
                </c:pt>
                <c:pt idx="2110">
                  <c:v>-1904441</c:v>
                </c:pt>
                <c:pt idx="2111">
                  <c:v>-1591277</c:v>
                </c:pt>
                <c:pt idx="2112">
                  <c:v>-1844652</c:v>
                </c:pt>
                <c:pt idx="2113">
                  <c:v>-1807468</c:v>
                </c:pt>
                <c:pt idx="2114">
                  <c:v>-1760756</c:v>
                </c:pt>
                <c:pt idx="2115">
                  <c:v>-1956416</c:v>
                </c:pt>
                <c:pt idx="2116">
                  <c:v>-1817847</c:v>
                </c:pt>
                <c:pt idx="2117">
                  <c:v>-1777895</c:v>
                </c:pt>
                <c:pt idx="2118">
                  <c:v>-1968324</c:v>
                </c:pt>
                <c:pt idx="2119">
                  <c:v>-1761082</c:v>
                </c:pt>
                <c:pt idx="2120">
                  <c:v>-1877496</c:v>
                </c:pt>
                <c:pt idx="2121">
                  <c:v>-1877723</c:v>
                </c:pt>
                <c:pt idx="2122">
                  <c:v>-1719298</c:v>
                </c:pt>
                <c:pt idx="2123">
                  <c:v>-1764700</c:v>
                </c:pt>
                <c:pt idx="2124">
                  <c:v>-1750739</c:v>
                </c:pt>
                <c:pt idx="2125">
                  <c:v>-1890871</c:v>
                </c:pt>
                <c:pt idx="2126">
                  <c:v>-1747319</c:v>
                </c:pt>
                <c:pt idx="2127">
                  <c:v>-1820107</c:v>
                </c:pt>
                <c:pt idx="2128">
                  <c:v>-1813931</c:v>
                </c:pt>
                <c:pt idx="2129">
                  <c:v>-1890498</c:v>
                </c:pt>
                <c:pt idx="2130">
                  <c:v>-1849340</c:v>
                </c:pt>
                <c:pt idx="2131">
                  <c:v>-1719333</c:v>
                </c:pt>
                <c:pt idx="2132">
                  <c:v>-1988874</c:v>
                </c:pt>
                <c:pt idx="2133">
                  <c:v>-1870130</c:v>
                </c:pt>
                <c:pt idx="2134">
                  <c:v>-1871386</c:v>
                </c:pt>
                <c:pt idx="2135">
                  <c:v>-1877206</c:v>
                </c:pt>
                <c:pt idx="2136">
                  <c:v>-1885385</c:v>
                </c:pt>
                <c:pt idx="2137">
                  <c:v>-1743679</c:v>
                </c:pt>
                <c:pt idx="2138">
                  <c:v>-1906628</c:v>
                </c:pt>
                <c:pt idx="2139">
                  <c:v>-1797370</c:v>
                </c:pt>
                <c:pt idx="2140">
                  <c:v>-1971813</c:v>
                </c:pt>
                <c:pt idx="2141">
                  <c:v>-1917750</c:v>
                </c:pt>
                <c:pt idx="2142">
                  <c:v>-1877042</c:v>
                </c:pt>
                <c:pt idx="2143">
                  <c:v>-1875013</c:v>
                </c:pt>
                <c:pt idx="2144">
                  <c:v>-1899847</c:v>
                </c:pt>
                <c:pt idx="2145">
                  <c:v>-1725581</c:v>
                </c:pt>
                <c:pt idx="2146">
                  <c:v>-1802835</c:v>
                </c:pt>
                <c:pt idx="2147">
                  <c:v>-1998871</c:v>
                </c:pt>
                <c:pt idx="2148">
                  <c:v>-1855641</c:v>
                </c:pt>
                <c:pt idx="2149">
                  <c:v>-1654880</c:v>
                </c:pt>
                <c:pt idx="2150">
                  <c:v>-1747446</c:v>
                </c:pt>
                <c:pt idx="2151">
                  <c:v>-1918627</c:v>
                </c:pt>
                <c:pt idx="2152">
                  <c:v>-1883955</c:v>
                </c:pt>
                <c:pt idx="2153">
                  <c:v>-1902534</c:v>
                </c:pt>
                <c:pt idx="2154">
                  <c:v>-1775003</c:v>
                </c:pt>
                <c:pt idx="2155">
                  <c:v>-1748578</c:v>
                </c:pt>
                <c:pt idx="2156">
                  <c:v>-1717867</c:v>
                </c:pt>
                <c:pt idx="2157">
                  <c:v>-1833056</c:v>
                </c:pt>
                <c:pt idx="2158">
                  <c:v>-1942825</c:v>
                </c:pt>
                <c:pt idx="2159">
                  <c:v>-1917450</c:v>
                </c:pt>
                <c:pt idx="2160">
                  <c:v>-1882525</c:v>
                </c:pt>
                <c:pt idx="2161">
                  <c:v>-1966353</c:v>
                </c:pt>
                <c:pt idx="2162">
                  <c:v>-1840901</c:v>
                </c:pt>
                <c:pt idx="2163">
                  <c:v>-1928009</c:v>
                </c:pt>
                <c:pt idx="2164">
                  <c:v>-1779873</c:v>
                </c:pt>
                <c:pt idx="2165">
                  <c:v>-1740654</c:v>
                </c:pt>
                <c:pt idx="2166">
                  <c:v>-1916239</c:v>
                </c:pt>
                <c:pt idx="2167">
                  <c:v>-1806912</c:v>
                </c:pt>
                <c:pt idx="2168">
                  <c:v>-1816976</c:v>
                </c:pt>
                <c:pt idx="2169">
                  <c:v>-1834290</c:v>
                </c:pt>
                <c:pt idx="2170">
                  <c:v>-1795148</c:v>
                </c:pt>
                <c:pt idx="2171">
                  <c:v>-1776381</c:v>
                </c:pt>
                <c:pt idx="2172">
                  <c:v>-1826852</c:v>
                </c:pt>
                <c:pt idx="2173">
                  <c:v>-1931506</c:v>
                </c:pt>
                <c:pt idx="2174">
                  <c:v>-1873080</c:v>
                </c:pt>
                <c:pt idx="2175">
                  <c:v>-1741653</c:v>
                </c:pt>
                <c:pt idx="2176">
                  <c:v>-1924461</c:v>
                </c:pt>
                <c:pt idx="2177">
                  <c:v>-1722610</c:v>
                </c:pt>
                <c:pt idx="2178">
                  <c:v>-1877902</c:v>
                </c:pt>
                <c:pt idx="2179">
                  <c:v>-1958073</c:v>
                </c:pt>
                <c:pt idx="2180">
                  <c:v>-1970016</c:v>
                </c:pt>
                <c:pt idx="2181">
                  <c:v>-1876078</c:v>
                </c:pt>
                <c:pt idx="2182">
                  <c:v>-1772286</c:v>
                </c:pt>
                <c:pt idx="2183">
                  <c:v>-1941753</c:v>
                </c:pt>
                <c:pt idx="2184">
                  <c:v>-1780046</c:v>
                </c:pt>
                <c:pt idx="2185">
                  <c:v>-1925703</c:v>
                </c:pt>
                <c:pt idx="2186">
                  <c:v>-1807042</c:v>
                </c:pt>
                <c:pt idx="2187">
                  <c:v>-1741867</c:v>
                </c:pt>
                <c:pt idx="2188">
                  <c:v>-1767972</c:v>
                </c:pt>
                <c:pt idx="2189">
                  <c:v>-1918823</c:v>
                </c:pt>
                <c:pt idx="2190">
                  <c:v>-1930923</c:v>
                </c:pt>
                <c:pt idx="2191">
                  <c:v>-1855236</c:v>
                </c:pt>
                <c:pt idx="2192">
                  <c:v>-1937105</c:v>
                </c:pt>
                <c:pt idx="2193">
                  <c:v>-1844397</c:v>
                </c:pt>
                <c:pt idx="2194">
                  <c:v>-1803333</c:v>
                </c:pt>
                <c:pt idx="2195">
                  <c:v>-1963705</c:v>
                </c:pt>
                <c:pt idx="2196">
                  <c:v>-1845534</c:v>
                </c:pt>
                <c:pt idx="2197">
                  <c:v>-1892359</c:v>
                </c:pt>
                <c:pt idx="2198">
                  <c:v>-1965878</c:v>
                </c:pt>
                <c:pt idx="2199">
                  <c:v>-1906248</c:v>
                </c:pt>
                <c:pt idx="2200">
                  <c:v>-1915110</c:v>
                </c:pt>
                <c:pt idx="2201">
                  <c:v>-1670088</c:v>
                </c:pt>
                <c:pt idx="2202">
                  <c:v>-1799859</c:v>
                </c:pt>
                <c:pt idx="2203">
                  <c:v>-1963390</c:v>
                </c:pt>
                <c:pt idx="2204">
                  <c:v>-1850750</c:v>
                </c:pt>
                <c:pt idx="2205">
                  <c:v>-1811113</c:v>
                </c:pt>
                <c:pt idx="2206">
                  <c:v>-1812460</c:v>
                </c:pt>
                <c:pt idx="2207">
                  <c:v>-1969864</c:v>
                </c:pt>
                <c:pt idx="2208">
                  <c:v>-1780135</c:v>
                </c:pt>
                <c:pt idx="2209">
                  <c:v>-2010049</c:v>
                </c:pt>
                <c:pt idx="2210">
                  <c:v>-1905791</c:v>
                </c:pt>
                <c:pt idx="2211">
                  <c:v>-1874558</c:v>
                </c:pt>
                <c:pt idx="2212">
                  <c:v>-1934484</c:v>
                </c:pt>
                <c:pt idx="2213">
                  <c:v>-1649150</c:v>
                </c:pt>
                <c:pt idx="2214">
                  <c:v>-1761205</c:v>
                </c:pt>
                <c:pt idx="2215">
                  <c:v>-1766214</c:v>
                </c:pt>
                <c:pt idx="2216">
                  <c:v>-1863848</c:v>
                </c:pt>
                <c:pt idx="2217">
                  <c:v>-1843625</c:v>
                </c:pt>
                <c:pt idx="2218">
                  <c:v>-1930601</c:v>
                </c:pt>
                <c:pt idx="2219">
                  <c:v>-1777814</c:v>
                </c:pt>
                <c:pt idx="2220">
                  <c:v>-1796352</c:v>
                </c:pt>
                <c:pt idx="2221">
                  <c:v>-1879447</c:v>
                </c:pt>
                <c:pt idx="2222">
                  <c:v>-1884629</c:v>
                </c:pt>
                <c:pt idx="2223">
                  <c:v>-1779422</c:v>
                </c:pt>
                <c:pt idx="2224">
                  <c:v>-1968406</c:v>
                </c:pt>
                <c:pt idx="2225">
                  <c:v>-1868632</c:v>
                </c:pt>
                <c:pt idx="2226">
                  <c:v>-1743394</c:v>
                </c:pt>
                <c:pt idx="2227">
                  <c:v>-1888965</c:v>
                </c:pt>
                <c:pt idx="2228">
                  <c:v>-1878971</c:v>
                </c:pt>
                <c:pt idx="2229">
                  <c:v>-2022023</c:v>
                </c:pt>
                <c:pt idx="2230">
                  <c:v>-1809761</c:v>
                </c:pt>
                <c:pt idx="2231">
                  <c:v>-1891475</c:v>
                </c:pt>
                <c:pt idx="2232">
                  <c:v>-1960707</c:v>
                </c:pt>
                <c:pt idx="2233">
                  <c:v>-1825090</c:v>
                </c:pt>
                <c:pt idx="2234">
                  <c:v>-1951799</c:v>
                </c:pt>
                <c:pt idx="2235">
                  <c:v>-1971509</c:v>
                </c:pt>
                <c:pt idx="2236">
                  <c:v>-1939250</c:v>
                </c:pt>
                <c:pt idx="2237">
                  <c:v>-1915998</c:v>
                </c:pt>
                <c:pt idx="2238">
                  <c:v>-1765507</c:v>
                </c:pt>
                <c:pt idx="2239">
                  <c:v>-1890650</c:v>
                </c:pt>
                <c:pt idx="2240">
                  <c:v>-1745852</c:v>
                </c:pt>
                <c:pt idx="2241">
                  <c:v>-1886489</c:v>
                </c:pt>
                <c:pt idx="2242">
                  <c:v>-1834808</c:v>
                </c:pt>
                <c:pt idx="2243">
                  <c:v>-1909304</c:v>
                </c:pt>
                <c:pt idx="2244">
                  <c:v>-1855908</c:v>
                </c:pt>
                <c:pt idx="2245">
                  <c:v>-1812247</c:v>
                </c:pt>
                <c:pt idx="2246">
                  <c:v>-1883781</c:v>
                </c:pt>
                <c:pt idx="2247">
                  <c:v>-1776715</c:v>
                </c:pt>
                <c:pt idx="2248">
                  <c:v>-1947230</c:v>
                </c:pt>
                <c:pt idx="2249">
                  <c:v>-1880690</c:v>
                </c:pt>
                <c:pt idx="2250">
                  <c:v>-1993429</c:v>
                </c:pt>
                <c:pt idx="2251">
                  <c:v>-1917333</c:v>
                </c:pt>
                <c:pt idx="2252">
                  <c:v>-1848245</c:v>
                </c:pt>
                <c:pt idx="2253">
                  <c:v>-1782800</c:v>
                </c:pt>
                <c:pt idx="2254">
                  <c:v>-1817835</c:v>
                </c:pt>
                <c:pt idx="2255">
                  <c:v>-1909257</c:v>
                </c:pt>
                <c:pt idx="2256">
                  <c:v>-1713370</c:v>
                </c:pt>
                <c:pt idx="2257">
                  <c:v>-1887969</c:v>
                </c:pt>
                <c:pt idx="2258">
                  <c:v>-1851962</c:v>
                </c:pt>
                <c:pt idx="2259">
                  <c:v>-1732871</c:v>
                </c:pt>
                <c:pt idx="2260">
                  <c:v>-1714083</c:v>
                </c:pt>
                <c:pt idx="2261">
                  <c:v>-1989813</c:v>
                </c:pt>
                <c:pt idx="2262">
                  <c:v>-1787033</c:v>
                </c:pt>
                <c:pt idx="2263">
                  <c:v>-1960233</c:v>
                </c:pt>
                <c:pt idx="2264">
                  <c:v>-1768254</c:v>
                </c:pt>
                <c:pt idx="2265">
                  <c:v>-1823897</c:v>
                </c:pt>
                <c:pt idx="2266">
                  <c:v>-1845245</c:v>
                </c:pt>
                <c:pt idx="2267">
                  <c:v>-1855850</c:v>
                </c:pt>
                <c:pt idx="2268">
                  <c:v>-1710819</c:v>
                </c:pt>
                <c:pt idx="2269">
                  <c:v>-1887512</c:v>
                </c:pt>
                <c:pt idx="2270">
                  <c:v>-1737847</c:v>
                </c:pt>
                <c:pt idx="2271">
                  <c:v>-1908222</c:v>
                </c:pt>
                <c:pt idx="2272">
                  <c:v>-1788836</c:v>
                </c:pt>
                <c:pt idx="2273">
                  <c:v>-1933097</c:v>
                </c:pt>
                <c:pt idx="2274">
                  <c:v>-1905744</c:v>
                </c:pt>
                <c:pt idx="2275">
                  <c:v>-1898870</c:v>
                </c:pt>
                <c:pt idx="2276">
                  <c:v>-1935422</c:v>
                </c:pt>
                <c:pt idx="2277">
                  <c:v>-1818708</c:v>
                </c:pt>
                <c:pt idx="2278">
                  <c:v>-1764457</c:v>
                </c:pt>
                <c:pt idx="2279">
                  <c:v>-1846235</c:v>
                </c:pt>
                <c:pt idx="2280">
                  <c:v>-1845198</c:v>
                </c:pt>
                <c:pt idx="2281">
                  <c:v>-1965193</c:v>
                </c:pt>
                <c:pt idx="2282">
                  <c:v>-1668637</c:v>
                </c:pt>
                <c:pt idx="2283">
                  <c:v>-1829089</c:v>
                </c:pt>
                <c:pt idx="2284">
                  <c:v>-1797370</c:v>
                </c:pt>
                <c:pt idx="2285">
                  <c:v>-1788635</c:v>
                </c:pt>
                <c:pt idx="2286">
                  <c:v>-1848388</c:v>
                </c:pt>
                <c:pt idx="2287">
                  <c:v>-1924723</c:v>
                </c:pt>
                <c:pt idx="2288">
                  <c:v>-1776946</c:v>
                </c:pt>
                <c:pt idx="2289">
                  <c:v>-1962667</c:v>
                </c:pt>
                <c:pt idx="2290">
                  <c:v>-1798609</c:v>
                </c:pt>
                <c:pt idx="2291">
                  <c:v>-1753700</c:v>
                </c:pt>
                <c:pt idx="2292">
                  <c:v>-1799350</c:v>
                </c:pt>
                <c:pt idx="2293">
                  <c:v>-1973061</c:v>
                </c:pt>
                <c:pt idx="2294">
                  <c:v>-1753491</c:v>
                </c:pt>
                <c:pt idx="2295">
                  <c:v>-1875137</c:v>
                </c:pt>
                <c:pt idx="2296">
                  <c:v>-1842901</c:v>
                </c:pt>
                <c:pt idx="2297">
                  <c:v>-1893094</c:v>
                </c:pt>
                <c:pt idx="2298">
                  <c:v>-1789525</c:v>
                </c:pt>
                <c:pt idx="2299">
                  <c:v>-1855467</c:v>
                </c:pt>
                <c:pt idx="2300">
                  <c:v>-1786803</c:v>
                </c:pt>
                <c:pt idx="2301">
                  <c:v>-1896073</c:v>
                </c:pt>
                <c:pt idx="2302">
                  <c:v>-1951869</c:v>
                </c:pt>
                <c:pt idx="2303">
                  <c:v>-1943338</c:v>
                </c:pt>
                <c:pt idx="2304">
                  <c:v>-1897341</c:v>
                </c:pt>
                <c:pt idx="2305">
                  <c:v>-1943222</c:v>
                </c:pt>
                <c:pt idx="2306">
                  <c:v>-2009967</c:v>
                </c:pt>
                <c:pt idx="2307">
                  <c:v>-1763917</c:v>
                </c:pt>
                <c:pt idx="2308">
                  <c:v>-1836348</c:v>
                </c:pt>
                <c:pt idx="2309">
                  <c:v>-1776027</c:v>
                </c:pt>
                <c:pt idx="2310">
                  <c:v>-1975182</c:v>
                </c:pt>
                <c:pt idx="2311">
                  <c:v>-1938736</c:v>
                </c:pt>
                <c:pt idx="2312">
                  <c:v>-1946065</c:v>
                </c:pt>
                <c:pt idx="2313">
                  <c:v>-1784593</c:v>
                </c:pt>
                <c:pt idx="2314">
                  <c:v>-1810178</c:v>
                </c:pt>
                <c:pt idx="2315">
                  <c:v>-1739534</c:v>
                </c:pt>
                <c:pt idx="2316">
                  <c:v>-1757822</c:v>
                </c:pt>
                <c:pt idx="2317">
                  <c:v>-1761290</c:v>
                </c:pt>
                <c:pt idx="2318">
                  <c:v>-1839201</c:v>
                </c:pt>
                <c:pt idx="2319">
                  <c:v>-1422620</c:v>
                </c:pt>
                <c:pt idx="2320">
                  <c:v>-1775276</c:v>
                </c:pt>
                <c:pt idx="2321">
                  <c:v>-1644605</c:v>
                </c:pt>
                <c:pt idx="2322">
                  <c:v>-1933223</c:v>
                </c:pt>
                <c:pt idx="2323">
                  <c:v>-1593016</c:v>
                </c:pt>
                <c:pt idx="2324">
                  <c:v>-1869037</c:v>
                </c:pt>
                <c:pt idx="2325">
                  <c:v>-1734465</c:v>
                </c:pt>
                <c:pt idx="2326">
                  <c:v>-1805082</c:v>
                </c:pt>
                <c:pt idx="2327">
                  <c:v>-1978651</c:v>
                </c:pt>
                <c:pt idx="2328">
                  <c:v>-1765810</c:v>
                </c:pt>
                <c:pt idx="2329">
                  <c:v>-1765620</c:v>
                </c:pt>
                <c:pt idx="2330">
                  <c:v>-1778970</c:v>
                </c:pt>
                <c:pt idx="2331">
                  <c:v>-1983741</c:v>
                </c:pt>
                <c:pt idx="2332">
                  <c:v>-1793770</c:v>
                </c:pt>
                <c:pt idx="2333">
                  <c:v>-1851788</c:v>
                </c:pt>
                <c:pt idx="2334">
                  <c:v>-1877055</c:v>
                </c:pt>
                <c:pt idx="2335">
                  <c:v>-1828927</c:v>
                </c:pt>
                <c:pt idx="2336">
                  <c:v>-1854875</c:v>
                </c:pt>
                <c:pt idx="2337">
                  <c:v>-1949945</c:v>
                </c:pt>
                <c:pt idx="2338">
                  <c:v>-1948058</c:v>
                </c:pt>
                <c:pt idx="2339">
                  <c:v>-1964848</c:v>
                </c:pt>
                <c:pt idx="2340">
                  <c:v>-1895739</c:v>
                </c:pt>
                <c:pt idx="2341">
                  <c:v>-1715029</c:v>
                </c:pt>
                <c:pt idx="2342">
                  <c:v>-1771637</c:v>
                </c:pt>
                <c:pt idx="2343">
                  <c:v>-1990665</c:v>
                </c:pt>
                <c:pt idx="2344">
                  <c:v>-1922151</c:v>
                </c:pt>
                <c:pt idx="2345">
                  <c:v>-1940658</c:v>
                </c:pt>
                <c:pt idx="2346">
                  <c:v>-1885641</c:v>
                </c:pt>
                <c:pt idx="2347">
                  <c:v>-1751917</c:v>
                </c:pt>
                <c:pt idx="2348">
                  <c:v>-1870583</c:v>
                </c:pt>
                <c:pt idx="2349">
                  <c:v>-1704325</c:v>
                </c:pt>
                <c:pt idx="2350">
                  <c:v>-1796375</c:v>
                </c:pt>
                <c:pt idx="2351">
                  <c:v>-1827629</c:v>
                </c:pt>
                <c:pt idx="2352">
                  <c:v>-2000851</c:v>
                </c:pt>
                <c:pt idx="2353">
                  <c:v>-1920432</c:v>
                </c:pt>
                <c:pt idx="2354">
                  <c:v>-1767614</c:v>
                </c:pt>
                <c:pt idx="2355">
                  <c:v>-1861608</c:v>
                </c:pt>
                <c:pt idx="2356">
                  <c:v>-1467840</c:v>
                </c:pt>
                <c:pt idx="2357">
                  <c:v>-1893382</c:v>
                </c:pt>
                <c:pt idx="2358">
                  <c:v>-1747538</c:v>
                </c:pt>
                <c:pt idx="2359">
                  <c:v>-1873650</c:v>
                </c:pt>
                <c:pt idx="2360">
                  <c:v>-1742745</c:v>
                </c:pt>
                <c:pt idx="2361">
                  <c:v>-1859414</c:v>
                </c:pt>
                <c:pt idx="2362">
                  <c:v>-1817020</c:v>
                </c:pt>
                <c:pt idx="2363">
                  <c:v>-1936646</c:v>
                </c:pt>
                <c:pt idx="2364">
                  <c:v>-1922466</c:v>
                </c:pt>
                <c:pt idx="2365">
                  <c:v>-1688866</c:v>
                </c:pt>
                <c:pt idx="2366">
                  <c:v>-1855189</c:v>
                </c:pt>
                <c:pt idx="2367">
                  <c:v>-1705719</c:v>
                </c:pt>
                <c:pt idx="2368">
                  <c:v>-1991686</c:v>
                </c:pt>
                <c:pt idx="2369">
                  <c:v>-1380030</c:v>
                </c:pt>
                <c:pt idx="2370">
                  <c:v>-1783424</c:v>
                </c:pt>
                <c:pt idx="2371">
                  <c:v>-1883804</c:v>
                </c:pt>
                <c:pt idx="2372">
                  <c:v>-1810236</c:v>
                </c:pt>
                <c:pt idx="2373">
                  <c:v>-1959774</c:v>
                </c:pt>
                <c:pt idx="2374">
                  <c:v>-1816202</c:v>
                </c:pt>
                <c:pt idx="2375">
                  <c:v>-1915023</c:v>
                </c:pt>
                <c:pt idx="2376">
                  <c:v>-1591660</c:v>
                </c:pt>
                <c:pt idx="2377">
                  <c:v>-1738603</c:v>
                </c:pt>
                <c:pt idx="2378">
                  <c:v>-1770527</c:v>
                </c:pt>
                <c:pt idx="2379">
                  <c:v>-1846880</c:v>
                </c:pt>
                <c:pt idx="2380">
                  <c:v>-1929825</c:v>
                </c:pt>
                <c:pt idx="2381">
                  <c:v>-1900685</c:v>
                </c:pt>
                <c:pt idx="2382">
                  <c:v>-1969549</c:v>
                </c:pt>
                <c:pt idx="2383">
                  <c:v>-1731855</c:v>
                </c:pt>
                <c:pt idx="2384">
                  <c:v>-1857087</c:v>
                </c:pt>
                <c:pt idx="2385">
                  <c:v>-1787011</c:v>
                </c:pt>
                <c:pt idx="2386">
                  <c:v>-1809413</c:v>
                </c:pt>
                <c:pt idx="2387">
                  <c:v>-1795796</c:v>
                </c:pt>
                <c:pt idx="2388">
                  <c:v>-2030647</c:v>
                </c:pt>
                <c:pt idx="2389">
                  <c:v>-1830226</c:v>
                </c:pt>
                <c:pt idx="2390">
                  <c:v>-1894022</c:v>
                </c:pt>
                <c:pt idx="2391">
                  <c:v>-1925407</c:v>
                </c:pt>
                <c:pt idx="2392">
                  <c:v>-1881317</c:v>
                </c:pt>
                <c:pt idx="2393">
                  <c:v>-1790202</c:v>
                </c:pt>
                <c:pt idx="2394">
                  <c:v>-1927752</c:v>
                </c:pt>
                <c:pt idx="2395">
                  <c:v>-1860458</c:v>
                </c:pt>
                <c:pt idx="2396">
                  <c:v>-1906716</c:v>
                </c:pt>
                <c:pt idx="2397">
                  <c:v>-1775604</c:v>
                </c:pt>
                <c:pt idx="2398">
                  <c:v>-1803437</c:v>
                </c:pt>
                <c:pt idx="2399">
                  <c:v>-1794787</c:v>
                </c:pt>
                <c:pt idx="2400">
                  <c:v>-1917229</c:v>
                </c:pt>
                <c:pt idx="2401">
                  <c:v>-1963471</c:v>
                </c:pt>
                <c:pt idx="2402">
                  <c:v>-1848341</c:v>
                </c:pt>
                <c:pt idx="2403">
                  <c:v>-1930990</c:v>
                </c:pt>
                <c:pt idx="2404">
                  <c:v>-1857645</c:v>
                </c:pt>
                <c:pt idx="2405">
                  <c:v>-1880366</c:v>
                </c:pt>
                <c:pt idx="2406">
                  <c:v>-1664573</c:v>
                </c:pt>
                <c:pt idx="2407">
                  <c:v>-1652774</c:v>
                </c:pt>
                <c:pt idx="2408">
                  <c:v>-1780335</c:v>
                </c:pt>
                <c:pt idx="2409">
                  <c:v>-1815124</c:v>
                </c:pt>
                <c:pt idx="2410">
                  <c:v>-1591868</c:v>
                </c:pt>
                <c:pt idx="2411">
                  <c:v>-1874451</c:v>
                </c:pt>
                <c:pt idx="2412">
                  <c:v>-1924061</c:v>
                </c:pt>
                <c:pt idx="2413">
                  <c:v>-1808672</c:v>
                </c:pt>
                <c:pt idx="2414">
                  <c:v>-1828951</c:v>
                </c:pt>
                <c:pt idx="2415">
                  <c:v>-1927880</c:v>
                </c:pt>
                <c:pt idx="2416">
                  <c:v>-1545261</c:v>
                </c:pt>
                <c:pt idx="2417">
                  <c:v>-1756356</c:v>
                </c:pt>
                <c:pt idx="2418">
                  <c:v>-1944620</c:v>
                </c:pt>
                <c:pt idx="2419">
                  <c:v>-1832243</c:v>
                </c:pt>
                <c:pt idx="2420">
                  <c:v>-1794905</c:v>
                </c:pt>
                <c:pt idx="2421">
                  <c:v>-1814070</c:v>
                </c:pt>
                <c:pt idx="2422">
                  <c:v>-1894062</c:v>
                </c:pt>
                <c:pt idx="2423">
                  <c:v>-1898187</c:v>
                </c:pt>
                <c:pt idx="2424">
                  <c:v>-1952592</c:v>
                </c:pt>
                <c:pt idx="2425">
                  <c:v>-1836011</c:v>
                </c:pt>
                <c:pt idx="2426">
                  <c:v>-1823537</c:v>
                </c:pt>
                <c:pt idx="2427">
                  <c:v>-1888139</c:v>
                </c:pt>
                <c:pt idx="2428">
                  <c:v>-1944767</c:v>
                </c:pt>
                <c:pt idx="2429">
                  <c:v>-1938887</c:v>
                </c:pt>
                <c:pt idx="2430">
                  <c:v>-1925806</c:v>
                </c:pt>
                <c:pt idx="2431">
                  <c:v>-1955285</c:v>
                </c:pt>
                <c:pt idx="2432">
                  <c:v>-1852125</c:v>
                </c:pt>
                <c:pt idx="2433">
                  <c:v>-1817048</c:v>
                </c:pt>
                <c:pt idx="2434">
                  <c:v>-1747630</c:v>
                </c:pt>
                <c:pt idx="2435">
                  <c:v>-1859054</c:v>
                </c:pt>
                <c:pt idx="2436">
                  <c:v>-1730747</c:v>
                </c:pt>
                <c:pt idx="2437">
                  <c:v>-1648011</c:v>
                </c:pt>
                <c:pt idx="2438">
                  <c:v>-1881015</c:v>
                </c:pt>
                <c:pt idx="2439">
                  <c:v>-1785345</c:v>
                </c:pt>
                <c:pt idx="2440">
                  <c:v>-1817338</c:v>
                </c:pt>
                <c:pt idx="2441">
                  <c:v>-1813259</c:v>
                </c:pt>
                <c:pt idx="2442">
                  <c:v>-1877565</c:v>
                </c:pt>
                <c:pt idx="2443">
                  <c:v>-1826416</c:v>
                </c:pt>
                <c:pt idx="2444">
                  <c:v>-1670606</c:v>
                </c:pt>
                <c:pt idx="2445">
                  <c:v>-1831553</c:v>
                </c:pt>
                <c:pt idx="2446">
                  <c:v>-1857173</c:v>
                </c:pt>
                <c:pt idx="2447">
                  <c:v>-1815840</c:v>
                </c:pt>
                <c:pt idx="2448">
                  <c:v>-1827548</c:v>
                </c:pt>
                <c:pt idx="2449">
                  <c:v>-1745305</c:v>
                </c:pt>
                <c:pt idx="2450">
                  <c:v>-1892208</c:v>
                </c:pt>
                <c:pt idx="2451">
                  <c:v>-1758516</c:v>
                </c:pt>
                <c:pt idx="2452">
                  <c:v>-1887454</c:v>
                </c:pt>
                <c:pt idx="2453">
                  <c:v>-1912294</c:v>
                </c:pt>
                <c:pt idx="2454">
                  <c:v>-1806912</c:v>
                </c:pt>
                <c:pt idx="2455">
                  <c:v>-1855142</c:v>
                </c:pt>
                <c:pt idx="2456">
                  <c:v>-1875218</c:v>
                </c:pt>
                <c:pt idx="2457">
                  <c:v>-1812564</c:v>
                </c:pt>
                <c:pt idx="2458">
                  <c:v>-1761031</c:v>
                </c:pt>
                <c:pt idx="2459">
                  <c:v>-1750404</c:v>
                </c:pt>
                <c:pt idx="2460">
                  <c:v>-1781585</c:v>
                </c:pt>
                <c:pt idx="2461">
                  <c:v>-1912306</c:v>
                </c:pt>
                <c:pt idx="2462">
                  <c:v>-1840447</c:v>
                </c:pt>
                <c:pt idx="2463">
                  <c:v>-1671194</c:v>
                </c:pt>
                <c:pt idx="2464">
                  <c:v>-1819701</c:v>
                </c:pt>
                <c:pt idx="2465">
                  <c:v>-1764758</c:v>
                </c:pt>
                <c:pt idx="2466">
                  <c:v>-1876206</c:v>
                </c:pt>
                <c:pt idx="2467">
                  <c:v>-1872221</c:v>
                </c:pt>
                <c:pt idx="2468">
                  <c:v>-1867065</c:v>
                </c:pt>
                <c:pt idx="2469">
                  <c:v>-1743703</c:v>
                </c:pt>
                <c:pt idx="2470">
                  <c:v>-1832510</c:v>
                </c:pt>
                <c:pt idx="2471">
                  <c:v>-1906430</c:v>
                </c:pt>
                <c:pt idx="2472">
                  <c:v>-1909118</c:v>
                </c:pt>
                <c:pt idx="2473">
                  <c:v>-1877983</c:v>
                </c:pt>
                <c:pt idx="2474">
                  <c:v>-1949736</c:v>
                </c:pt>
                <c:pt idx="2475">
                  <c:v>-1920790</c:v>
                </c:pt>
                <c:pt idx="2476">
                  <c:v>-1858299</c:v>
                </c:pt>
                <c:pt idx="2477">
                  <c:v>-1724027</c:v>
                </c:pt>
                <c:pt idx="2478">
                  <c:v>-1793307</c:v>
                </c:pt>
                <c:pt idx="2479">
                  <c:v>-1964685</c:v>
                </c:pt>
                <c:pt idx="2480">
                  <c:v>-1713448</c:v>
                </c:pt>
                <c:pt idx="2481">
                  <c:v>-1961224</c:v>
                </c:pt>
                <c:pt idx="2482">
                  <c:v>-1749172</c:v>
                </c:pt>
                <c:pt idx="2483">
                  <c:v>-1914773</c:v>
                </c:pt>
                <c:pt idx="2484">
                  <c:v>-1870502</c:v>
                </c:pt>
                <c:pt idx="2485">
                  <c:v>-1997043</c:v>
                </c:pt>
                <c:pt idx="2486">
                  <c:v>-1904381</c:v>
                </c:pt>
                <c:pt idx="2487">
                  <c:v>-1766874</c:v>
                </c:pt>
                <c:pt idx="2488">
                  <c:v>-1950332</c:v>
                </c:pt>
                <c:pt idx="2489">
                  <c:v>-1887825</c:v>
                </c:pt>
                <c:pt idx="2490">
                  <c:v>-1932294</c:v>
                </c:pt>
                <c:pt idx="2491">
                  <c:v>-1937550</c:v>
                </c:pt>
                <c:pt idx="2492">
                  <c:v>-1847043</c:v>
                </c:pt>
                <c:pt idx="2493">
                  <c:v>-1812886</c:v>
                </c:pt>
                <c:pt idx="2494">
                  <c:v>-1805837</c:v>
                </c:pt>
                <c:pt idx="2495">
                  <c:v>-1767070</c:v>
                </c:pt>
                <c:pt idx="2496">
                  <c:v>-1872256</c:v>
                </c:pt>
                <c:pt idx="2497">
                  <c:v>-1370935</c:v>
                </c:pt>
                <c:pt idx="2498">
                  <c:v>-1952884</c:v>
                </c:pt>
                <c:pt idx="2499">
                  <c:v>-1757678</c:v>
                </c:pt>
                <c:pt idx="2500">
                  <c:v>-1733633</c:v>
                </c:pt>
                <c:pt idx="2501">
                  <c:v>-1883828</c:v>
                </c:pt>
                <c:pt idx="2502">
                  <c:v>-1776587</c:v>
                </c:pt>
                <c:pt idx="2503">
                  <c:v>-1746265</c:v>
                </c:pt>
                <c:pt idx="2504">
                  <c:v>-2001809</c:v>
                </c:pt>
                <c:pt idx="2505">
                  <c:v>-1881655</c:v>
                </c:pt>
                <c:pt idx="2506">
                  <c:v>-1816943</c:v>
                </c:pt>
                <c:pt idx="2507">
                  <c:v>-1570706</c:v>
                </c:pt>
                <c:pt idx="2508">
                  <c:v>-1933529</c:v>
                </c:pt>
                <c:pt idx="2509">
                  <c:v>-1753213</c:v>
                </c:pt>
                <c:pt idx="2510">
                  <c:v>-1739199</c:v>
                </c:pt>
                <c:pt idx="2511">
                  <c:v>-1833182</c:v>
                </c:pt>
                <c:pt idx="2512">
                  <c:v>-1891824</c:v>
                </c:pt>
                <c:pt idx="2513">
                  <c:v>-1774789</c:v>
                </c:pt>
                <c:pt idx="2514">
                  <c:v>-1772873</c:v>
                </c:pt>
                <c:pt idx="2515">
                  <c:v>-1918055</c:v>
                </c:pt>
                <c:pt idx="2516">
                  <c:v>-1985971</c:v>
                </c:pt>
                <c:pt idx="2517">
                  <c:v>-1646020</c:v>
                </c:pt>
                <c:pt idx="2518">
                  <c:v>-1846854</c:v>
                </c:pt>
                <c:pt idx="2519">
                  <c:v>-1746741</c:v>
                </c:pt>
                <c:pt idx="2520">
                  <c:v>-1967227</c:v>
                </c:pt>
                <c:pt idx="2521">
                  <c:v>-1787717</c:v>
                </c:pt>
                <c:pt idx="2522">
                  <c:v>-1852473</c:v>
                </c:pt>
                <c:pt idx="2523">
                  <c:v>-1829730</c:v>
                </c:pt>
                <c:pt idx="2524">
                  <c:v>-1866229</c:v>
                </c:pt>
                <c:pt idx="2525">
                  <c:v>-1836707</c:v>
                </c:pt>
                <c:pt idx="2526">
                  <c:v>-1983572</c:v>
                </c:pt>
                <c:pt idx="2527">
                  <c:v>-1946519</c:v>
                </c:pt>
                <c:pt idx="2528">
                  <c:v>-1760914</c:v>
                </c:pt>
                <c:pt idx="2529">
                  <c:v>-1534127</c:v>
                </c:pt>
                <c:pt idx="2530">
                  <c:v>-1961698</c:v>
                </c:pt>
                <c:pt idx="2531">
                  <c:v>-1809379</c:v>
                </c:pt>
                <c:pt idx="2532">
                  <c:v>-1848017</c:v>
                </c:pt>
                <c:pt idx="2533">
                  <c:v>-1743438</c:v>
                </c:pt>
                <c:pt idx="2534">
                  <c:v>-1525607</c:v>
                </c:pt>
                <c:pt idx="2535">
                  <c:v>-1761326</c:v>
                </c:pt>
                <c:pt idx="2536">
                  <c:v>-1920081</c:v>
                </c:pt>
                <c:pt idx="2537">
                  <c:v>-1741139</c:v>
                </c:pt>
                <c:pt idx="2538">
                  <c:v>-1800901</c:v>
                </c:pt>
                <c:pt idx="2539">
                  <c:v>-1966438</c:v>
                </c:pt>
                <c:pt idx="2540">
                  <c:v>-1934413</c:v>
                </c:pt>
                <c:pt idx="2541">
                  <c:v>-1852148</c:v>
                </c:pt>
                <c:pt idx="2542">
                  <c:v>-1901715</c:v>
                </c:pt>
                <c:pt idx="2543">
                  <c:v>-1809004</c:v>
                </c:pt>
                <c:pt idx="2544">
                  <c:v>-1940064</c:v>
                </c:pt>
                <c:pt idx="2545">
                  <c:v>-1661873</c:v>
                </c:pt>
                <c:pt idx="2546">
                  <c:v>-1874941</c:v>
                </c:pt>
                <c:pt idx="2547">
                  <c:v>-1864309</c:v>
                </c:pt>
                <c:pt idx="2548">
                  <c:v>-1815414</c:v>
                </c:pt>
                <c:pt idx="2549">
                  <c:v>-1837285</c:v>
                </c:pt>
                <c:pt idx="2550">
                  <c:v>-1935098</c:v>
                </c:pt>
                <c:pt idx="2551">
                  <c:v>-1751055</c:v>
                </c:pt>
                <c:pt idx="2552">
                  <c:v>-1738790</c:v>
                </c:pt>
                <c:pt idx="2553">
                  <c:v>-1944116</c:v>
                </c:pt>
                <c:pt idx="2554">
                  <c:v>-1549917</c:v>
                </c:pt>
                <c:pt idx="2555">
                  <c:v>-1914415</c:v>
                </c:pt>
                <c:pt idx="2556">
                  <c:v>-1935220</c:v>
                </c:pt>
                <c:pt idx="2557">
                  <c:v>-1755138</c:v>
                </c:pt>
                <c:pt idx="2558">
                  <c:v>-1895508</c:v>
                </c:pt>
                <c:pt idx="2559">
                  <c:v>-1883809</c:v>
                </c:pt>
                <c:pt idx="2560">
                  <c:v>-1724329</c:v>
                </c:pt>
                <c:pt idx="2561">
                  <c:v>-1812159</c:v>
                </c:pt>
                <c:pt idx="2562">
                  <c:v>-1763475</c:v>
                </c:pt>
                <c:pt idx="2563">
                  <c:v>-1801645</c:v>
                </c:pt>
                <c:pt idx="2564">
                  <c:v>-1933227</c:v>
                </c:pt>
                <c:pt idx="2565">
                  <c:v>-1764567</c:v>
                </c:pt>
                <c:pt idx="2566">
                  <c:v>-1873023</c:v>
                </c:pt>
                <c:pt idx="2567">
                  <c:v>-1866716</c:v>
                </c:pt>
                <c:pt idx="2568">
                  <c:v>-1810004</c:v>
                </c:pt>
                <c:pt idx="2569">
                  <c:v>-1830388</c:v>
                </c:pt>
                <c:pt idx="2570">
                  <c:v>-1870197</c:v>
                </c:pt>
                <c:pt idx="2571">
                  <c:v>-1741578</c:v>
                </c:pt>
                <c:pt idx="2572">
                  <c:v>-1758493</c:v>
                </c:pt>
                <c:pt idx="2573">
                  <c:v>-1891255</c:v>
                </c:pt>
                <c:pt idx="2574">
                  <c:v>-1976901</c:v>
                </c:pt>
                <c:pt idx="2575">
                  <c:v>-1755349</c:v>
                </c:pt>
                <c:pt idx="2576">
                  <c:v>-1840563</c:v>
                </c:pt>
                <c:pt idx="2577">
                  <c:v>-1780463</c:v>
                </c:pt>
                <c:pt idx="2578">
                  <c:v>-1780278</c:v>
                </c:pt>
                <c:pt idx="2579">
                  <c:v>-1712985</c:v>
                </c:pt>
                <c:pt idx="2580">
                  <c:v>-1937163</c:v>
                </c:pt>
                <c:pt idx="2581">
                  <c:v>-1755118</c:v>
                </c:pt>
                <c:pt idx="2582">
                  <c:v>-1742153</c:v>
                </c:pt>
                <c:pt idx="2583">
                  <c:v>-1824574</c:v>
                </c:pt>
                <c:pt idx="2584">
                  <c:v>-1912143</c:v>
                </c:pt>
                <c:pt idx="2585">
                  <c:v>-1759695</c:v>
                </c:pt>
                <c:pt idx="2586">
                  <c:v>-1790807</c:v>
                </c:pt>
                <c:pt idx="2587">
                  <c:v>-1772477</c:v>
                </c:pt>
                <c:pt idx="2588">
                  <c:v>-1959052</c:v>
                </c:pt>
                <c:pt idx="2589">
                  <c:v>-1718283</c:v>
                </c:pt>
                <c:pt idx="2590">
                  <c:v>-1926879</c:v>
                </c:pt>
                <c:pt idx="2591">
                  <c:v>-2005120</c:v>
                </c:pt>
                <c:pt idx="2592">
                  <c:v>-1992774</c:v>
                </c:pt>
                <c:pt idx="2593">
                  <c:v>-1741982</c:v>
                </c:pt>
                <c:pt idx="2594">
                  <c:v>-1947067</c:v>
                </c:pt>
                <c:pt idx="2595">
                  <c:v>-1936802</c:v>
                </c:pt>
                <c:pt idx="2596">
                  <c:v>-1779294</c:v>
                </c:pt>
                <c:pt idx="2597">
                  <c:v>-1798026</c:v>
                </c:pt>
                <c:pt idx="2598">
                  <c:v>-1956719</c:v>
                </c:pt>
                <c:pt idx="2599">
                  <c:v>-1785033</c:v>
                </c:pt>
                <c:pt idx="2600">
                  <c:v>-1767539</c:v>
                </c:pt>
                <c:pt idx="2601">
                  <c:v>-1767983</c:v>
                </c:pt>
                <c:pt idx="2602">
                  <c:v>-1833078</c:v>
                </c:pt>
                <c:pt idx="2603">
                  <c:v>-1880923</c:v>
                </c:pt>
                <c:pt idx="2604">
                  <c:v>-1742779</c:v>
                </c:pt>
                <c:pt idx="2605">
                  <c:v>-1939982</c:v>
                </c:pt>
                <c:pt idx="2606">
                  <c:v>-1926310</c:v>
                </c:pt>
                <c:pt idx="2607">
                  <c:v>-1739471</c:v>
                </c:pt>
                <c:pt idx="2608">
                  <c:v>-1888325</c:v>
                </c:pt>
                <c:pt idx="2609">
                  <c:v>-1806142</c:v>
                </c:pt>
                <c:pt idx="2610">
                  <c:v>-1808718</c:v>
                </c:pt>
                <c:pt idx="2611">
                  <c:v>-1854666</c:v>
                </c:pt>
                <c:pt idx="2612">
                  <c:v>-1786005</c:v>
                </c:pt>
                <c:pt idx="2613">
                  <c:v>-1765128</c:v>
                </c:pt>
                <c:pt idx="2614">
                  <c:v>-1978663</c:v>
                </c:pt>
                <c:pt idx="2615">
                  <c:v>-1762989</c:v>
                </c:pt>
                <c:pt idx="2616">
                  <c:v>-1395468</c:v>
                </c:pt>
                <c:pt idx="2617">
                  <c:v>-1692622</c:v>
                </c:pt>
                <c:pt idx="2618">
                  <c:v>-1922691</c:v>
                </c:pt>
                <c:pt idx="2619">
                  <c:v>-1750843</c:v>
                </c:pt>
                <c:pt idx="2620">
                  <c:v>-1776830</c:v>
                </c:pt>
                <c:pt idx="2621">
                  <c:v>-2007596</c:v>
                </c:pt>
                <c:pt idx="2622">
                  <c:v>-1917926</c:v>
                </c:pt>
                <c:pt idx="2623">
                  <c:v>-1736104</c:v>
                </c:pt>
                <c:pt idx="2624">
                  <c:v>-1816839</c:v>
                </c:pt>
                <c:pt idx="2625">
                  <c:v>-1667670</c:v>
                </c:pt>
                <c:pt idx="2626">
                  <c:v>-1746566</c:v>
                </c:pt>
                <c:pt idx="2627">
                  <c:v>-1740605</c:v>
                </c:pt>
                <c:pt idx="2628">
                  <c:v>-1954504</c:v>
                </c:pt>
                <c:pt idx="2629">
                  <c:v>-1939033</c:v>
                </c:pt>
                <c:pt idx="2630">
                  <c:v>-1936012</c:v>
                </c:pt>
                <c:pt idx="2631">
                  <c:v>-1855861</c:v>
                </c:pt>
                <c:pt idx="2632">
                  <c:v>-1751594</c:v>
                </c:pt>
                <c:pt idx="2633">
                  <c:v>-1966283</c:v>
                </c:pt>
                <c:pt idx="2634">
                  <c:v>-1807929</c:v>
                </c:pt>
                <c:pt idx="2635">
                  <c:v>-1896835</c:v>
                </c:pt>
                <c:pt idx="2636">
                  <c:v>-1741393</c:v>
                </c:pt>
                <c:pt idx="2637">
                  <c:v>-1944196</c:v>
                </c:pt>
                <c:pt idx="2638">
                  <c:v>-1975523</c:v>
                </c:pt>
                <c:pt idx="2639">
                  <c:v>-1751605</c:v>
                </c:pt>
                <c:pt idx="2640">
                  <c:v>-1860830</c:v>
                </c:pt>
                <c:pt idx="2641">
                  <c:v>-1735158</c:v>
                </c:pt>
                <c:pt idx="2642">
                  <c:v>-1872895</c:v>
                </c:pt>
                <c:pt idx="2643">
                  <c:v>-1902825</c:v>
                </c:pt>
                <c:pt idx="2644">
                  <c:v>-1904534</c:v>
                </c:pt>
                <c:pt idx="2645">
                  <c:v>-1725495</c:v>
                </c:pt>
                <c:pt idx="2646">
                  <c:v>-1753540</c:v>
                </c:pt>
                <c:pt idx="2647">
                  <c:v>-1825637</c:v>
                </c:pt>
                <c:pt idx="2648">
                  <c:v>-1926437</c:v>
                </c:pt>
                <c:pt idx="2649">
                  <c:v>-1762064</c:v>
                </c:pt>
                <c:pt idx="2650">
                  <c:v>-1952016</c:v>
                </c:pt>
                <c:pt idx="2651">
                  <c:v>-1752414</c:v>
                </c:pt>
                <c:pt idx="2652">
                  <c:v>-1743322</c:v>
                </c:pt>
                <c:pt idx="2653">
                  <c:v>-1756170</c:v>
                </c:pt>
                <c:pt idx="2654">
                  <c:v>-1754189</c:v>
                </c:pt>
                <c:pt idx="2655">
                  <c:v>-1972723</c:v>
                </c:pt>
                <c:pt idx="2656">
                  <c:v>-1853254</c:v>
                </c:pt>
                <c:pt idx="2657">
                  <c:v>-1897926</c:v>
                </c:pt>
                <c:pt idx="2658">
                  <c:v>-1883851</c:v>
                </c:pt>
                <c:pt idx="2659">
                  <c:v>-1911387</c:v>
                </c:pt>
                <c:pt idx="2660">
                  <c:v>-1904406</c:v>
                </c:pt>
                <c:pt idx="2661">
                  <c:v>-1918817</c:v>
                </c:pt>
                <c:pt idx="2662">
                  <c:v>-1892138</c:v>
                </c:pt>
                <c:pt idx="2663">
                  <c:v>-1814198</c:v>
                </c:pt>
                <c:pt idx="2664">
                  <c:v>-1788513</c:v>
                </c:pt>
                <c:pt idx="2665">
                  <c:v>-1904062</c:v>
                </c:pt>
                <c:pt idx="2666">
                  <c:v>-1964844</c:v>
                </c:pt>
                <c:pt idx="2667">
                  <c:v>-1826458</c:v>
                </c:pt>
                <c:pt idx="2668">
                  <c:v>-1723666</c:v>
                </c:pt>
                <c:pt idx="2669">
                  <c:v>-1905698</c:v>
                </c:pt>
                <c:pt idx="2670">
                  <c:v>-1808289</c:v>
                </c:pt>
                <c:pt idx="2671">
                  <c:v>-1899149</c:v>
                </c:pt>
                <c:pt idx="2672">
                  <c:v>-1837237</c:v>
                </c:pt>
                <c:pt idx="2673">
                  <c:v>-1913993</c:v>
                </c:pt>
                <c:pt idx="2674">
                  <c:v>-1824059</c:v>
                </c:pt>
                <c:pt idx="2675">
                  <c:v>-1883564</c:v>
                </c:pt>
                <c:pt idx="2676">
                  <c:v>-1582433</c:v>
                </c:pt>
                <c:pt idx="2677">
                  <c:v>-1904313</c:v>
                </c:pt>
                <c:pt idx="2678">
                  <c:v>-1910014</c:v>
                </c:pt>
                <c:pt idx="2679">
                  <c:v>-1790078</c:v>
                </c:pt>
                <c:pt idx="2680">
                  <c:v>-1654351</c:v>
                </c:pt>
                <c:pt idx="2681">
                  <c:v>-1857579</c:v>
                </c:pt>
                <c:pt idx="2682">
                  <c:v>-1946181</c:v>
                </c:pt>
                <c:pt idx="2683">
                  <c:v>-1989929</c:v>
                </c:pt>
                <c:pt idx="2684">
                  <c:v>-1982678</c:v>
                </c:pt>
                <c:pt idx="2685">
                  <c:v>-1838936</c:v>
                </c:pt>
                <c:pt idx="2686">
                  <c:v>-1840059</c:v>
                </c:pt>
                <c:pt idx="2687">
                  <c:v>-1779479</c:v>
                </c:pt>
                <c:pt idx="2688">
                  <c:v>-1941348</c:v>
                </c:pt>
                <c:pt idx="2689">
                  <c:v>-1780810</c:v>
                </c:pt>
                <c:pt idx="2690">
                  <c:v>-1959728</c:v>
                </c:pt>
                <c:pt idx="2691">
                  <c:v>-1865919</c:v>
                </c:pt>
                <c:pt idx="2692">
                  <c:v>-1725934</c:v>
                </c:pt>
                <c:pt idx="2693">
                  <c:v>-1854053</c:v>
                </c:pt>
                <c:pt idx="2694">
                  <c:v>-1988481</c:v>
                </c:pt>
                <c:pt idx="2695">
                  <c:v>-1929679</c:v>
                </c:pt>
                <c:pt idx="2696">
                  <c:v>-1773372</c:v>
                </c:pt>
                <c:pt idx="2697">
                  <c:v>-1941112</c:v>
                </c:pt>
                <c:pt idx="2698">
                  <c:v>-1850677</c:v>
                </c:pt>
                <c:pt idx="2699">
                  <c:v>-1763105</c:v>
                </c:pt>
                <c:pt idx="2700">
                  <c:v>-1841497</c:v>
                </c:pt>
                <c:pt idx="2701">
                  <c:v>-1887099</c:v>
                </c:pt>
                <c:pt idx="2702">
                  <c:v>-1889173</c:v>
                </c:pt>
                <c:pt idx="2703">
                  <c:v>-1829368</c:v>
                </c:pt>
                <c:pt idx="2704">
                  <c:v>-1788693</c:v>
                </c:pt>
                <c:pt idx="2705">
                  <c:v>-1747169</c:v>
                </c:pt>
                <c:pt idx="2706">
                  <c:v>-1779005</c:v>
                </c:pt>
                <c:pt idx="2707">
                  <c:v>-1895045</c:v>
                </c:pt>
                <c:pt idx="2708">
                  <c:v>-1737291</c:v>
                </c:pt>
                <c:pt idx="2709">
                  <c:v>-1846567</c:v>
                </c:pt>
                <c:pt idx="2710">
                  <c:v>-1891848</c:v>
                </c:pt>
                <c:pt idx="2711">
                  <c:v>-1828695</c:v>
                </c:pt>
                <c:pt idx="2712">
                  <c:v>-1877518</c:v>
                </c:pt>
                <c:pt idx="2713">
                  <c:v>-1743230</c:v>
                </c:pt>
                <c:pt idx="2714">
                  <c:v>-1859765</c:v>
                </c:pt>
                <c:pt idx="2715">
                  <c:v>-1945927</c:v>
                </c:pt>
                <c:pt idx="2716">
                  <c:v>-1948967</c:v>
                </c:pt>
                <c:pt idx="2717">
                  <c:v>-1791731</c:v>
                </c:pt>
                <c:pt idx="2718">
                  <c:v>-1995384</c:v>
                </c:pt>
                <c:pt idx="2719">
                  <c:v>-1929438</c:v>
                </c:pt>
                <c:pt idx="2720">
                  <c:v>-1964570</c:v>
                </c:pt>
                <c:pt idx="2721">
                  <c:v>-1823734</c:v>
                </c:pt>
                <c:pt idx="2722">
                  <c:v>-1876693</c:v>
                </c:pt>
                <c:pt idx="2723">
                  <c:v>-1748821</c:v>
                </c:pt>
                <c:pt idx="2724">
                  <c:v>-1735589</c:v>
                </c:pt>
                <c:pt idx="2725">
                  <c:v>-1828684</c:v>
                </c:pt>
                <c:pt idx="2726">
                  <c:v>-1867610</c:v>
                </c:pt>
                <c:pt idx="2727">
                  <c:v>-1757267</c:v>
                </c:pt>
                <c:pt idx="2728">
                  <c:v>-1839491</c:v>
                </c:pt>
                <c:pt idx="2729">
                  <c:v>-1943524</c:v>
                </c:pt>
                <c:pt idx="2730">
                  <c:v>-1741220</c:v>
                </c:pt>
                <c:pt idx="2731">
                  <c:v>-1927124</c:v>
                </c:pt>
                <c:pt idx="2732">
                  <c:v>-1916480</c:v>
                </c:pt>
                <c:pt idx="2733">
                  <c:v>-1834991</c:v>
                </c:pt>
                <c:pt idx="2734">
                  <c:v>-1763729</c:v>
                </c:pt>
                <c:pt idx="2735">
                  <c:v>-1768101</c:v>
                </c:pt>
                <c:pt idx="2736">
                  <c:v>-1765694</c:v>
                </c:pt>
                <c:pt idx="2737">
                  <c:v>-1725391</c:v>
                </c:pt>
                <c:pt idx="2738">
                  <c:v>-1762492</c:v>
                </c:pt>
                <c:pt idx="2739">
                  <c:v>-1737627</c:v>
                </c:pt>
                <c:pt idx="2740">
                  <c:v>-1879203</c:v>
                </c:pt>
                <c:pt idx="2741">
                  <c:v>-1739243</c:v>
                </c:pt>
                <c:pt idx="2742">
                  <c:v>-1748671</c:v>
                </c:pt>
                <c:pt idx="2743">
                  <c:v>-1878146</c:v>
                </c:pt>
                <c:pt idx="2744">
                  <c:v>-1788633</c:v>
                </c:pt>
                <c:pt idx="2745">
                  <c:v>-1779547</c:v>
                </c:pt>
                <c:pt idx="2746">
                  <c:v>-1918328</c:v>
                </c:pt>
                <c:pt idx="2747">
                  <c:v>-1860338</c:v>
                </c:pt>
                <c:pt idx="2748">
                  <c:v>-1714844</c:v>
                </c:pt>
                <c:pt idx="2749">
                  <c:v>-1809599</c:v>
                </c:pt>
                <c:pt idx="2750">
                  <c:v>-1731289</c:v>
                </c:pt>
                <c:pt idx="2751">
                  <c:v>-1778380</c:v>
                </c:pt>
                <c:pt idx="2752">
                  <c:v>-1955915</c:v>
                </c:pt>
                <c:pt idx="2753">
                  <c:v>-1940071</c:v>
                </c:pt>
                <c:pt idx="2754">
                  <c:v>-1821110</c:v>
                </c:pt>
                <c:pt idx="2755">
                  <c:v>-1897056</c:v>
                </c:pt>
                <c:pt idx="2756">
                  <c:v>-1845024</c:v>
                </c:pt>
                <c:pt idx="2757">
                  <c:v>-1963063</c:v>
                </c:pt>
                <c:pt idx="2758">
                  <c:v>-1767798</c:v>
                </c:pt>
                <c:pt idx="2759">
                  <c:v>-1512267</c:v>
                </c:pt>
                <c:pt idx="2760">
                  <c:v>-1844167</c:v>
                </c:pt>
                <c:pt idx="2761">
                  <c:v>-1971568</c:v>
                </c:pt>
                <c:pt idx="2762">
                  <c:v>-1935361</c:v>
                </c:pt>
                <c:pt idx="2763">
                  <c:v>-1842518</c:v>
                </c:pt>
                <c:pt idx="2764">
                  <c:v>-1788435</c:v>
                </c:pt>
                <c:pt idx="2765">
                  <c:v>-1933463</c:v>
                </c:pt>
                <c:pt idx="2766">
                  <c:v>-1947964</c:v>
                </c:pt>
                <c:pt idx="2767">
                  <c:v>-1885699</c:v>
                </c:pt>
                <c:pt idx="2768">
                  <c:v>-1785808</c:v>
                </c:pt>
                <c:pt idx="2769">
                  <c:v>-1964335</c:v>
                </c:pt>
                <c:pt idx="2770">
                  <c:v>-1949445</c:v>
                </c:pt>
                <c:pt idx="2771">
                  <c:v>-1872721</c:v>
                </c:pt>
                <c:pt idx="2772">
                  <c:v>-1826339</c:v>
                </c:pt>
                <c:pt idx="2773">
                  <c:v>-1758002</c:v>
                </c:pt>
                <c:pt idx="2774">
                  <c:v>-1787624</c:v>
                </c:pt>
                <c:pt idx="2775">
                  <c:v>-1995874</c:v>
                </c:pt>
                <c:pt idx="2776">
                  <c:v>-1882421</c:v>
                </c:pt>
                <c:pt idx="2777">
                  <c:v>-1843914</c:v>
                </c:pt>
                <c:pt idx="2778">
                  <c:v>-1740545</c:v>
                </c:pt>
                <c:pt idx="2779">
                  <c:v>-1876229</c:v>
                </c:pt>
                <c:pt idx="2780">
                  <c:v>-1811804</c:v>
                </c:pt>
                <c:pt idx="2781">
                  <c:v>-1792682</c:v>
                </c:pt>
                <c:pt idx="2782">
                  <c:v>-1801226</c:v>
                </c:pt>
                <c:pt idx="2783">
                  <c:v>-1754355</c:v>
                </c:pt>
                <c:pt idx="2784">
                  <c:v>-1791965</c:v>
                </c:pt>
                <c:pt idx="2785">
                  <c:v>-1929641</c:v>
                </c:pt>
                <c:pt idx="2786">
                  <c:v>-1947228</c:v>
                </c:pt>
                <c:pt idx="2787">
                  <c:v>-1873116</c:v>
                </c:pt>
                <c:pt idx="2788">
                  <c:v>-1876264</c:v>
                </c:pt>
                <c:pt idx="2789">
                  <c:v>-1937629</c:v>
                </c:pt>
                <c:pt idx="2790">
                  <c:v>-1810640</c:v>
                </c:pt>
                <c:pt idx="2791">
                  <c:v>-1944712</c:v>
                </c:pt>
                <c:pt idx="2792">
                  <c:v>-1934519</c:v>
                </c:pt>
                <c:pt idx="2793">
                  <c:v>-1907046</c:v>
                </c:pt>
                <c:pt idx="2794">
                  <c:v>-1860123</c:v>
                </c:pt>
                <c:pt idx="2795">
                  <c:v>-1873580</c:v>
                </c:pt>
                <c:pt idx="2796">
                  <c:v>-1916403</c:v>
                </c:pt>
                <c:pt idx="2797">
                  <c:v>-1876309</c:v>
                </c:pt>
                <c:pt idx="2798">
                  <c:v>-1887241</c:v>
                </c:pt>
                <c:pt idx="2799">
                  <c:v>-1896452</c:v>
                </c:pt>
                <c:pt idx="2800">
                  <c:v>-1716539</c:v>
                </c:pt>
                <c:pt idx="2801">
                  <c:v>-1758423</c:v>
                </c:pt>
                <c:pt idx="2802">
                  <c:v>-1744839</c:v>
                </c:pt>
                <c:pt idx="2803">
                  <c:v>-1907489</c:v>
                </c:pt>
                <c:pt idx="2804">
                  <c:v>-1816175</c:v>
                </c:pt>
                <c:pt idx="2805">
                  <c:v>-1880531</c:v>
                </c:pt>
                <c:pt idx="2806">
                  <c:v>-1979247</c:v>
                </c:pt>
                <c:pt idx="2807">
                  <c:v>-1975794</c:v>
                </c:pt>
                <c:pt idx="2808">
                  <c:v>-1983648</c:v>
                </c:pt>
                <c:pt idx="2809">
                  <c:v>-1814754</c:v>
                </c:pt>
                <c:pt idx="2810">
                  <c:v>-1826980</c:v>
                </c:pt>
                <c:pt idx="2811">
                  <c:v>-1802582</c:v>
                </c:pt>
                <c:pt idx="2812">
                  <c:v>-1772095</c:v>
                </c:pt>
                <c:pt idx="2813">
                  <c:v>-1965513</c:v>
                </c:pt>
                <c:pt idx="2814">
                  <c:v>-1799385</c:v>
                </c:pt>
                <c:pt idx="2815">
                  <c:v>-1875241</c:v>
                </c:pt>
                <c:pt idx="2816">
                  <c:v>-1780798</c:v>
                </c:pt>
                <c:pt idx="2817">
                  <c:v>-1979445</c:v>
                </c:pt>
                <c:pt idx="2818">
                  <c:v>-1711245</c:v>
                </c:pt>
                <c:pt idx="2819">
                  <c:v>-1916679</c:v>
                </c:pt>
                <c:pt idx="2820">
                  <c:v>-1848446</c:v>
                </c:pt>
                <c:pt idx="2821">
                  <c:v>-1762746</c:v>
                </c:pt>
                <c:pt idx="2822">
                  <c:v>-1834816</c:v>
                </c:pt>
                <c:pt idx="2823">
                  <c:v>-1961442</c:v>
                </c:pt>
                <c:pt idx="2824">
                  <c:v>-1957419</c:v>
                </c:pt>
                <c:pt idx="2825">
                  <c:v>-1934134</c:v>
                </c:pt>
                <c:pt idx="2826">
                  <c:v>-1868665</c:v>
                </c:pt>
                <c:pt idx="2827">
                  <c:v>-1904913</c:v>
                </c:pt>
                <c:pt idx="2828">
                  <c:v>-1883893</c:v>
                </c:pt>
                <c:pt idx="2829">
                  <c:v>-1757436</c:v>
                </c:pt>
                <c:pt idx="2830">
                  <c:v>-1745933</c:v>
                </c:pt>
                <c:pt idx="2831">
                  <c:v>-1739984</c:v>
                </c:pt>
                <c:pt idx="2832">
                  <c:v>-1742271</c:v>
                </c:pt>
                <c:pt idx="2833">
                  <c:v>-1834249</c:v>
                </c:pt>
                <c:pt idx="2834">
                  <c:v>-1662627</c:v>
                </c:pt>
                <c:pt idx="2835">
                  <c:v>-1879667</c:v>
                </c:pt>
                <c:pt idx="2836">
                  <c:v>-1777524</c:v>
                </c:pt>
                <c:pt idx="2837">
                  <c:v>-1910118</c:v>
                </c:pt>
                <c:pt idx="2838">
                  <c:v>-1895707</c:v>
                </c:pt>
                <c:pt idx="2839">
                  <c:v>-1740540</c:v>
                </c:pt>
                <c:pt idx="2840">
                  <c:v>-1804607</c:v>
                </c:pt>
                <c:pt idx="2841">
                  <c:v>-1860075</c:v>
                </c:pt>
                <c:pt idx="2842">
                  <c:v>-1863382</c:v>
                </c:pt>
                <c:pt idx="2843">
                  <c:v>-1838888</c:v>
                </c:pt>
                <c:pt idx="2844">
                  <c:v>-1762897</c:v>
                </c:pt>
                <c:pt idx="2845">
                  <c:v>-1897182</c:v>
                </c:pt>
                <c:pt idx="2846">
                  <c:v>-1780744</c:v>
                </c:pt>
                <c:pt idx="2847">
                  <c:v>-1812622</c:v>
                </c:pt>
                <c:pt idx="2848">
                  <c:v>-1872920</c:v>
                </c:pt>
                <c:pt idx="2849">
                  <c:v>-1850291</c:v>
                </c:pt>
                <c:pt idx="2850">
                  <c:v>-1963528</c:v>
                </c:pt>
                <c:pt idx="2851">
                  <c:v>-1568655</c:v>
                </c:pt>
                <c:pt idx="2852">
                  <c:v>-1733111</c:v>
                </c:pt>
                <c:pt idx="2853">
                  <c:v>-1866972</c:v>
                </c:pt>
                <c:pt idx="2854">
                  <c:v>-1924272</c:v>
                </c:pt>
                <c:pt idx="2855">
                  <c:v>-1906174</c:v>
                </c:pt>
                <c:pt idx="2856">
                  <c:v>-1889104</c:v>
                </c:pt>
                <c:pt idx="2857">
                  <c:v>-1959856</c:v>
                </c:pt>
                <c:pt idx="2858">
                  <c:v>-1727527</c:v>
                </c:pt>
                <c:pt idx="2859">
                  <c:v>-1830666</c:v>
                </c:pt>
                <c:pt idx="2860">
                  <c:v>-1841265</c:v>
                </c:pt>
                <c:pt idx="2861">
                  <c:v>-1790176</c:v>
                </c:pt>
                <c:pt idx="2862">
                  <c:v>-1804593</c:v>
                </c:pt>
                <c:pt idx="2863">
                  <c:v>-1725645</c:v>
                </c:pt>
                <c:pt idx="2864">
                  <c:v>-1930746</c:v>
                </c:pt>
                <c:pt idx="2865">
                  <c:v>-1764166</c:v>
                </c:pt>
                <c:pt idx="2866">
                  <c:v>-1745771</c:v>
                </c:pt>
                <c:pt idx="2867">
                  <c:v>-1962702</c:v>
                </c:pt>
                <c:pt idx="2868">
                  <c:v>-1841062</c:v>
                </c:pt>
                <c:pt idx="2869">
                  <c:v>-1838741</c:v>
                </c:pt>
                <c:pt idx="2870">
                  <c:v>-1877669</c:v>
                </c:pt>
                <c:pt idx="2871">
                  <c:v>-1937519</c:v>
                </c:pt>
                <c:pt idx="2872">
                  <c:v>-1796062</c:v>
                </c:pt>
                <c:pt idx="2873">
                  <c:v>-1773875</c:v>
                </c:pt>
                <c:pt idx="2874">
                  <c:v>-1918311</c:v>
                </c:pt>
                <c:pt idx="2875">
                  <c:v>-1877691</c:v>
                </c:pt>
                <c:pt idx="2876">
                  <c:v>-1755603</c:v>
                </c:pt>
                <c:pt idx="2877">
                  <c:v>-1889186</c:v>
                </c:pt>
                <c:pt idx="2878">
                  <c:v>-1742233</c:v>
                </c:pt>
                <c:pt idx="2879">
                  <c:v>-1865056</c:v>
                </c:pt>
                <c:pt idx="2880">
                  <c:v>-1756968</c:v>
                </c:pt>
                <c:pt idx="2881">
                  <c:v>-1746395</c:v>
                </c:pt>
                <c:pt idx="2882">
                  <c:v>-1792601</c:v>
                </c:pt>
                <c:pt idx="2883">
                  <c:v>-1775628</c:v>
                </c:pt>
                <c:pt idx="2884">
                  <c:v>-1967134</c:v>
                </c:pt>
                <c:pt idx="2885">
                  <c:v>-1807931</c:v>
                </c:pt>
                <c:pt idx="2886">
                  <c:v>-1955717</c:v>
                </c:pt>
                <c:pt idx="2887">
                  <c:v>-1909243</c:v>
                </c:pt>
                <c:pt idx="2888">
                  <c:v>-1737698</c:v>
                </c:pt>
                <c:pt idx="2889">
                  <c:v>-1969953</c:v>
                </c:pt>
                <c:pt idx="2890">
                  <c:v>-1817627</c:v>
                </c:pt>
                <c:pt idx="2891">
                  <c:v>-1828580</c:v>
                </c:pt>
                <c:pt idx="2892">
                  <c:v>-1955003</c:v>
                </c:pt>
                <c:pt idx="2893">
                  <c:v>-1885652</c:v>
                </c:pt>
                <c:pt idx="2894">
                  <c:v>-1875148</c:v>
                </c:pt>
                <c:pt idx="2895">
                  <c:v>-1852798</c:v>
                </c:pt>
                <c:pt idx="2896">
                  <c:v>-1846614</c:v>
                </c:pt>
                <c:pt idx="2897">
                  <c:v>-1918857</c:v>
                </c:pt>
                <c:pt idx="2898">
                  <c:v>-1908399</c:v>
                </c:pt>
                <c:pt idx="2899">
                  <c:v>-1898626</c:v>
                </c:pt>
                <c:pt idx="2900">
                  <c:v>-1817436</c:v>
                </c:pt>
                <c:pt idx="2901">
                  <c:v>-1793124</c:v>
                </c:pt>
                <c:pt idx="2902">
                  <c:v>-1873754</c:v>
                </c:pt>
                <c:pt idx="2903">
                  <c:v>-1757263</c:v>
                </c:pt>
                <c:pt idx="2904">
                  <c:v>-1757834</c:v>
                </c:pt>
                <c:pt idx="2905">
                  <c:v>-1926060</c:v>
                </c:pt>
                <c:pt idx="2906">
                  <c:v>-1811288</c:v>
                </c:pt>
                <c:pt idx="2907">
                  <c:v>-1856929</c:v>
                </c:pt>
                <c:pt idx="2908">
                  <c:v>-1768915</c:v>
                </c:pt>
                <c:pt idx="2909">
                  <c:v>-1899870</c:v>
                </c:pt>
                <c:pt idx="2910">
                  <c:v>-1953093</c:v>
                </c:pt>
                <c:pt idx="2911">
                  <c:v>-1794229</c:v>
                </c:pt>
                <c:pt idx="2912">
                  <c:v>-1768469</c:v>
                </c:pt>
                <c:pt idx="2913">
                  <c:v>-1907780</c:v>
                </c:pt>
                <c:pt idx="2914">
                  <c:v>-1761557</c:v>
                </c:pt>
                <c:pt idx="2915">
                  <c:v>-1958375</c:v>
                </c:pt>
                <c:pt idx="2916">
                  <c:v>-1939831</c:v>
                </c:pt>
                <c:pt idx="2917">
                  <c:v>-1908024</c:v>
                </c:pt>
                <c:pt idx="2918">
                  <c:v>-1837600</c:v>
                </c:pt>
                <c:pt idx="2919">
                  <c:v>-1879210</c:v>
                </c:pt>
                <c:pt idx="2920">
                  <c:v>-1867701</c:v>
                </c:pt>
                <c:pt idx="2921">
                  <c:v>-1974057</c:v>
                </c:pt>
                <c:pt idx="2922">
                  <c:v>-1937642</c:v>
                </c:pt>
                <c:pt idx="2923">
                  <c:v>-1933645</c:v>
                </c:pt>
                <c:pt idx="2924">
                  <c:v>-1865792</c:v>
                </c:pt>
                <c:pt idx="2925">
                  <c:v>-1768828</c:v>
                </c:pt>
                <c:pt idx="2926">
                  <c:v>-1890104</c:v>
                </c:pt>
                <c:pt idx="2927">
                  <c:v>-1904895</c:v>
                </c:pt>
                <c:pt idx="2928">
                  <c:v>-1961850</c:v>
                </c:pt>
                <c:pt idx="2929">
                  <c:v>-1882270</c:v>
                </c:pt>
                <c:pt idx="2930">
                  <c:v>-1912222</c:v>
                </c:pt>
                <c:pt idx="2931">
                  <c:v>-1851800</c:v>
                </c:pt>
                <c:pt idx="2932">
                  <c:v>-1988657</c:v>
                </c:pt>
                <c:pt idx="2933">
                  <c:v>-1852415</c:v>
                </c:pt>
                <c:pt idx="2934">
                  <c:v>-1841263</c:v>
                </c:pt>
                <c:pt idx="2935">
                  <c:v>-1902196</c:v>
                </c:pt>
                <c:pt idx="2936">
                  <c:v>-1865869</c:v>
                </c:pt>
                <c:pt idx="2937">
                  <c:v>-1970459</c:v>
                </c:pt>
                <c:pt idx="2938">
                  <c:v>-1926693</c:v>
                </c:pt>
                <c:pt idx="2939">
                  <c:v>-1748797</c:v>
                </c:pt>
                <c:pt idx="2940">
                  <c:v>-1768384</c:v>
                </c:pt>
                <c:pt idx="2941">
                  <c:v>-1856198</c:v>
                </c:pt>
                <c:pt idx="2942">
                  <c:v>-1772286</c:v>
                </c:pt>
                <c:pt idx="2943">
                  <c:v>-1733466</c:v>
                </c:pt>
                <c:pt idx="2944">
                  <c:v>-1768689</c:v>
                </c:pt>
                <c:pt idx="2945">
                  <c:v>-1871343</c:v>
                </c:pt>
                <c:pt idx="2946">
                  <c:v>-1877913</c:v>
                </c:pt>
                <c:pt idx="2947">
                  <c:v>-1896394</c:v>
                </c:pt>
                <c:pt idx="2948">
                  <c:v>-1761833</c:v>
                </c:pt>
                <c:pt idx="2949">
                  <c:v>-1742618</c:v>
                </c:pt>
                <c:pt idx="2950">
                  <c:v>-1838389</c:v>
                </c:pt>
                <c:pt idx="2951">
                  <c:v>-1606385</c:v>
                </c:pt>
                <c:pt idx="2952">
                  <c:v>-1909769</c:v>
                </c:pt>
                <c:pt idx="2953">
                  <c:v>-1926332</c:v>
                </c:pt>
                <c:pt idx="2954">
                  <c:v>-1985560</c:v>
                </c:pt>
                <c:pt idx="2955">
                  <c:v>-1831466</c:v>
                </c:pt>
                <c:pt idx="2956">
                  <c:v>-1840516</c:v>
                </c:pt>
                <c:pt idx="2957">
                  <c:v>-1781932</c:v>
                </c:pt>
                <c:pt idx="2958">
                  <c:v>-1953501</c:v>
                </c:pt>
                <c:pt idx="2959">
                  <c:v>-1818682</c:v>
                </c:pt>
                <c:pt idx="2960">
                  <c:v>-1844550</c:v>
                </c:pt>
                <c:pt idx="2961">
                  <c:v>-1937827</c:v>
                </c:pt>
                <c:pt idx="2962">
                  <c:v>-1867367</c:v>
                </c:pt>
                <c:pt idx="2963">
                  <c:v>-1753997</c:v>
                </c:pt>
                <c:pt idx="2964">
                  <c:v>-1759901</c:v>
                </c:pt>
                <c:pt idx="2965">
                  <c:v>-1739724</c:v>
                </c:pt>
                <c:pt idx="2966">
                  <c:v>-1791356</c:v>
                </c:pt>
                <c:pt idx="2967">
                  <c:v>-1865741</c:v>
                </c:pt>
                <c:pt idx="2968">
                  <c:v>-1903404</c:v>
                </c:pt>
                <c:pt idx="2969">
                  <c:v>-1920255</c:v>
                </c:pt>
                <c:pt idx="2970">
                  <c:v>-1904278</c:v>
                </c:pt>
                <c:pt idx="2971">
                  <c:v>-1873255</c:v>
                </c:pt>
                <c:pt idx="2972">
                  <c:v>-1975195</c:v>
                </c:pt>
                <c:pt idx="2973">
                  <c:v>-1768250</c:v>
                </c:pt>
                <c:pt idx="2974">
                  <c:v>-1854319</c:v>
                </c:pt>
                <c:pt idx="2975">
                  <c:v>-1790240</c:v>
                </c:pt>
                <c:pt idx="2976">
                  <c:v>-1863420</c:v>
                </c:pt>
                <c:pt idx="2977">
                  <c:v>-1941613</c:v>
                </c:pt>
                <c:pt idx="2978">
                  <c:v>-1940317</c:v>
                </c:pt>
                <c:pt idx="2979">
                  <c:v>-1874777</c:v>
                </c:pt>
                <c:pt idx="2980">
                  <c:v>-1796896</c:v>
                </c:pt>
                <c:pt idx="2981">
                  <c:v>-1871048</c:v>
                </c:pt>
                <c:pt idx="2982">
                  <c:v>-1792298</c:v>
                </c:pt>
                <c:pt idx="2983">
                  <c:v>-1880351</c:v>
                </c:pt>
                <c:pt idx="2984">
                  <c:v>-1828132</c:v>
                </c:pt>
                <c:pt idx="2985">
                  <c:v>-1923898</c:v>
                </c:pt>
                <c:pt idx="2986">
                  <c:v>-1828046</c:v>
                </c:pt>
                <c:pt idx="2987">
                  <c:v>-1942777</c:v>
                </c:pt>
                <c:pt idx="2988">
                  <c:v>-1952270</c:v>
                </c:pt>
                <c:pt idx="2989">
                  <c:v>-1882727</c:v>
                </c:pt>
                <c:pt idx="2990">
                  <c:v>-1770238</c:v>
                </c:pt>
                <c:pt idx="2991">
                  <c:v>-1914867</c:v>
                </c:pt>
                <c:pt idx="2992">
                  <c:v>-1954481</c:v>
                </c:pt>
                <c:pt idx="2993">
                  <c:v>-1801044</c:v>
                </c:pt>
                <c:pt idx="2994">
                  <c:v>-1908469</c:v>
                </c:pt>
                <c:pt idx="2995">
                  <c:v>-1867054</c:v>
                </c:pt>
                <c:pt idx="2996">
                  <c:v>-1887302</c:v>
                </c:pt>
                <c:pt idx="2997">
                  <c:v>-1950148</c:v>
                </c:pt>
                <c:pt idx="2998">
                  <c:v>-1911317</c:v>
                </c:pt>
                <c:pt idx="2999">
                  <c:v>-1836512</c:v>
                </c:pt>
                <c:pt idx="3000">
                  <c:v>-1839754</c:v>
                </c:pt>
                <c:pt idx="3001">
                  <c:v>-1767197</c:v>
                </c:pt>
                <c:pt idx="3002">
                  <c:v>-1772026</c:v>
                </c:pt>
                <c:pt idx="3003">
                  <c:v>-1807525</c:v>
                </c:pt>
                <c:pt idx="3004">
                  <c:v>-1821057</c:v>
                </c:pt>
                <c:pt idx="3005">
                  <c:v>-1803720</c:v>
                </c:pt>
                <c:pt idx="3006">
                  <c:v>-1837208</c:v>
                </c:pt>
                <c:pt idx="3007">
                  <c:v>-1813584</c:v>
                </c:pt>
                <c:pt idx="3008">
                  <c:v>-1869027</c:v>
                </c:pt>
                <c:pt idx="3009">
                  <c:v>-1618552</c:v>
                </c:pt>
                <c:pt idx="3010">
                  <c:v>-1806645</c:v>
                </c:pt>
                <c:pt idx="3011">
                  <c:v>-1767211</c:v>
                </c:pt>
                <c:pt idx="3012">
                  <c:v>-1745728</c:v>
                </c:pt>
                <c:pt idx="3013">
                  <c:v>-1924934</c:v>
                </c:pt>
                <c:pt idx="3014">
                  <c:v>-1882607</c:v>
                </c:pt>
                <c:pt idx="3015">
                  <c:v>-1919964</c:v>
                </c:pt>
                <c:pt idx="3016">
                  <c:v>-1659933</c:v>
                </c:pt>
                <c:pt idx="3017">
                  <c:v>-1949876</c:v>
                </c:pt>
                <c:pt idx="3018">
                  <c:v>-1819220</c:v>
                </c:pt>
                <c:pt idx="3019">
                  <c:v>-1911142</c:v>
                </c:pt>
                <c:pt idx="3020">
                  <c:v>-1874022</c:v>
                </c:pt>
                <c:pt idx="3021">
                  <c:v>-1909897</c:v>
                </c:pt>
                <c:pt idx="3022">
                  <c:v>-1823502</c:v>
                </c:pt>
                <c:pt idx="3023">
                  <c:v>-1901806</c:v>
                </c:pt>
                <c:pt idx="3024">
                  <c:v>-1753650</c:v>
                </c:pt>
                <c:pt idx="3025">
                  <c:v>-1941730</c:v>
                </c:pt>
                <c:pt idx="3026">
                  <c:v>-1772697</c:v>
                </c:pt>
                <c:pt idx="3027">
                  <c:v>-1757158</c:v>
                </c:pt>
                <c:pt idx="3028">
                  <c:v>-1745736</c:v>
                </c:pt>
                <c:pt idx="3029">
                  <c:v>-1877019</c:v>
                </c:pt>
                <c:pt idx="3030">
                  <c:v>-1924911</c:v>
                </c:pt>
                <c:pt idx="3031">
                  <c:v>-1911462</c:v>
                </c:pt>
                <c:pt idx="3032">
                  <c:v>-1969949</c:v>
                </c:pt>
                <c:pt idx="3033">
                  <c:v>-1746557</c:v>
                </c:pt>
                <c:pt idx="3034">
                  <c:v>-1960999</c:v>
                </c:pt>
                <c:pt idx="3035">
                  <c:v>-1682978</c:v>
                </c:pt>
                <c:pt idx="3036">
                  <c:v>-1788307</c:v>
                </c:pt>
                <c:pt idx="3037">
                  <c:v>-1750858</c:v>
                </c:pt>
                <c:pt idx="3038">
                  <c:v>-1561313</c:v>
                </c:pt>
                <c:pt idx="3039">
                  <c:v>-1777432</c:v>
                </c:pt>
                <c:pt idx="3040">
                  <c:v>-1837797</c:v>
                </c:pt>
                <c:pt idx="3041">
                  <c:v>-2013118</c:v>
                </c:pt>
                <c:pt idx="3042">
                  <c:v>-1731671</c:v>
                </c:pt>
                <c:pt idx="3043">
                  <c:v>-1872906</c:v>
                </c:pt>
                <c:pt idx="3044">
                  <c:v>-2001877</c:v>
                </c:pt>
                <c:pt idx="3045">
                  <c:v>-1957784</c:v>
                </c:pt>
                <c:pt idx="3046">
                  <c:v>-1815991</c:v>
                </c:pt>
                <c:pt idx="3047">
                  <c:v>-1751282</c:v>
                </c:pt>
                <c:pt idx="3048">
                  <c:v>-1825356</c:v>
                </c:pt>
                <c:pt idx="3049">
                  <c:v>-1796074</c:v>
                </c:pt>
                <c:pt idx="3050">
                  <c:v>-1651934</c:v>
                </c:pt>
                <c:pt idx="3051">
                  <c:v>-1934600</c:v>
                </c:pt>
                <c:pt idx="3052">
                  <c:v>-1856024</c:v>
                </c:pt>
                <c:pt idx="3053">
                  <c:v>-1848121</c:v>
                </c:pt>
                <c:pt idx="3054">
                  <c:v>-1762538</c:v>
                </c:pt>
                <c:pt idx="3055">
                  <c:v>-1781744</c:v>
                </c:pt>
                <c:pt idx="3056">
                  <c:v>-1888849</c:v>
                </c:pt>
                <c:pt idx="3057">
                  <c:v>-1841759</c:v>
                </c:pt>
                <c:pt idx="3058">
                  <c:v>-1820315</c:v>
                </c:pt>
                <c:pt idx="3059">
                  <c:v>-1684061</c:v>
                </c:pt>
                <c:pt idx="3060">
                  <c:v>-1778556</c:v>
                </c:pt>
                <c:pt idx="3061">
                  <c:v>-1959961</c:v>
                </c:pt>
                <c:pt idx="3062">
                  <c:v>-1751325</c:v>
                </c:pt>
                <c:pt idx="3063">
                  <c:v>-1956614</c:v>
                </c:pt>
                <c:pt idx="3064">
                  <c:v>-1765093</c:v>
                </c:pt>
                <c:pt idx="3065">
                  <c:v>-1794511</c:v>
                </c:pt>
                <c:pt idx="3066">
                  <c:v>-1831408</c:v>
                </c:pt>
                <c:pt idx="3067">
                  <c:v>-1619955</c:v>
                </c:pt>
                <c:pt idx="3068">
                  <c:v>-1890243</c:v>
                </c:pt>
                <c:pt idx="3069">
                  <c:v>-1748255</c:v>
                </c:pt>
                <c:pt idx="3070">
                  <c:v>-1816706</c:v>
                </c:pt>
                <c:pt idx="3071">
                  <c:v>-1784223</c:v>
                </c:pt>
                <c:pt idx="3072">
                  <c:v>-1912201</c:v>
                </c:pt>
                <c:pt idx="3073">
                  <c:v>-1932557</c:v>
                </c:pt>
                <c:pt idx="3074">
                  <c:v>-1889914</c:v>
                </c:pt>
                <c:pt idx="3075">
                  <c:v>-1759071</c:v>
                </c:pt>
                <c:pt idx="3076">
                  <c:v>-1890685</c:v>
                </c:pt>
                <c:pt idx="3077">
                  <c:v>-1740273</c:v>
                </c:pt>
                <c:pt idx="3078">
                  <c:v>-1894320</c:v>
                </c:pt>
                <c:pt idx="3079">
                  <c:v>-1629880</c:v>
                </c:pt>
                <c:pt idx="3080">
                  <c:v>-1803240</c:v>
                </c:pt>
                <c:pt idx="3081">
                  <c:v>-1848539</c:v>
                </c:pt>
                <c:pt idx="3082">
                  <c:v>-1751755</c:v>
                </c:pt>
                <c:pt idx="3083">
                  <c:v>-1931424</c:v>
                </c:pt>
                <c:pt idx="3084">
                  <c:v>-1805940</c:v>
                </c:pt>
                <c:pt idx="3085">
                  <c:v>-1746418</c:v>
                </c:pt>
                <c:pt idx="3086">
                  <c:v>-1944864</c:v>
                </c:pt>
                <c:pt idx="3087">
                  <c:v>-1807699</c:v>
                </c:pt>
                <c:pt idx="3088">
                  <c:v>-1918766</c:v>
                </c:pt>
                <c:pt idx="3089">
                  <c:v>-1978640</c:v>
                </c:pt>
                <c:pt idx="3090">
                  <c:v>-1580903</c:v>
                </c:pt>
                <c:pt idx="3091">
                  <c:v>-1936301</c:v>
                </c:pt>
                <c:pt idx="3092">
                  <c:v>-1765844</c:v>
                </c:pt>
                <c:pt idx="3093">
                  <c:v>-1852798</c:v>
                </c:pt>
                <c:pt idx="3094">
                  <c:v>-1900871</c:v>
                </c:pt>
                <c:pt idx="3095">
                  <c:v>-1761903</c:v>
                </c:pt>
                <c:pt idx="3096">
                  <c:v>-1755356</c:v>
                </c:pt>
                <c:pt idx="3097">
                  <c:v>-1763024</c:v>
                </c:pt>
                <c:pt idx="3098">
                  <c:v>-1345308</c:v>
                </c:pt>
                <c:pt idx="3099">
                  <c:v>-1841103</c:v>
                </c:pt>
                <c:pt idx="3100">
                  <c:v>-1848365</c:v>
                </c:pt>
                <c:pt idx="3101">
                  <c:v>-1760756</c:v>
                </c:pt>
                <c:pt idx="3102">
                  <c:v>-1943454</c:v>
                </c:pt>
                <c:pt idx="3103">
                  <c:v>-1785932</c:v>
                </c:pt>
                <c:pt idx="3104">
                  <c:v>-1586365</c:v>
                </c:pt>
                <c:pt idx="3105">
                  <c:v>-1758508</c:v>
                </c:pt>
                <c:pt idx="3106">
                  <c:v>-1782661</c:v>
                </c:pt>
                <c:pt idx="3107">
                  <c:v>-1797833</c:v>
                </c:pt>
                <c:pt idx="3108">
                  <c:v>-1851185</c:v>
                </c:pt>
                <c:pt idx="3109">
                  <c:v>-1700220</c:v>
                </c:pt>
                <c:pt idx="3110">
                  <c:v>-1890046</c:v>
                </c:pt>
                <c:pt idx="3111">
                  <c:v>-1894580</c:v>
                </c:pt>
                <c:pt idx="3112">
                  <c:v>-1837009</c:v>
                </c:pt>
                <c:pt idx="3113">
                  <c:v>-1928567</c:v>
                </c:pt>
                <c:pt idx="3114">
                  <c:v>-1827837</c:v>
                </c:pt>
                <c:pt idx="3115">
                  <c:v>-1921863</c:v>
                </c:pt>
                <c:pt idx="3116">
                  <c:v>-1954804</c:v>
                </c:pt>
                <c:pt idx="3117">
                  <c:v>-1895125</c:v>
                </c:pt>
                <c:pt idx="3118">
                  <c:v>-1675429</c:v>
                </c:pt>
                <c:pt idx="3119">
                  <c:v>-1864011</c:v>
                </c:pt>
                <c:pt idx="3120">
                  <c:v>-1717350</c:v>
                </c:pt>
                <c:pt idx="3121">
                  <c:v>-1724598</c:v>
                </c:pt>
                <c:pt idx="3122">
                  <c:v>-1793064</c:v>
                </c:pt>
                <c:pt idx="3123">
                  <c:v>-1824859</c:v>
                </c:pt>
                <c:pt idx="3124">
                  <c:v>-1940446</c:v>
                </c:pt>
                <c:pt idx="3125">
                  <c:v>-1887623</c:v>
                </c:pt>
                <c:pt idx="3126">
                  <c:v>-1793356</c:v>
                </c:pt>
                <c:pt idx="3127">
                  <c:v>-1758955</c:v>
                </c:pt>
                <c:pt idx="3128">
                  <c:v>-1907047</c:v>
                </c:pt>
                <c:pt idx="3129">
                  <c:v>-1879319</c:v>
                </c:pt>
                <c:pt idx="3130">
                  <c:v>-1895427</c:v>
                </c:pt>
                <c:pt idx="3131">
                  <c:v>-1949515</c:v>
                </c:pt>
                <c:pt idx="3132">
                  <c:v>-1825365</c:v>
                </c:pt>
                <c:pt idx="3133">
                  <c:v>-1827432</c:v>
                </c:pt>
                <c:pt idx="3134">
                  <c:v>-1954609</c:v>
                </c:pt>
                <c:pt idx="3135">
                  <c:v>-1789960</c:v>
                </c:pt>
                <c:pt idx="3136">
                  <c:v>-1843594</c:v>
                </c:pt>
                <c:pt idx="3137">
                  <c:v>-1768329</c:v>
                </c:pt>
                <c:pt idx="3138">
                  <c:v>-1880365</c:v>
                </c:pt>
                <c:pt idx="3139">
                  <c:v>-1987897</c:v>
                </c:pt>
                <c:pt idx="3140">
                  <c:v>-1748058</c:v>
                </c:pt>
                <c:pt idx="3141">
                  <c:v>-1886373</c:v>
                </c:pt>
                <c:pt idx="3142">
                  <c:v>-1780532</c:v>
                </c:pt>
                <c:pt idx="3143">
                  <c:v>-2004188</c:v>
                </c:pt>
                <c:pt idx="3144">
                  <c:v>-1890592</c:v>
                </c:pt>
                <c:pt idx="3145">
                  <c:v>-1706632</c:v>
                </c:pt>
                <c:pt idx="3146">
                  <c:v>-1758204</c:v>
                </c:pt>
                <c:pt idx="3147">
                  <c:v>-1734057</c:v>
                </c:pt>
                <c:pt idx="3148">
                  <c:v>-1736858</c:v>
                </c:pt>
                <c:pt idx="3149">
                  <c:v>-1930881</c:v>
                </c:pt>
                <c:pt idx="3150">
                  <c:v>-1762665</c:v>
                </c:pt>
                <c:pt idx="3151">
                  <c:v>-1664239</c:v>
                </c:pt>
                <c:pt idx="3152">
                  <c:v>-1740231</c:v>
                </c:pt>
                <c:pt idx="3153">
                  <c:v>-1810989</c:v>
                </c:pt>
                <c:pt idx="3154">
                  <c:v>-1958725</c:v>
                </c:pt>
                <c:pt idx="3155">
                  <c:v>-1909164</c:v>
                </c:pt>
                <c:pt idx="3156">
                  <c:v>-1952510</c:v>
                </c:pt>
                <c:pt idx="3157">
                  <c:v>-1770470</c:v>
                </c:pt>
                <c:pt idx="3158">
                  <c:v>-1747555</c:v>
                </c:pt>
                <c:pt idx="3159">
                  <c:v>-1836046</c:v>
                </c:pt>
                <c:pt idx="3160">
                  <c:v>-1900499</c:v>
                </c:pt>
                <c:pt idx="3161">
                  <c:v>-1764110</c:v>
                </c:pt>
                <c:pt idx="3162">
                  <c:v>-1841474</c:v>
                </c:pt>
                <c:pt idx="3163">
                  <c:v>-1744558</c:v>
                </c:pt>
                <c:pt idx="3164">
                  <c:v>-1982422</c:v>
                </c:pt>
                <c:pt idx="3165">
                  <c:v>-1974846</c:v>
                </c:pt>
                <c:pt idx="3166">
                  <c:v>-1868505</c:v>
                </c:pt>
                <c:pt idx="3167">
                  <c:v>-1826342</c:v>
                </c:pt>
                <c:pt idx="3168">
                  <c:v>-1856697</c:v>
                </c:pt>
                <c:pt idx="3169">
                  <c:v>-1765798</c:v>
                </c:pt>
                <c:pt idx="3170">
                  <c:v>-1767463</c:v>
                </c:pt>
                <c:pt idx="3171">
                  <c:v>-1760708</c:v>
                </c:pt>
                <c:pt idx="3172">
                  <c:v>-1861968</c:v>
                </c:pt>
                <c:pt idx="3173">
                  <c:v>-1906750</c:v>
                </c:pt>
                <c:pt idx="3174">
                  <c:v>-1846195</c:v>
                </c:pt>
                <c:pt idx="3175">
                  <c:v>-1775732</c:v>
                </c:pt>
                <c:pt idx="3176">
                  <c:v>-1736127</c:v>
                </c:pt>
                <c:pt idx="3177">
                  <c:v>-1983356</c:v>
                </c:pt>
                <c:pt idx="3178">
                  <c:v>-1753912</c:v>
                </c:pt>
                <c:pt idx="3179">
                  <c:v>-1965501</c:v>
                </c:pt>
                <c:pt idx="3180">
                  <c:v>-1871968</c:v>
                </c:pt>
                <c:pt idx="3181">
                  <c:v>-1745055</c:v>
                </c:pt>
                <c:pt idx="3182">
                  <c:v>-1742976</c:v>
                </c:pt>
                <c:pt idx="3183">
                  <c:v>-1956370</c:v>
                </c:pt>
                <c:pt idx="3184">
                  <c:v>-1956708</c:v>
                </c:pt>
                <c:pt idx="3185">
                  <c:v>-1877943</c:v>
                </c:pt>
                <c:pt idx="3186">
                  <c:v>-1649886</c:v>
                </c:pt>
                <c:pt idx="3187">
                  <c:v>-1920626</c:v>
                </c:pt>
                <c:pt idx="3188">
                  <c:v>-2006292</c:v>
                </c:pt>
                <c:pt idx="3189">
                  <c:v>-2013427</c:v>
                </c:pt>
                <c:pt idx="3190">
                  <c:v>-1751686</c:v>
                </c:pt>
                <c:pt idx="3191">
                  <c:v>-1896209</c:v>
                </c:pt>
                <c:pt idx="3192">
                  <c:v>-1948372</c:v>
                </c:pt>
                <c:pt idx="3193">
                  <c:v>-1893440</c:v>
                </c:pt>
                <c:pt idx="3194">
                  <c:v>-1907559</c:v>
                </c:pt>
                <c:pt idx="3195">
                  <c:v>-1971136</c:v>
                </c:pt>
                <c:pt idx="3196">
                  <c:v>-1787590</c:v>
                </c:pt>
                <c:pt idx="3197">
                  <c:v>-1985170</c:v>
                </c:pt>
                <c:pt idx="3198">
                  <c:v>-1821259</c:v>
                </c:pt>
                <c:pt idx="3199">
                  <c:v>-1771487</c:v>
                </c:pt>
                <c:pt idx="3200">
                  <c:v>-1836522</c:v>
                </c:pt>
                <c:pt idx="3201">
                  <c:v>-1778299</c:v>
                </c:pt>
                <c:pt idx="3202">
                  <c:v>-1742003</c:v>
                </c:pt>
                <c:pt idx="3203">
                  <c:v>-1764950</c:v>
                </c:pt>
                <c:pt idx="3204">
                  <c:v>-1862003</c:v>
                </c:pt>
                <c:pt idx="3205">
                  <c:v>-1790877</c:v>
                </c:pt>
                <c:pt idx="3206">
                  <c:v>-1769552</c:v>
                </c:pt>
                <c:pt idx="3207">
                  <c:v>-1786956</c:v>
                </c:pt>
                <c:pt idx="3208">
                  <c:v>-1858357</c:v>
                </c:pt>
                <c:pt idx="3209">
                  <c:v>-1822355</c:v>
                </c:pt>
                <c:pt idx="3210">
                  <c:v>-1725527</c:v>
                </c:pt>
                <c:pt idx="3211">
                  <c:v>-1738114</c:v>
                </c:pt>
                <c:pt idx="3212">
                  <c:v>-1896216</c:v>
                </c:pt>
                <c:pt idx="3213">
                  <c:v>-1745424</c:v>
                </c:pt>
                <c:pt idx="3214">
                  <c:v>-1839479</c:v>
                </c:pt>
                <c:pt idx="3215">
                  <c:v>-1793305</c:v>
                </c:pt>
                <c:pt idx="3216">
                  <c:v>-1713748</c:v>
                </c:pt>
                <c:pt idx="3217">
                  <c:v>-1914901</c:v>
                </c:pt>
                <c:pt idx="3218">
                  <c:v>-1965559</c:v>
                </c:pt>
                <c:pt idx="3219">
                  <c:v>-1879702</c:v>
                </c:pt>
                <c:pt idx="3220">
                  <c:v>-1892523</c:v>
                </c:pt>
                <c:pt idx="3221">
                  <c:v>-1742759</c:v>
                </c:pt>
                <c:pt idx="3222">
                  <c:v>-1971953</c:v>
                </c:pt>
                <c:pt idx="3223">
                  <c:v>-1744419</c:v>
                </c:pt>
                <c:pt idx="3224">
                  <c:v>-1813491</c:v>
                </c:pt>
                <c:pt idx="3225">
                  <c:v>-1784419</c:v>
                </c:pt>
                <c:pt idx="3226">
                  <c:v>-1754402</c:v>
                </c:pt>
                <c:pt idx="3227">
                  <c:v>-1917263</c:v>
                </c:pt>
                <c:pt idx="3228">
                  <c:v>-1882454</c:v>
                </c:pt>
                <c:pt idx="3229">
                  <c:v>-1755741</c:v>
                </c:pt>
                <c:pt idx="3230">
                  <c:v>-1810456</c:v>
                </c:pt>
                <c:pt idx="3231">
                  <c:v>-1752664</c:v>
                </c:pt>
                <c:pt idx="3232">
                  <c:v>-1762862</c:v>
                </c:pt>
                <c:pt idx="3233">
                  <c:v>-1947009</c:v>
                </c:pt>
                <c:pt idx="3234">
                  <c:v>-1751913</c:v>
                </c:pt>
                <c:pt idx="3235">
                  <c:v>-1796132</c:v>
                </c:pt>
                <c:pt idx="3236">
                  <c:v>-1772538</c:v>
                </c:pt>
                <c:pt idx="3237">
                  <c:v>-1867250</c:v>
                </c:pt>
                <c:pt idx="3238">
                  <c:v>-1851053</c:v>
                </c:pt>
                <c:pt idx="3239">
                  <c:v>-1742243</c:v>
                </c:pt>
                <c:pt idx="3240">
                  <c:v>-1816804</c:v>
                </c:pt>
                <c:pt idx="3241">
                  <c:v>-1771265</c:v>
                </c:pt>
                <c:pt idx="3242">
                  <c:v>-1995863</c:v>
                </c:pt>
                <c:pt idx="3243">
                  <c:v>-1880341</c:v>
                </c:pt>
                <c:pt idx="3244">
                  <c:v>-1877541</c:v>
                </c:pt>
                <c:pt idx="3245">
                  <c:v>-1778949</c:v>
                </c:pt>
                <c:pt idx="3246">
                  <c:v>-1854643</c:v>
                </c:pt>
                <c:pt idx="3247">
                  <c:v>-2007196</c:v>
                </c:pt>
                <c:pt idx="3248">
                  <c:v>-1863976</c:v>
                </c:pt>
                <c:pt idx="3249">
                  <c:v>-1916859</c:v>
                </c:pt>
                <c:pt idx="3250">
                  <c:v>-1845592</c:v>
                </c:pt>
                <c:pt idx="3251">
                  <c:v>-1807977</c:v>
                </c:pt>
                <c:pt idx="3252">
                  <c:v>-1782733</c:v>
                </c:pt>
                <c:pt idx="3253">
                  <c:v>-1785272</c:v>
                </c:pt>
                <c:pt idx="3254">
                  <c:v>-1924569</c:v>
                </c:pt>
                <c:pt idx="3255">
                  <c:v>-1827778</c:v>
                </c:pt>
                <c:pt idx="3256">
                  <c:v>-1977321</c:v>
                </c:pt>
                <c:pt idx="3257">
                  <c:v>-1829020</c:v>
                </c:pt>
                <c:pt idx="3258">
                  <c:v>-1951818</c:v>
                </c:pt>
                <c:pt idx="3259">
                  <c:v>-1943921</c:v>
                </c:pt>
                <c:pt idx="3260">
                  <c:v>-1843562</c:v>
                </c:pt>
                <c:pt idx="3261">
                  <c:v>-1882886</c:v>
                </c:pt>
                <c:pt idx="3262">
                  <c:v>-1858508</c:v>
                </c:pt>
                <c:pt idx="3263">
                  <c:v>-1767306</c:v>
                </c:pt>
                <c:pt idx="3264">
                  <c:v>-1784029</c:v>
                </c:pt>
                <c:pt idx="3265">
                  <c:v>-1874138</c:v>
                </c:pt>
                <c:pt idx="3266">
                  <c:v>-1835331</c:v>
                </c:pt>
                <c:pt idx="3267">
                  <c:v>-1761787</c:v>
                </c:pt>
                <c:pt idx="3268">
                  <c:v>-1913597</c:v>
                </c:pt>
                <c:pt idx="3269">
                  <c:v>-1837786</c:v>
                </c:pt>
                <c:pt idx="3270">
                  <c:v>-1934548</c:v>
                </c:pt>
                <c:pt idx="3271">
                  <c:v>-1919324</c:v>
                </c:pt>
                <c:pt idx="3272">
                  <c:v>-1752262</c:v>
                </c:pt>
                <c:pt idx="3273">
                  <c:v>-1858903</c:v>
                </c:pt>
                <c:pt idx="3274">
                  <c:v>-1794893</c:v>
                </c:pt>
                <c:pt idx="3275">
                  <c:v>-1886872</c:v>
                </c:pt>
                <c:pt idx="3276">
                  <c:v>-1973529</c:v>
                </c:pt>
                <c:pt idx="3277">
                  <c:v>-1752195</c:v>
                </c:pt>
                <c:pt idx="3278">
                  <c:v>-1927817</c:v>
                </c:pt>
                <c:pt idx="3279">
                  <c:v>-1864870</c:v>
                </c:pt>
                <c:pt idx="3280">
                  <c:v>-1872395</c:v>
                </c:pt>
                <c:pt idx="3281">
                  <c:v>-1940437</c:v>
                </c:pt>
                <c:pt idx="3282">
                  <c:v>-1716018</c:v>
                </c:pt>
                <c:pt idx="3283">
                  <c:v>-1675328</c:v>
                </c:pt>
                <c:pt idx="3284">
                  <c:v>-1783999</c:v>
                </c:pt>
                <c:pt idx="3285">
                  <c:v>-1818936</c:v>
                </c:pt>
                <c:pt idx="3286">
                  <c:v>-1872477</c:v>
                </c:pt>
                <c:pt idx="3287">
                  <c:v>-2007442</c:v>
                </c:pt>
                <c:pt idx="3288">
                  <c:v>-1850379</c:v>
                </c:pt>
                <c:pt idx="3289">
                  <c:v>-1933552</c:v>
                </c:pt>
                <c:pt idx="3290">
                  <c:v>-1748743</c:v>
                </c:pt>
                <c:pt idx="3291">
                  <c:v>-1649345</c:v>
                </c:pt>
                <c:pt idx="3292">
                  <c:v>-1966118</c:v>
                </c:pt>
                <c:pt idx="3293">
                  <c:v>-1747458</c:v>
                </c:pt>
                <c:pt idx="3294">
                  <c:v>-1902697</c:v>
                </c:pt>
                <c:pt idx="3295">
                  <c:v>-1889023</c:v>
                </c:pt>
                <c:pt idx="3296">
                  <c:v>-1853123</c:v>
                </c:pt>
                <c:pt idx="3297">
                  <c:v>-1832150</c:v>
                </c:pt>
                <c:pt idx="3298">
                  <c:v>-1826887</c:v>
                </c:pt>
                <c:pt idx="3299">
                  <c:v>-1915669</c:v>
                </c:pt>
                <c:pt idx="3300">
                  <c:v>-1789060</c:v>
                </c:pt>
                <c:pt idx="3301">
                  <c:v>-1927780</c:v>
                </c:pt>
                <c:pt idx="3302">
                  <c:v>-1796407</c:v>
                </c:pt>
                <c:pt idx="3303">
                  <c:v>-1909269</c:v>
                </c:pt>
                <c:pt idx="3304">
                  <c:v>-1876915</c:v>
                </c:pt>
                <c:pt idx="3305">
                  <c:v>-1893566</c:v>
                </c:pt>
                <c:pt idx="3306">
                  <c:v>-1759319</c:v>
                </c:pt>
                <c:pt idx="3307">
                  <c:v>-1768111</c:v>
                </c:pt>
                <c:pt idx="3308">
                  <c:v>-1936256</c:v>
                </c:pt>
                <c:pt idx="3309">
                  <c:v>-1708064</c:v>
                </c:pt>
                <c:pt idx="3310">
                  <c:v>-1923910</c:v>
                </c:pt>
                <c:pt idx="3311">
                  <c:v>-1962247</c:v>
                </c:pt>
                <c:pt idx="3312">
                  <c:v>-2006379</c:v>
                </c:pt>
                <c:pt idx="3313">
                  <c:v>-1803611</c:v>
                </c:pt>
                <c:pt idx="3314">
                  <c:v>-1751282</c:v>
                </c:pt>
                <c:pt idx="3315">
                  <c:v>-1879621</c:v>
                </c:pt>
                <c:pt idx="3316">
                  <c:v>-1799906</c:v>
                </c:pt>
                <c:pt idx="3317">
                  <c:v>-1957909</c:v>
                </c:pt>
                <c:pt idx="3318">
                  <c:v>-1811441</c:v>
                </c:pt>
                <c:pt idx="3319">
                  <c:v>-1733795</c:v>
                </c:pt>
                <c:pt idx="3320">
                  <c:v>-1761902</c:v>
                </c:pt>
                <c:pt idx="3321">
                  <c:v>-1745598</c:v>
                </c:pt>
                <c:pt idx="3322">
                  <c:v>-1759111</c:v>
                </c:pt>
                <c:pt idx="3323">
                  <c:v>-1923840</c:v>
                </c:pt>
                <c:pt idx="3324">
                  <c:v>-1967659</c:v>
                </c:pt>
                <c:pt idx="3325">
                  <c:v>-1860574</c:v>
                </c:pt>
                <c:pt idx="3326">
                  <c:v>-1872137</c:v>
                </c:pt>
                <c:pt idx="3327">
                  <c:v>-1984103</c:v>
                </c:pt>
                <c:pt idx="3328">
                  <c:v>-1915310</c:v>
                </c:pt>
                <c:pt idx="3329">
                  <c:v>-1950529</c:v>
                </c:pt>
                <c:pt idx="3330">
                  <c:v>-1919871</c:v>
                </c:pt>
                <c:pt idx="3331">
                  <c:v>-1872407</c:v>
                </c:pt>
                <c:pt idx="3332">
                  <c:v>-1960812</c:v>
                </c:pt>
                <c:pt idx="3333">
                  <c:v>-1852449</c:v>
                </c:pt>
                <c:pt idx="3334">
                  <c:v>-1982900</c:v>
                </c:pt>
                <c:pt idx="3335">
                  <c:v>-1734167</c:v>
                </c:pt>
                <c:pt idx="3336">
                  <c:v>-1742730</c:v>
                </c:pt>
                <c:pt idx="3337">
                  <c:v>-1828336</c:v>
                </c:pt>
                <c:pt idx="3338">
                  <c:v>-1642627</c:v>
                </c:pt>
                <c:pt idx="3339">
                  <c:v>-1762804</c:v>
                </c:pt>
                <c:pt idx="3340">
                  <c:v>-1950686</c:v>
                </c:pt>
                <c:pt idx="3341">
                  <c:v>-1788837</c:v>
                </c:pt>
                <c:pt idx="3342">
                  <c:v>-1723758</c:v>
                </c:pt>
                <c:pt idx="3343">
                  <c:v>-1912029</c:v>
                </c:pt>
                <c:pt idx="3344">
                  <c:v>-1789708</c:v>
                </c:pt>
                <c:pt idx="3345">
                  <c:v>-1900634</c:v>
                </c:pt>
                <c:pt idx="3346">
                  <c:v>-2016506</c:v>
                </c:pt>
                <c:pt idx="3347">
                  <c:v>-1882828</c:v>
                </c:pt>
                <c:pt idx="3348">
                  <c:v>-1882297</c:v>
                </c:pt>
                <c:pt idx="3349">
                  <c:v>-1881341</c:v>
                </c:pt>
                <c:pt idx="3350">
                  <c:v>-1931502</c:v>
                </c:pt>
                <c:pt idx="3351">
                  <c:v>-1945738</c:v>
                </c:pt>
                <c:pt idx="3352">
                  <c:v>-1763521</c:v>
                </c:pt>
                <c:pt idx="3353">
                  <c:v>-1785174</c:v>
                </c:pt>
                <c:pt idx="3354">
                  <c:v>-1934752</c:v>
                </c:pt>
                <c:pt idx="3355">
                  <c:v>-1913027</c:v>
                </c:pt>
                <c:pt idx="3356">
                  <c:v>-1931603</c:v>
                </c:pt>
                <c:pt idx="3357">
                  <c:v>-1612334</c:v>
                </c:pt>
                <c:pt idx="3358">
                  <c:v>-1630160</c:v>
                </c:pt>
                <c:pt idx="3359">
                  <c:v>-1812993</c:v>
                </c:pt>
                <c:pt idx="3360">
                  <c:v>-1739893</c:v>
                </c:pt>
                <c:pt idx="3361">
                  <c:v>-1849386</c:v>
                </c:pt>
                <c:pt idx="3362">
                  <c:v>-1794765</c:v>
                </c:pt>
                <c:pt idx="3363">
                  <c:v>-1953833</c:v>
                </c:pt>
                <c:pt idx="3364">
                  <c:v>-1855166</c:v>
                </c:pt>
                <c:pt idx="3365">
                  <c:v>-1966121</c:v>
                </c:pt>
                <c:pt idx="3366">
                  <c:v>-1876605</c:v>
                </c:pt>
                <c:pt idx="3367">
                  <c:v>-1897033</c:v>
                </c:pt>
                <c:pt idx="3368">
                  <c:v>-1970821</c:v>
                </c:pt>
                <c:pt idx="3369">
                  <c:v>-1929173</c:v>
                </c:pt>
                <c:pt idx="3370">
                  <c:v>-1917623</c:v>
                </c:pt>
                <c:pt idx="3371">
                  <c:v>-1915296</c:v>
                </c:pt>
                <c:pt idx="3372">
                  <c:v>-1823716</c:v>
                </c:pt>
                <c:pt idx="3373">
                  <c:v>-1829101</c:v>
                </c:pt>
                <c:pt idx="3374">
                  <c:v>-1960525</c:v>
                </c:pt>
                <c:pt idx="3375">
                  <c:v>-1779005</c:v>
                </c:pt>
                <c:pt idx="3376">
                  <c:v>-1837846</c:v>
                </c:pt>
                <c:pt idx="3377">
                  <c:v>-1738148</c:v>
                </c:pt>
                <c:pt idx="3378">
                  <c:v>-1775708</c:v>
                </c:pt>
                <c:pt idx="3379">
                  <c:v>-1768856</c:v>
                </c:pt>
                <c:pt idx="3380">
                  <c:v>-1843089</c:v>
                </c:pt>
                <c:pt idx="3381">
                  <c:v>-1878184</c:v>
                </c:pt>
                <c:pt idx="3382">
                  <c:v>-1807618</c:v>
                </c:pt>
                <c:pt idx="3383">
                  <c:v>-1720060</c:v>
                </c:pt>
                <c:pt idx="3384">
                  <c:v>-1881550</c:v>
                </c:pt>
                <c:pt idx="3385">
                  <c:v>-1779074</c:v>
                </c:pt>
                <c:pt idx="3386">
                  <c:v>-1994508</c:v>
                </c:pt>
                <c:pt idx="3387">
                  <c:v>-1761837</c:v>
                </c:pt>
                <c:pt idx="3388">
                  <c:v>-1900917</c:v>
                </c:pt>
                <c:pt idx="3389">
                  <c:v>-2024889</c:v>
                </c:pt>
                <c:pt idx="3390">
                  <c:v>-1828974</c:v>
                </c:pt>
                <c:pt idx="3391">
                  <c:v>-1791316</c:v>
                </c:pt>
                <c:pt idx="3392">
                  <c:v>-1771267</c:v>
                </c:pt>
                <c:pt idx="3393">
                  <c:v>-1944348</c:v>
                </c:pt>
                <c:pt idx="3394">
                  <c:v>-1913702</c:v>
                </c:pt>
                <c:pt idx="3395">
                  <c:v>-1843661</c:v>
                </c:pt>
                <c:pt idx="3396">
                  <c:v>-1390497</c:v>
                </c:pt>
                <c:pt idx="3397">
                  <c:v>-1735331</c:v>
                </c:pt>
                <c:pt idx="3398">
                  <c:v>-2012247</c:v>
                </c:pt>
                <c:pt idx="3399">
                  <c:v>-1851034</c:v>
                </c:pt>
                <c:pt idx="3400">
                  <c:v>-1894417</c:v>
                </c:pt>
                <c:pt idx="3401">
                  <c:v>-1767337</c:v>
                </c:pt>
                <c:pt idx="3402">
                  <c:v>-1707836</c:v>
                </c:pt>
                <c:pt idx="3403">
                  <c:v>-1932761</c:v>
                </c:pt>
                <c:pt idx="3404">
                  <c:v>-1678162</c:v>
                </c:pt>
                <c:pt idx="3405">
                  <c:v>-1810759</c:v>
                </c:pt>
                <c:pt idx="3406">
                  <c:v>-1953910</c:v>
                </c:pt>
                <c:pt idx="3407">
                  <c:v>-1837852</c:v>
                </c:pt>
                <c:pt idx="3408">
                  <c:v>-1777837</c:v>
                </c:pt>
                <c:pt idx="3409">
                  <c:v>-1934402</c:v>
                </c:pt>
                <c:pt idx="3410">
                  <c:v>-1760215</c:v>
                </c:pt>
                <c:pt idx="3411">
                  <c:v>-1962585</c:v>
                </c:pt>
                <c:pt idx="3412">
                  <c:v>-1734257</c:v>
                </c:pt>
                <c:pt idx="3413">
                  <c:v>-1754949</c:v>
                </c:pt>
                <c:pt idx="3414">
                  <c:v>-1712791</c:v>
                </c:pt>
                <c:pt idx="3415">
                  <c:v>-1703285</c:v>
                </c:pt>
                <c:pt idx="3416">
                  <c:v>-1737167</c:v>
                </c:pt>
                <c:pt idx="3417">
                  <c:v>-1884538</c:v>
                </c:pt>
                <c:pt idx="3418">
                  <c:v>-1819863</c:v>
                </c:pt>
                <c:pt idx="3419">
                  <c:v>-1807192</c:v>
                </c:pt>
                <c:pt idx="3420">
                  <c:v>-1873988</c:v>
                </c:pt>
                <c:pt idx="3421">
                  <c:v>-1732537</c:v>
                </c:pt>
                <c:pt idx="3422">
                  <c:v>-1843671</c:v>
                </c:pt>
                <c:pt idx="3423">
                  <c:v>-1746458</c:v>
                </c:pt>
                <c:pt idx="3424">
                  <c:v>-1971376</c:v>
                </c:pt>
                <c:pt idx="3425">
                  <c:v>-1976667</c:v>
                </c:pt>
                <c:pt idx="3426">
                  <c:v>-1852105</c:v>
                </c:pt>
                <c:pt idx="3427">
                  <c:v>-1746198</c:v>
                </c:pt>
                <c:pt idx="3428">
                  <c:v>-1779734</c:v>
                </c:pt>
                <c:pt idx="3429">
                  <c:v>-1950622</c:v>
                </c:pt>
                <c:pt idx="3430">
                  <c:v>-1789986</c:v>
                </c:pt>
                <c:pt idx="3431">
                  <c:v>-1730643</c:v>
                </c:pt>
                <c:pt idx="3432">
                  <c:v>-1873290</c:v>
                </c:pt>
                <c:pt idx="3433">
                  <c:v>-1748255</c:v>
                </c:pt>
                <c:pt idx="3434">
                  <c:v>-1958410</c:v>
                </c:pt>
                <c:pt idx="3435">
                  <c:v>-1949702</c:v>
                </c:pt>
                <c:pt idx="3436">
                  <c:v>-1874196</c:v>
                </c:pt>
                <c:pt idx="3437">
                  <c:v>-1681929</c:v>
                </c:pt>
                <c:pt idx="3438">
                  <c:v>-1992083</c:v>
                </c:pt>
                <c:pt idx="3439">
                  <c:v>-1786357</c:v>
                </c:pt>
                <c:pt idx="3440">
                  <c:v>-1740192</c:v>
                </c:pt>
                <c:pt idx="3441">
                  <c:v>-1658368</c:v>
                </c:pt>
                <c:pt idx="3442">
                  <c:v>-1829598</c:v>
                </c:pt>
                <c:pt idx="3443">
                  <c:v>-1827694</c:v>
                </c:pt>
                <c:pt idx="3444">
                  <c:v>-1889453</c:v>
                </c:pt>
                <c:pt idx="3445">
                  <c:v>-1816025</c:v>
                </c:pt>
                <c:pt idx="3446">
                  <c:v>-1908036</c:v>
                </c:pt>
                <c:pt idx="3447">
                  <c:v>-1866670</c:v>
                </c:pt>
                <c:pt idx="3448">
                  <c:v>-1784614</c:v>
                </c:pt>
                <c:pt idx="3449">
                  <c:v>-1908151</c:v>
                </c:pt>
                <c:pt idx="3450">
                  <c:v>-1954609</c:v>
                </c:pt>
                <c:pt idx="3451">
                  <c:v>-1907571</c:v>
                </c:pt>
                <c:pt idx="3452">
                  <c:v>-1964175</c:v>
                </c:pt>
                <c:pt idx="3453">
                  <c:v>-1744304</c:v>
                </c:pt>
                <c:pt idx="3454">
                  <c:v>-1792155</c:v>
                </c:pt>
                <c:pt idx="3455">
                  <c:v>-1816260</c:v>
                </c:pt>
                <c:pt idx="3456">
                  <c:v>-1950447</c:v>
                </c:pt>
                <c:pt idx="3457">
                  <c:v>-1777980</c:v>
                </c:pt>
                <c:pt idx="3458">
                  <c:v>-1911207</c:v>
                </c:pt>
                <c:pt idx="3459">
                  <c:v>-1913543</c:v>
                </c:pt>
                <c:pt idx="3460">
                  <c:v>-1698159</c:v>
                </c:pt>
                <c:pt idx="3461">
                  <c:v>-1808371</c:v>
                </c:pt>
                <c:pt idx="3462">
                  <c:v>-1867987</c:v>
                </c:pt>
                <c:pt idx="3463">
                  <c:v>-1907172</c:v>
                </c:pt>
                <c:pt idx="3464">
                  <c:v>-1954982</c:v>
                </c:pt>
                <c:pt idx="3465">
                  <c:v>-1872709</c:v>
                </c:pt>
                <c:pt idx="3466">
                  <c:v>-1840108</c:v>
                </c:pt>
                <c:pt idx="3467">
                  <c:v>-1733841</c:v>
                </c:pt>
                <c:pt idx="3468">
                  <c:v>-1779155</c:v>
                </c:pt>
                <c:pt idx="3469">
                  <c:v>-1758862</c:v>
                </c:pt>
                <c:pt idx="3470">
                  <c:v>-1847801</c:v>
                </c:pt>
                <c:pt idx="3471">
                  <c:v>-1837921</c:v>
                </c:pt>
                <c:pt idx="3472">
                  <c:v>-1792298</c:v>
                </c:pt>
                <c:pt idx="3473">
                  <c:v>-1773176</c:v>
                </c:pt>
                <c:pt idx="3474">
                  <c:v>-1958632</c:v>
                </c:pt>
                <c:pt idx="3475">
                  <c:v>-1816631</c:v>
                </c:pt>
                <c:pt idx="3476">
                  <c:v>-1929848</c:v>
                </c:pt>
                <c:pt idx="3477">
                  <c:v>-1780752</c:v>
                </c:pt>
                <c:pt idx="3478">
                  <c:v>-1847632</c:v>
                </c:pt>
                <c:pt idx="3479">
                  <c:v>-1815662</c:v>
                </c:pt>
                <c:pt idx="3480">
                  <c:v>-1834006</c:v>
                </c:pt>
                <c:pt idx="3481">
                  <c:v>-1960101</c:v>
                </c:pt>
                <c:pt idx="3482">
                  <c:v>-1758198</c:v>
                </c:pt>
                <c:pt idx="3483">
                  <c:v>-1818944</c:v>
                </c:pt>
                <c:pt idx="3484">
                  <c:v>-1843515</c:v>
                </c:pt>
                <c:pt idx="3485">
                  <c:v>-1927179</c:v>
                </c:pt>
                <c:pt idx="3486">
                  <c:v>-1976434</c:v>
                </c:pt>
                <c:pt idx="3487">
                  <c:v>-1911627</c:v>
                </c:pt>
                <c:pt idx="3488">
                  <c:v>-1892499</c:v>
                </c:pt>
                <c:pt idx="3489">
                  <c:v>-1906128</c:v>
                </c:pt>
                <c:pt idx="3490">
                  <c:v>-1876252</c:v>
                </c:pt>
                <c:pt idx="3491">
                  <c:v>-1740839</c:v>
                </c:pt>
                <c:pt idx="3492">
                  <c:v>-1770209</c:v>
                </c:pt>
                <c:pt idx="3493">
                  <c:v>-1707009</c:v>
                </c:pt>
                <c:pt idx="3494">
                  <c:v>-1777096</c:v>
                </c:pt>
                <c:pt idx="3495">
                  <c:v>-1764215</c:v>
                </c:pt>
                <c:pt idx="3496">
                  <c:v>-1840778</c:v>
                </c:pt>
                <c:pt idx="3497">
                  <c:v>-1916449</c:v>
                </c:pt>
                <c:pt idx="3498">
                  <c:v>-1884641</c:v>
                </c:pt>
                <c:pt idx="3499">
                  <c:v>-1770770</c:v>
                </c:pt>
                <c:pt idx="3500">
                  <c:v>-1811952</c:v>
                </c:pt>
                <c:pt idx="3501">
                  <c:v>-1816723</c:v>
                </c:pt>
                <c:pt idx="3502">
                  <c:v>-1922125</c:v>
                </c:pt>
                <c:pt idx="3503">
                  <c:v>-1650024</c:v>
                </c:pt>
                <c:pt idx="3504">
                  <c:v>-1395927</c:v>
                </c:pt>
                <c:pt idx="3505">
                  <c:v>-1923340</c:v>
                </c:pt>
                <c:pt idx="3506">
                  <c:v>-1965524</c:v>
                </c:pt>
                <c:pt idx="3507">
                  <c:v>-1905919</c:v>
                </c:pt>
                <c:pt idx="3508">
                  <c:v>-1946041</c:v>
                </c:pt>
                <c:pt idx="3509">
                  <c:v>-1849989</c:v>
                </c:pt>
                <c:pt idx="3510">
                  <c:v>-2017718</c:v>
                </c:pt>
                <c:pt idx="3511">
                  <c:v>-1892161</c:v>
                </c:pt>
                <c:pt idx="3512">
                  <c:v>-1870897</c:v>
                </c:pt>
                <c:pt idx="3513">
                  <c:v>-1855583</c:v>
                </c:pt>
                <c:pt idx="3514">
                  <c:v>-1867127</c:v>
                </c:pt>
                <c:pt idx="3515">
                  <c:v>-1759405</c:v>
                </c:pt>
                <c:pt idx="3516">
                  <c:v>-1785250</c:v>
                </c:pt>
                <c:pt idx="3517">
                  <c:v>-1839874</c:v>
                </c:pt>
                <c:pt idx="3518">
                  <c:v>-1743843</c:v>
                </c:pt>
                <c:pt idx="3519">
                  <c:v>-1840105</c:v>
                </c:pt>
                <c:pt idx="3520">
                  <c:v>-1713425</c:v>
                </c:pt>
                <c:pt idx="3521">
                  <c:v>-1743034</c:v>
                </c:pt>
                <c:pt idx="3522">
                  <c:v>-1689131</c:v>
                </c:pt>
                <c:pt idx="3523">
                  <c:v>-1750650</c:v>
                </c:pt>
                <c:pt idx="3524">
                  <c:v>-1888738</c:v>
                </c:pt>
                <c:pt idx="3525">
                  <c:v>-1931910</c:v>
                </c:pt>
                <c:pt idx="3526">
                  <c:v>-1750207</c:v>
                </c:pt>
                <c:pt idx="3527">
                  <c:v>-1669570</c:v>
                </c:pt>
                <c:pt idx="3528">
                  <c:v>-1909828</c:v>
                </c:pt>
                <c:pt idx="3529">
                  <c:v>-1915890</c:v>
                </c:pt>
                <c:pt idx="3530">
                  <c:v>-1853053</c:v>
                </c:pt>
                <c:pt idx="3531">
                  <c:v>-1815402</c:v>
                </c:pt>
                <c:pt idx="3532">
                  <c:v>-1923463</c:v>
                </c:pt>
                <c:pt idx="3533">
                  <c:v>-1963576</c:v>
                </c:pt>
                <c:pt idx="3534">
                  <c:v>-1957839</c:v>
                </c:pt>
                <c:pt idx="3535">
                  <c:v>-1875474</c:v>
                </c:pt>
                <c:pt idx="3536">
                  <c:v>-1847378</c:v>
                </c:pt>
                <c:pt idx="3537">
                  <c:v>-1796224</c:v>
                </c:pt>
                <c:pt idx="3538">
                  <c:v>-1768689</c:v>
                </c:pt>
                <c:pt idx="3539">
                  <c:v>-1918494</c:v>
                </c:pt>
                <c:pt idx="3540">
                  <c:v>-1959705</c:v>
                </c:pt>
                <c:pt idx="3541">
                  <c:v>-1894638</c:v>
                </c:pt>
                <c:pt idx="3542">
                  <c:v>-1924091</c:v>
                </c:pt>
                <c:pt idx="3543">
                  <c:v>-1965038</c:v>
                </c:pt>
                <c:pt idx="3544">
                  <c:v>-1774854</c:v>
                </c:pt>
                <c:pt idx="3545">
                  <c:v>-1757866</c:v>
                </c:pt>
                <c:pt idx="3546">
                  <c:v>-1752436</c:v>
                </c:pt>
                <c:pt idx="3547">
                  <c:v>-1760735</c:v>
                </c:pt>
                <c:pt idx="3548">
                  <c:v>-1734823</c:v>
                </c:pt>
                <c:pt idx="3549">
                  <c:v>-1936941</c:v>
                </c:pt>
                <c:pt idx="3550">
                  <c:v>-1931386</c:v>
                </c:pt>
                <c:pt idx="3551">
                  <c:v>-1778126</c:v>
                </c:pt>
                <c:pt idx="3552">
                  <c:v>-1754384</c:v>
                </c:pt>
                <c:pt idx="3553">
                  <c:v>-1649771</c:v>
                </c:pt>
                <c:pt idx="3554">
                  <c:v>-1898068</c:v>
                </c:pt>
                <c:pt idx="3555">
                  <c:v>-1562335</c:v>
                </c:pt>
                <c:pt idx="3556">
                  <c:v>-1981126</c:v>
                </c:pt>
                <c:pt idx="3557">
                  <c:v>-1756143</c:v>
                </c:pt>
                <c:pt idx="3558">
                  <c:v>-1785137</c:v>
                </c:pt>
                <c:pt idx="3559">
                  <c:v>-1737551</c:v>
                </c:pt>
                <c:pt idx="3560">
                  <c:v>-1812524</c:v>
                </c:pt>
                <c:pt idx="3561">
                  <c:v>-1943967</c:v>
                </c:pt>
                <c:pt idx="3562">
                  <c:v>-1750739</c:v>
                </c:pt>
                <c:pt idx="3563">
                  <c:v>-1782152</c:v>
                </c:pt>
                <c:pt idx="3564">
                  <c:v>-1998801</c:v>
                </c:pt>
                <c:pt idx="3565">
                  <c:v>-1863094</c:v>
                </c:pt>
                <c:pt idx="3566">
                  <c:v>-1415016</c:v>
                </c:pt>
                <c:pt idx="3567">
                  <c:v>-1823979</c:v>
                </c:pt>
                <c:pt idx="3568">
                  <c:v>-1824772</c:v>
                </c:pt>
                <c:pt idx="3569">
                  <c:v>-1720305</c:v>
                </c:pt>
                <c:pt idx="3570">
                  <c:v>-1757679</c:v>
                </c:pt>
                <c:pt idx="3571">
                  <c:v>-1878029</c:v>
                </c:pt>
                <c:pt idx="3572">
                  <c:v>-1799859</c:v>
                </c:pt>
                <c:pt idx="3573">
                  <c:v>-1731683</c:v>
                </c:pt>
                <c:pt idx="3574">
                  <c:v>-1858729</c:v>
                </c:pt>
                <c:pt idx="3575">
                  <c:v>-1744789</c:v>
                </c:pt>
                <c:pt idx="3576">
                  <c:v>-1771510</c:v>
                </c:pt>
                <c:pt idx="3577">
                  <c:v>-1931572</c:v>
                </c:pt>
                <c:pt idx="3578">
                  <c:v>-1846858</c:v>
                </c:pt>
                <c:pt idx="3579">
                  <c:v>-1939248</c:v>
                </c:pt>
                <c:pt idx="3580">
                  <c:v>-1997159</c:v>
                </c:pt>
                <c:pt idx="3581">
                  <c:v>-1832208</c:v>
                </c:pt>
                <c:pt idx="3582">
                  <c:v>-1870790</c:v>
                </c:pt>
                <c:pt idx="3583">
                  <c:v>-1827145</c:v>
                </c:pt>
                <c:pt idx="3584">
                  <c:v>-1547263</c:v>
                </c:pt>
                <c:pt idx="3585">
                  <c:v>-1778010</c:v>
                </c:pt>
                <c:pt idx="3586">
                  <c:v>-1864406</c:v>
                </c:pt>
                <c:pt idx="3587">
                  <c:v>-1865994</c:v>
                </c:pt>
                <c:pt idx="3588">
                  <c:v>-1863802</c:v>
                </c:pt>
                <c:pt idx="3589">
                  <c:v>-1865173</c:v>
                </c:pt>
                <c:pt idx="3590">
                  <c:v>-1861608</c:v>
                </c:pt>
                <c:pt idx="3591">
                  <c:v>-1862258</c:v>
                </c:pt>
                <c:pt idx="3592">
                  <c:v>-1866716</c:v>
                </c:pt>
                <c:pt idx="3593">
                  <c:v>-1863035</c:v>
                </c:pt>
                <c:pt idx="3594">
                  <c:v>-1785447</c:v>
                </c:pt>
                <c:pt idx="3595">
                  <c:v>-1864777</c:v>
                </c:pt>
                <c:pt idx="3596">
                  <c:v>-1913202</c:v>
                </c:pt>
                <c:pt idx="3597">
                  <c:v>-1862919</c:v>
                </c:pt>
                <c:pt idx="3598">
                  <c:v>-1865544</c:v>
                </c:pt>
                <c:pt idx="3599">
                  <c:v>-1863012</c:v>
                </c:pt>
                <c:pt idx="3600">
                  <c:v>-1860694</c:v>
                </c:pt>
                <c:pt idx="3601">
                  <c:v>-1865617</c:v>
                </c:pt>
                <c:pt idx="3602">
                  <c:v>-1863082</c:v>
                </c:pt>
                <c:pt idx="3603">
                  <c:v>-1861840</c:v>
                </c:pt>
                <c:pt idx="3604">
                  <c:v>-1861561</c:v>
                </c:pt>
                <c:pt idx="3605">
                  <c:v>-1861468</c:v>
                </c:pt>
                <c:pt idx="3606">
                  <c:v>-1866681</c:v>
                </c:pt>
                <c:pt idx="3607">
                  <c:v>-1862316</c:v>
                </c:pt>
                <c:pt idx="3608">
                  <c:v>-1870537</c:v>
                </c:pt>
                <c:pt idx="3609">
                  <c:v>-1861793</c:v>
                </c:pt>
                <c:pt idx="3610">
                  <c:v>-1839491</c:v>
                </c:pt>
                <c:pt idx="3611">
                  <c:v>-1862525</c:v>
                </c:pt>
                <c:pt idx="3612">
                  <c:v>-1865356</c:v>
                </c:pt>
                <c:pt idx="3613">
                  <c:v>-1863640</c:v>
                </c:pt>
                <c:pt idx="3614">
                  <c:v>-1862339</c:v>
                </c:pt>
                <c:pt idx="3615">
                  <c:v>-1868458</c:v>
                </c:pt>
                <c:pt idx="3616">
                  <c:v>-1873794</c:v>
                </c:pt>
                <c:pt idx="3617">
                  <c:v>-1861399</c:v>
                </c:pt>
                <c:pt idx="3618">
                  <c:v>-1879890</c:v>
                </c:pt>
                <c:pt idx="3619">
                  <c:v>-1861816</c:v>
                </c:pt>
                <c:pt idx="3620">
                  <c:v>-1867802</c:v>
                </c:pt>
                <c:pt idx="3621">
                  <c:v>-1866902</c:v>
                </c:pt>
                <c:pt idx="3622">
                  <c:v>-1880063</c:v>
                </c:pt>
                <c:pt idx="3623">
                  <c:v>-1864163</c:v>
                </c:pt>
                <c:pt idx="3624">
                  <c:v>-1865718</c:v>
                </c:pt>
                <c:pt idx="3625">
                  <c:v>-1864767</c:v>
                </c:pt>
                <c:pt idx="3626">
                  <c:v>-1859959</c:v>
                </c:pt>
                <c:pt idx="3627">
                  <c:v>-1859820</c:v>
                </c:pt>
                <c:pt idx="3628">
                  <c:v>-1865938</c:v>
                </c:pt>
                <c:pt idx="3629">
                  <c:v>-1866064</c:v>
                </c:pt>
                <c:pt idx="3630">
                  <c:v>-1862142</c:v>
                </c:pt>
                <c:pt idx="3631">
                  <c:v>-1861921</c:v>
                </c:pt>
                <c:pt idx="3632">
                  <c:v>-1861317</c:v>
                </c:pt>
                <c:pt idx="3633">
                  <c:v>-1863581</c:v>
                </c:pt>
                <c:pt idx="3634">
                  <c:v>-1859715</c:v>
                </c:pt>
                <c:pt idx="3635">
                  <c:v>-1861735</c:v>
                </c:pt>
                <c:pt idx="3636">
                  <c:v>-1865033</c:v>
                </c:pt>
                <c:pt idx="3637">
                  <c:v>-1861503</c:v>
                </c:pt>
                <c:pt idx="3638">
                  <c:v>-1785588</c:v>
                </c:pt>
                <c:pt idx="3639">
                  <c:v>-1867854</c:v>
                </c:pt>
                <c:pt idx="3640">
                  <c:v>-1866647</c:v>
                </c:pt>
                <c:pt idx="3641">
                  <c:v>-1863103</c:v>
                </c:pt>
                <c:pt idx="3642">
                  <c:v>-1865845</c:v>
                </c:pt>
                <c:pt idx="3643">
                  <c:v>-1862143</c:v>
                </c:pt>
                <c:pt idx="3644">
                  <c:v>-1862397</c:v>
                </c:pt>
                <c:pt idx="3645">
                  <c:v>-1863082</c:v>
                </c:pt>
                <c:pt idx="3646">
                  <c:v>-1864568</c:v>
                </c:pt>
                <c:pt idx="3647">
                  <c:v>-1869391</c:v>
                </c:pt>
                <c:pt idx="3648">
                  <c:v>-1867413</c:v>
                </c:pt>
                <c:pt idx="3649">
                  <c:v>-1870154</c:v>
                </c:pt>
                <c:pt idx="3650">
                  <c:v>-1863573</c:v>
                </c:pt>
                <c:pt idx="3651">
                  <c:v>-1863012</c:v>
                </c:pt>
                <c:pt idx="3652">
                  <c:v>-1861829</c:v>
                </c:pt>
                <c:pt idx="3653">
                  <c:v>-1867771</c:v>
                </c:pt>
                <c:pt idx="3654">
                  <c:v>-1867265</c:v>
                </c:pt>
                <c:pt idx="3655">
                  <c:v>-1862618</c:v>
                </c:pt>
                <c:pt idx="3656">
                  <c:v>-1862722</c:v>
                </c:pt>
                <c:pt idx="3657">
                  <c:v>-1867973</c:v>
                </c:pt>
                <c:pt idx="3658">
                  <c:v>-1866920</c:v>
                </c:pt>
                <c:pt idx="3659">
                  <c:v>-1867680</c:v>
                </c:pt>
                <c:pt idx="3660">
                  <c:v>-1864650</c:v>
                </c:pt>
                <c:pt idx="3661">
                  <c:v>-1866089</c:v>
                </c:pt>
                <c:pt idx="3662">
                  <c:v>-1858930</c:v>
                </c:pt>
                <c:pt idx="3663">
                  <c:v>-1862188</c:v>
                </c:pt>
                <c:pt idx="3664">
                  <c:v>-1864173</c:v>
                </c:pt>
                <c:pt idx="3665">
                  <c:v>-1865857</c:v>
                </c:pt>
                <c:pt idx="3666">
                  <c:v>-1833266</c:v>
                </c:pt>
                <c:pt idx="3667">
                  <c:v>-1862049</c:v>
                </c:pt>
                <c:pt idx="3668">
                  <c:v>-1862153</c:v>
                </c:pt>
                <c:pt idx="3669">
                  <c:v>-1866647</c:v>
                </c:pt>
                <c:pt idx="3670">
                  <c:v>-1863152</c:v>
                </c:pt>
                <c:pt idx="3671">
                  <c:v>-1876438</c:v>
                </c:pt>
                <c:pt idx="3672">
                  <c:v>-1861225</c:v>
                </c:pt>
                <c:pt idx="3673">
                  <c:v>-1858698</c:v>
                </c:pt>
                <c:pt idx="3674">
                  <c:v>-1873824</c:v>
                </c:pt>
                <c:pt idx="3675">
                  <c:v>-1785404</c:v>
                </c:pt>
                <c:pt idx="3676">
                  <c:v>-1863035</c:v>
                </c:pt>
                <c:pt idx="3677">
                  <c:v>-1860342</c:v>
                </c:pt>
                <c:pt idx="3678">
                  <c:v>-1949759</c:v>
                </c:pt>
                <c:pt idx="3679">
                  <c:v>-1862350</c:v>
                </c:pt>
                <c:pt idx="3680">
                  <c:v>-1861317</c:v>
                </c:pt>
                <c:pt idx="3681">
                  <c:v>-1864545</c:v>
                </c:pt>
                <c:pt idx="3682">
                  <c:v>-1872465</c:v>
                </c:pt>
                <c:pt idx="3683">
                  <c:v>-1860772</c:v>
                </c:pt>
                <c:pt idx="3684">
                  <c:v>-1860025</c:v>
                </c:pt>
                <c:pt idx="3685">
                  <c:v>-1862157</c:v>
                </c:pt>
                <c:pt idx="3686">
                  <c:v>-1871536</c:v>
                </c:pt>
                <c:pt idx="3687">
                  <c:v>-1860958</c:v>
                </c:pt>
                <c:pt idx="3688">
                  <c:v>-1875556</c:v>
                </c:pt>
                <c:pt idx="3689">
                  <c:v>-1866066</c:v>
                </c:pt>
                <c:pt idx="3690">
                  <c:v>-1873615</c:v>
                </c:pt>
                <c:pt idx="3691">
                  <c:v>-1865126</c:v>
                </c:pt>
                <c:pt idx="3692">
                  <c:v>-1852496</c:v>
                </c:pt>
                <c:pt idx="3693">
                  <c:v>-1860306</c:v>
                </c:pt>
                <c:pt idx="3694">
                  <c:v>-1861074</c:v>
                </c:pt>
                <c:pt idx="3695">
                  <c:v>-1874001</c:v>
                </c:pt>
                <c:pt idx="3696">
                  <c:v>-1860006</c:v>
                </c:pt>
                <c:pt idx="3697">
                  <c:v>-1913039</c:v>
                </c:pt>
                <c:pt idx="3698">
                  <c:v>-1858984</c:v>
                </c:pt>
                <c:pt idx="3699">
                  <c:v>-1863082</c:v>
                </c:pt>
                <c:pt idx="3700">
                  <c:v>-1862664</c:v>
                </c:pt>
                <c:pt idx="3701">
                  <c:v>-1853806</c:v>
                </c:pt>
                <c:pt idx="3702">
                  <c:v>-1864232</c:v>
                </c:pt>
                <c:pt idx="3703">
                  <c:v>-1862734</c:v>
                </c:pt>
                <c:pt idx="3704">
                  <c:v>-1872279</c:v>
                </c:pt>
                <c:pt idx="3705">
                  <c:v>-1863663</c:v>
                </c:pt>
                <c:pt idx="3706">
                  <c:v>-1861816</c:v>
                </c:pt>
                <c:pt idx="3707">
                  <c:v>-1862467</c:v>
                </c:pt>
                <c:pt idx="3708">
                  <c:v>-1864986</c:v>
                </c:pt>
                <c:pt idx="3709">
                  <c:v>-1874823</c:v>
                </c:pt>
                <c:pt idx="3710">
                  <c:v>-1862594</c:v>
                </c:pt>
                <c:pt idx="3711">
                  <c:v>-1866960</c:v>
                </c:pt>
                <c:pt idx="3712">
                  <c:v>-1861515</c:v>
                </c:pt>
                <c:pt idx="3713">
                  <c:v>-1874196</c:v>
                </c:pt>
                <c:pt idx="3714">
                  <c:v>-1862664</c:v>
                </c:pt>
                <c:pt idx="3715">
                  <c:v>-1859065</c:v>
                </c:pt>
                <c:pt idx="3716">
                  <c:v>-1870107</c:v>
                </c:pt>
                <c:pt idx="3717">
                  <c:v>-1866240</c:v>
                </c:pt>
                <c:pt idx="3718">
                  <c:v>-1873220</c:v>
                </c:pt>
                <c:pt idx="3719">
                  <c:v>-1965550</c:v>
                </c:pt>
                <c:pt idx="3720">
                  <c:v>-1870607</c:v>
                </c:pt>
                <c:pt idx="3721">
                  <c:v>-1869062</c:v>
                </c:pt>
                <c:pt idx="3722">
                  <c:v>-1862873</c:v>
                </c:pt>
                <c:pt idx="3723">
                  <c:v>-1864432</c:v>
                </c:pt>
                <c:pt idx="3724">
                  <c:v>-1864018</c:v>
                </c:pt>
                <c:pt idx="3725">
                  <c:v>-1864324</c:v>
                </c:pt>
                <c:pt idx="3726">
                  <c:v>-1867065</c:v>
                </c:pt>
                <c:pt idx="3727">
                  <c:v>-1864139</c:v>
                </c:pt>
                <c:pt idx="3728">
                  <c:v>-1949025</c:v>
                </c:pt>
                <c:pt idx="3729">
                  <c:v>-1862118</c:v>
                </c:pt>
                <c:pt idx="3730">
                  <c:v>-1857719</c:v>
                </c:pt>
                <c:pt idx="3731">
                  <c:v>-1858728</c:v>
                </c:pt>
                <c:pt idx="3732">
                  <c:v>-1858020</c:v>
                </c:pt>
                <c:pt idx="3733">
                  <c:v>-1861503</c:v>
                </c:pt>
                <c:pt idx="3734">
                  <c:v>-1864452</c:v>
                </c:pt>
                <c:pt idx="3735">
                  <c:v>-1865695</c:v>
                </c:pt>
                <c:pt idx="3736">
                  <c:v>-1862583</c:v>
                </c:pt>
                <c:pt idx="3737">
                  <c:v>-1866643</c:v>
                </c:pt>
                <c:pt idx="3738">
                  <c:v>-1864870</c:v>
                </c:pt>
                <c:pt idx="3739">
                  <c:v>-1861306</c:v>
                </c:pt>
                <c:pt idx="3740">
                  <c:v>-1874179</c:v>
                </c:pt>
                <c:pt idx="3741">
                  <c:v>-1873144</c:v>
                </c:pt>
                <c:pt idx="3742">
                  <c:v>-1866333</c:v>
                </c:pt>
                <c:pt idx="3743">
                  <c:v>-1867613</c:v>
                </c:pt>
                <c:pt idx="3744">
                  <c:v>-1862850</c:v>
                </c:pt>
                <c:pt idx="3745">
                  <c:v>-1809657</c:v>
                </c:pt>
                <c:pt idx="3746">
                  <c:v>-1858910</c:v>
                </c:pt>
                <c:pt idx="3747">
                  <c:v>-1865787</c:v>
                </c:pt>
                <c:pt idx="3748">
                  <c:v>-1860319</c:v>
                </c:pt>
                <c:pt idx="3749">
                  <c:v>-1870169</c:v>
                </c:pt>
                <c:pt idx="3750">
                  <c:v>-1863035</c:v>
                </c:pt>
                <c:pt idx="3751">
                  <c:v>-1756667</c:v>
                </c:pt>
                <c:pt idx="3752">
                  <c:v>-1860550</c:v>
                </c:pt>
                <c:pt idx="3753">
                  <c:v>-1868342</c:v>
                </c:pt>
                <c:pt idx="3754">
                  <c:v>-1860263</c:v>
                </c:pt>
                <c:pt idx="3755">
                  <c:v>-1874662</c:v>
                </c:pt>
                <c:pt idx="3756">
                  <c:v>-1862525</c:v>
                </c:pt>
                <c:pt idx="3757">
                  <c:v>-1865914</c:v>
                </c:pt>
                <c:pt idx="3758">
                  <c:v>-1870386</c:v>
                </c:pt>
                <c:pt idx="3759">
                  <c:v>-1860563</c:v>
                </c:pt>
                <c:pt idx="3760">
                  <c:v>-1871315</c:v>
                </c:pt>
                <c:pt idx="3761">
                  <c:v>-1860706</c:v>
                </c:pt>
                <c:pt idx="3762">
                  <c:v>-1864371</c:v>
                </c:pt>
                <c:pt idx="3763">
                  <c:v>-1872249</c:v>
                </c:pt>
                <c:pt idx="3764">
                  <c:v>-1864022</c:v>
                </c:pt>
                <c:pt idx="3765">
                  <c:v>-1861712</c:v>
                </c:pt>
                <c:pt idx="3766">
                  <c:v>-1880202</c:v>
                </c:pt>
                <c:pt idx="3767">
                  <c:v>-1865915</c:v>
                </c:pt>
                <c:pt idx="3768">
                  <c:v>-1866643</c:v>
                </c:pt>
                <c:pt idx="3769">
                  <c:v>-1861573</c:v>
                </c:pt>
                <c:pt idx="3770">
                  <c:v>-1867715</c:v>
                </c:pt>
                <c:pt idx="3771">
                  <c:v>-1861631</c:v>
                </c:pt>
                <c:pt idx="3772">
                  <c:v>-1950727</c:v>
                </c:pt>
                <c:pt idx="3773">
                  <c:v>-1867773</c:v>
                </c:pt>
                <c:pt idx="3774">
                  <c:v>-1863570</c:v>
                </c:pt>
                <c:pt idx="3775">
                  <c:v>-1862037</c:v>
                </c:pt>
                <c:pt idx="3776">
                  <c:v>-1860331</c:v>
                </c:pt>
                <c:pt idx="3777">
                  <c:v>-1861979</c:v>
                </c:pt>
                <c:pt idx="3778">
                  <c:v>-1867448</c:v>
                </c:pt>
                <c:pt idx="3779">
                  <c:v>-1860133</c:v>
                </c:pt>
                <c:pt idx="3780">
                  <c:v>-1865276</c:v>
                </c:pt>
                <c:pt idx="3781">
                  <c:v>-1874893</c:v>
                </c:pt>
                <c:pt idx="3782">
                  <c:v>-1872105</c:v>
                </c:pt>
                <c:pt idx="3783">
                  <c:v>-1862002</c:v>
                </c:pt>
                <c:pt idx="3784">
                  <c:v>-1873266</c:v>
                </c:pt>
                <c:pt idx="3785">
                  <c:v>-1865381</c:v>
                </c:pt>
                <c:pt idx="3786">
                  <c:v>-1859599</c:v>
                </c:pt>
                <c:pt idx="3787">
                  <c:v>-1862072</c:v>
                </c:pt>
                <c:pt idx="3788">
                  <c:v>-1858791</c:v>
                </c:pt>
                <c:pt idx="3789">
                  <c:v>-1862153</c:v>
                </c:pt>
                <c:pt idx="3790">
                  <c:v>-1873403</c:v>
                </c:pt>
                <c:pt idx="3791">
                  <c:v>-1860679</c:v>
                </c:pt>
                <c:pt idx="3792">
                  <c:v>-1865091</c:v>
                </c:pt>
                <c:pt idx="3793">
                  <c:v>-1858403</c:v>
                </c:pt>
                <c:pt idx="3794">
                  <c:v>-1866358</c:v>
                </c:pt>
                <c:pt idx="3795">
                  <c:v>-1870118</c:v>
                </c:pt>
                <c:pt idx="3796">
                  <c:v>-1865404</c:v>
                </c:pt>
                <c:pt idx="3797">
                  <c:v>-1872349</c:v>
                </c:pt>
                <c:pt idx="3798">
                  <c:v>-1875422</c:v>
                </c:pt>
                <c:pt idx="3799">
                  <c:v>-1861921</c:v>
                </c:pt>
                <c:pt idx="3800">
                  <c:v>-1860946</c:v>
                </c:pt>
                <c:pt idx="3801">
                  <c:v>-1858717</c:v>
                </c:pt>
                <c:pt idx="3802">
                  <c:v>-1871298</c:v>
                </c:pt>
                <c:pt idx="3803">
                  <c:v>-1866531</c:v>
                </c:pt>
                <c:pt idx="3804">
                  <c:v>-1859530</c:v>
                </c:pt>
                <c:pt idx="3805">
                  <c:v>-1860830</c:v>
                </c:pt>
                <c:pt idx="3806">
                  <c:v>-1875996</c:v>
                </c:pt>
                <c:pt idx="3807">
                  <c:v>-1863465</c:v>
                </c:pt>
                <c:pt idx="3808">
                  <c:v>-1861178</c:v>
                </c:pt>
                <c:pt idx="3809">
                  <c:v>-1867738</c:v>
                </c:pt>
                <c:pt idx="3810">
                  <c:v>-1859483</c:v>
                </c:pt>
                <c:pt idx="3811">
                  <c:v>-1862885</c:v>
                </c:pt>
                <c:pt idx="3812">
                  <c:v>-1756941</c:v>
                </c:pt>
                <c:pt idx="3813">
                  <c:v>-1865416</c:v>
                </c:pt>
                <c:pt idx="3814">
                  <c:v>-1859414</c:v>
                </c:pt>
                <c:pt idx="3815">
                  <c:v>-1865880</c:v>
                </c:pt>
                <c:pt idx="3816">
                  <c:v>-1866019</c:v>
                </c:pt>
                <c:pt idx="3817">
                  <c:v>-1863338</c:v>
                </c:pt>
                <c:pt idx="3818">
                  <c:v>-1860012</c:v>
                </c:pt>
                <c:pt idx="3819">
                  <c:v>-1861619</c:v>
                </c:pt>
                <c:pt idx="3820">
                  <c:v>-1861619</c:v>
                </c:pt>
                <c:pt idx="3821">
                  <c:v>-1865555</c:v>
                </c:pt>
                <c:pt idx="3822">
                  <c:v>-1861538</c:v>
                </c:pt>
                <c:pt idx="3823">
                  <c:v>-1869283</c:v>
                </c:pt>
                <c:pt idx="3824">
                  <c:v>-1876647</c:v>
                </c:pt>
                <c:pt idx="3825">
                  <c:v>-1866308</c:v>
                </c:pt>
                <c:pt idx="3826">
                  <c:v>-1862444</c:v>
                </c:pt>
                <c:pt idx="3827">
                  <c:v>-1860145</c:v>
                </c:pt>
                <c:pt idx="3828">
                  <c:v>-1871756</c:v>
                </c:pt>
                <c:pt idx="3829">
                  <c:v>-1863338</c:v>
                </c:pt>
                <c:pt idx="3830">
                  <c:v>-1865857</c:v>
                </c:pt>
                <c:pt idx="3831">
                  <c:v>-1861666</c:v>
                </c:pt>
                <c:pt idx="3832">
                  <c:v>-1870560</c:v>
                </c:pt>
                <c:pt idx="3833">
                  <c:v>-1870653</c:v>
                </c:pt>
                <c:pt idx="3834">
                  <c:v>-1862350</c:v>
                </c:pt>
                <c:pt idx="3835">
                  <c:v>-1868447</c:v>
                </c:pt>
                <c:pt idx="3836">
                  <c:v>-1871164</c:v>
                </c:pt>
                <c:pt idx="3837">
                  <c:v>-1861619</c:v>
                </c:pt>
                <c:pt idx="3838">
                  <c:v>-1874591</c:v>
                </c:pt>
                <c:pt idx="3839">
                  <c:v>-1863152</c:v>
                </c:pt>
                <c:pt idx="3840">
                  <c:v>-1863721</c:v>
                </c:pt>
                <c:pt idx="3841">
                  <c:v>-1858519</c:v>
                </c:pt>
                <c:pt idx="3842">
                  <c:v>-1867018</c:v>
                </c:pt>
                <c:pt idx="3843">
                  <c:v>-1862072</c:v>
                </c:pt>
                <c:pt idx="3844">
                  <c:v>-1866438</c:v>
                </c:pt>
                <c:pt idx="3845">
                  <c:v>-1823862</c:v>
                </c:pt>
                <c:pt idx="3846">
                  <c:v>-1861306</c:v>
                </c:pt>
                <c:pt idx="3847">
                  <c:v>-1862188</c:v>
                </c:pt>
                <c:pt idx="3848">
                  <c:v>-1874614</c:v>
                </c:pt>
                <c:pt idx="3849">
                  <c:v>-1861445</c:v>
                </c:pt>
                <c:pt idx="3850">
                  <c:v>-1872419</c:v>
                </c:pt>
                <c:pt idx="3851">
                  <c:v>-1860319</c:v>
                </c:pt>
                <c:pt idx="3852">
                  <c:v>-1862153</c:v>
                </c:pt>
                <c:pt idx="3853">
                  <c:v>-1860196</c:v>
                </c:pt>
                <c:pt idx="3854">
                  <c:v>-1864406</c:v>
                </c:pt>
                <c:pt idx="3855">
                  <c:v>-1754286</c:v>
                </c:pt>
                <c:pt idx="3856">
                  <c:v>-1862037</c:v>
                </c:pt>
                <c:pt idx="3857">
                  <c:v>-1864139</c:v>
                </c:pt>
                <c:pt idx="3858">
                  <c:v>-1861599</c:v>
                </c:pt>
                <c:pt idx="3859">
                  <c:v>-1866089</c:v>
                </c:pt>
                <c:pt idx="3860">
                  <c:v>-1862049</c:v>
                </c:pt>
                <c:pt idx="3861">
                  <c:v>-1863616</c:v>
                </c:pt>
                <c:pt idx="3862">
                  <c:v>-1867390</c:v>
                </c:pt>
                <c:pt idx="3863">
                  <c:v>-1959926</c:v>
                </c:pt>
                <c:pt idx="3864">
                  <c:v>-1870270</c:v>
                </c:pt>
                <c:pt idx="3865">
                  <c:v>-1964195</c:v>
                </c:pt>
                <c:pt idx="3866">
                  <c:v>-1863035</c:v>
                </c:pt>
                <c:pt idx="3867">
                  <c:v>-1725045</c:v>
                </c:pt>
                <c:pt idx="3868">
                  <c:v>-1867179</c:v>
                </c:pt>
                <c:pt idx="3869">
                  <c:v>-1869643</c:v>
                </c:pt>
                <c:pt idx="3870">
                  <c:v>-1858578</c:v>
                </c:pt>
                <c:pt idx="3871">
                  <c:v>-1864741</c:v>
                </c:pt>
                <c:pt idx="3872">
                  <c:v>-1870142</c:v>
                </c:pt>
                <c:pt idx="3873">
                  <c:v>-1861050</c:v>
                </c:pt>
                <c:pt idx="3874">
                  <c:v>-1862157</c:v>
                </c:pt>
                <c:pt idx="3875">
                  <c:v>-1871559</c:v>
                </c:pt>
                <c:pt idx="3876">
                  <c:v>-1868191</c:v>
                </c:pt>
                <c:pt idx="3877">
                  <c:v>-1862873</c:v>
                </c:pt>
                <c:pt idx="3878">
                  <c:v>-1854847</c:v>
                </c:pt>
                <c:pt idx="3879">
                  <c:v>-1859460</c:v>
                </c:pt>
                <c:pt idx="3880">
                  <c:v>-1860934</c:v>
                </c:pt>
                <c:pt idx="3881">
                  <c:v>-1866447</c:v>
                </c:pt>
                <c:pt idx="3882">
                  <c:v>-1947219</c:v>
                </c:pt>
                <c:pt idx="3883">
                  <c:v>-1860087</c:v>
                </c:pt>
                <c:pt idx="3884">
                  <c:v>-1862075</c:v>
                </c:pt>
                <c:pt idx="3885">
                  <c:v>-1861816</c:v>
                </c:pt>
                <c:pt idx="3886">
                  <c:v>-1947612</c:v>
                </c:pt>
                <c:pt idx="3887">
                  <c:v>-1879904</c:v>
                </c:pt>
                <c:pt idx="3888">
                  <c:v>-1857521</c:v>
                </c:pt>
                <c:pt idx="3889">
                  <c:v>-1862409</c:v>
                </c:pt>
                <c:pt idx="3890">
                  <c:v>-1868029</c:v>
                </c:pt>
                <c:pt idx="3891">
                  <c:v>-1861665</c:v>
                </c:pt>
                <c:pt idx="3892">
                  <c:v>-1862467</c:v>
                </c:pt>
                <c:pt idx="3893">
                  <c:v>-1863604</c:v>
                </c:pt>
                <c:pt idx="3894">
                  <c:v>-1863951</c:v>
                </c:pt>
                <c:pt idx="3895">
                  <c:v>-1855815</c:v>
                </c:pt>
                <c:pt idx="3896">
                  <c:v>-1874115</c:v>
                </c:pt>
                <c:pt idx="3897">
                  <c:v>-1869487</c:v>
                </c:pt>
                <c:pt idx="3898">
                  <c:v>-1871211</c:v>
                </c:pt>
                <c:pt idx="3899">
                  <c:v>-1857556</c:v>
                </c:pt>
                <c:pt idx="3900">
                  <c:v>-1913039</c:v>
                </c:pt>
                <c:pt idx="3901">
                  <c:v>-1861538</c:v>
                </c:pt>
                <c:pt idx="3902">
                  <c:v>-1862205</c:v>
                </c:pt>
                <c:pt idx="3903">
                  <c:v>-1862095</c:v>
                </c:pt>
                <c:pt idx="3904">
                  <c:v>-1870583</c:v>
                </c:pt>
                <c:pt idx="3905">
                  <c:v>-1862094</c:v>
                </c:pt>
                <c:pt idx="3906">
                  <c:v>-1864951</c:v>
                </c:pt>
                <c:pt idx="3907">
                  <c:v>-1860656</c:v>
                </c:pt>
                <c:pt idx="3908">
                  <c:v>-1863802</c:v>
                </c:pt>
                <c:pt idx="3909">
                  <c:v>-1861515</c:v>
                </c:pt>
                <c:pt idx="3910">
                  <c:v>-1872755</c:v>
                </c:pt>
                <c:pt idx="3911">
                  <c:v>-1867518</c:v>
                </c:pt>
                <c:pt idx="3912">
                  <c:v>-1861816</c:v>
                </c:pt>
                <c:pt idx="3913">
                  <c:v>-1865787</c:v>
                </c:pt>
                <c:pt idx="3914">
                  <c:v>-1949561</c:v>
                </c:pt>
                <c:pt idx="3915">
                  <c:v>-1872200</c:v>
                </c:pt>
                <c:pt idx="3916">
                  <c:v>-1947871</c:v>
                </c:pt>
                <c:pt idx="3917">
                  <c:v>-1865730</c:v>
                </c:pt>
                <c:pt idx="3918">
                  <c:v>-1866345</c:v>
                </c:pt>
                <c:pt idx="3919">
                  <c:v>-1866751</c:v>
                </c:pt>
                <c:pt idx="3920">
                  <c:v>-1863461</c:v>
                </c:pt>
                <c:pt idx="3921">
                  <c:v>-1872848</c:v>
                </c:pt>
                <c:pt idx="3922">
                  <c:v>-1862966</c:v>
                </c:pt>
                <c:pt idx="3923">
                  <c:v>-1918687</c:v>
                </c:pt>
                <c:pt idx="3924">
                  <c:v>-1778574</c:v>
                </c:pt>
                <c:pt idx="3925">
                  <c:v>-1809758</c:v>
                </c:pt>
                <c:pt idx="3926">
                  <c:v>-1875067</c:v>
                </c:pt>
                <c:pt idx="3927">
                  <c:v>-1867448</c:v>
                </c:pt>
                <c:pt idx="3928">
                  <c:v>-1826818</c:v>
                </c:pt>
                <c:pt idx="3929">
                  <c:v>-1948769</c:v>
                </c:pt>
                <c:pt idx="3930">
                  <c:v>-1860992</c:v>
                </c:pt>
                <c:pt idx="3931">
                  <c:v>-1862664</c:v>
                </c:pt>
                <c:pt idx="3932">
                  <c:v>-1859913</c:v>
                </c:pt>
                <c:pt idx="3933">
                  <c:v>-1864057</c:v>
                </c:pt>
                <c:pt idx="3934">
                  <c:v>-1864986</c:v>
                </c:pt>
                <c:pt idx="3935">
                  <c:v>-1865346</c:v>
                </c:pt>
                <c:pt idx="3936">
                  <c:v>-1861573</c:v>
                </c:pt>
                <c:pt idx="3937">
                  <c:v>-1786143</c:v>
                </c:pt>
                <c:pt idx="3938">
                  <c:v>-1859823</c:v>
                </c:pt>
                <c:pt idx="3939">
                  <c:v>-1867146</c:v>
                </c:pt>
                <c:pt idx="3940">
                  <c:v>-1858509</c:v>
                </c:pt>
                <c:pt idx="3941">
                  <c:v>-1866902</c:v>
                </c:pt>
                <c:pt idx="3942">
                  <c:v>-1758628</c:v>
                </c:pt>
                <c:pt idx="3943">
                  <c:v>-1872780</c:v>
                </c:pt>
                <c:pt idx="3944">
                  <c:v>-1866860</c:v>
                </c:pt>
                <c:pt idx="3945">
                  <c:v>-1875555</c:v>
                </c:pt>
                <c:pt idx="3946">
                  <c:v>-1864139</c:v>
                </c:pt>
                <c:pt idx="3947">
                  <c:v>-1964230</c:v>
                </c:pt>
                <c:pt idx="3948">
                  <c:v>-1865857</c:v>
                </c:pt>
                <c:pt idx="3949">
                  <c:v>-1874742</c:v>
                </c:pt>
                <c:pt idx="3950">
                  <c:v>-1948396</c:v>
                </c:pt>
                <c:pt idx="3951">
                  <c:v>-1785453</c:v>
                </c:pt>
                <c:pt idx="3952">
                  <c:v>-1778161</c:v>
                </c:pt>
                <c:pt idx="3953">
                  <c:v>-1866309</c:v>
                </c:pt>
                <c:pt idx="3954">
                  <c:v>-1863082</c:v>
                </c:pt>
                <c:pt idx="3955">
                  <c:v>-1862362</c:v>
                </c:pt>
                <c:pt idx="3956">
                  <c:v>-1859878</c:v>
                </c:pt>
                <c:pt idx="3957">
                  <c:v>-1861562</c:v>
                </c:pt>
                <c:pt idx="3958">
                  <c:v>-1863035</c:v>
                </c:pt>
                <c:pt idx="3959">
                  <c:v>-1858974</c:v>
                </c:pt>
                <c:pt idx="3960">
                  <c:v>-1875021</c:v>
                </c:pt>
                <c:pt idx="3961">
                  <c:v>-1876589</c:v>
                </c:pt>
                <c:pt idx="3962">
                  <c:v>-1862095</c:v>
                </c:pt>
                <c:pt idx="3963">
                  <c:v>-1861490</c:v>
                </c:pt>
                <c:pt idx="3964">
                  <c:v>-1865288</c:v>
                </c:pt>
                <c:pt idx="3965">
                  <c:v>-1880690</c:v>
                </c:pt>
                <c:pt idx="3966">
                  <c:v>-1870947</c:v>
                </c:pt>
                <c:pt idx="3967">
                  <c:v>-1861561</c:v>
                </c:pt>
                <c:pt idx="3968">
                  <c:v>-1870839</c:v>
                </c:pt>
                <c:pt idx="3969">
                  <c:v>-1859321</c:v>
                </c:pt>
                <c:pt idx="3970">
                  <c:v>-1861317</c:v>
                </c:pt>
                <c:pt idx="3971">
                  <c:v>-1859221</c:v>
                </c:pt>
                <c:pt idx="3972">
                  <c:v>-1867146</c:v>
                </c:pt>
                <c:pt idx="3973">
                  <c:v>-1756337</c:v>
                </c:pt>
                <c:pt idx="3974">
                  <c:v>-1948944</c:v>
                </c:pt>
                <c:pt idx="3975">
                  <c:v>-1860516</c:v>
                </c:pt>
                <c:pt idx="3976">
                  <c:v>-1874823</c:v>
                </c:pt>
                <c:pt idx="3977">
                  <c:v>-1859866</c:v>
                </c:pt>
                <c:pt idx="3978">
                  <c:v>-1865218</c:v>
                </c:pt>
                <c:pt idx="3979">
                  <c:v>-1868934</c:v>
                </c:pt>
                <c:pt idx="3980">
                  <c:v>-1946811</c:v>
                </c:pt>
                <c:pt idx="3981">
                  <c:v>-1873750</c:v>
                </c:pt>
                <c:pt idx="3982">
                  <c:v>-1868110</c:v>
                </c:pt>
                <c:pt idx="3983">
                  <c:v>-1861445</c:v>
                </c:pt>
                <c:pt idx="3984">
                  <c:v>-1862606</c:v>
                </c:pt>
                <c:pt idx="3985">
                  <c:v>-1874719</c:v>
                </c:pt>
                <c:pt idx="3986">
                  <c:v>-1871815</c:v>
                </c:pt>
                <c:pt idx="3987">
                  <c:v>-1656676</c:v>
                </c:pt>
                <c:pt idx="3988">
                  <c:v>-1860690</c:v>
                </c:pt>
                <c:pt idx="3989">
                  <c:v>-1862072</c:v>
                </c:pt>
                <c:pt idx="3990">
                  <c:v>-1861991</c:v>
                </c:pt>
                <c:pt idx="3991">
                  <c:v>-1862153</c:v>
                </c:pt>
                <c:pt idx="3992">
                  <c:v>-1865184</c:v>
                </c:pt>
                <c:pt idx="3993">
                  <c:v>-1863993</c:v>
                </c:pt>
                <c:pt idx="3994">
                  <c:v>-1860493</c:v>
                </c:pt>
                <c:pt idx="3995">
                  <c:v>-1742041</c:v>
                </c:pt>
                <c:pt idx="3996">
                  <c:v>-1863802</c:v>
                </c:pt>
                <c:pt idx="3997">
                  <c:v>-1862780</c:v>
                </c:pt>
                <c:pt idx="3998">
                  <c:v>-1860505</c:v>
                </c:pt>
                <c:pt idx="3999">
                  <c:v>-1867227</c:v>
                </c:pt>
                <c:pt idx="4000">
                  <c:v>-1857138</c:v>
                </c:pt>
                <c:pt idx="4001">
                  <c:v>-1826516</c:v>
                </c:pt>
                <c:pt idx="4002">
                  <c:v>-1865787</c:v>
                </c:pt>
                <c:pt idx="4003">
                  <c:v>-1862316</c:v>
                </c:pt>
                <c:pt idx="4004">
                  <c:v>-1746395</c:v>
                </c:pt>
                <c:pt idx="4005">
                  <c:v>-1624516</c:v>
                </c:pt>
                <c:pt idx="4006">
                  <c:v>-1810421</c:v>
                </c:pt>
                <c:pt idx="4007">
                  <c:v>-1863349</c:v>
                </c:pt>
                <c:pt idx="4008">
                  <c:v>-1966985</c:v>
                </c:pt>
                <c:pt idx="4009">
                  <c:v>-1863477</c:v>
                </c:pt>
                <c:pt idx="4010">
                  <c:v>-1865346</c:v>
                </c:pt>
                <c:pt idx="4011">
                  <c:v>-1866171</c:v>
                </c:pt>
                <c:pt idx="4012">
                  <c:v>-1870223</c:v>
                </c:pt>
                <c:pt idx="4013">
                  <c:v>-1967206</c:v>
                </c:pt>
                <c:pt idx="4014">
                  <c:v>-1865996</c:v>
                </c:pt>
                <c:pt idx="4015">
                  <c:v>-1864917</c:v>
                </c:pt>
                <c:pt idx="4016">
                  <c:v>-1860830</c:v>
                </c:pt>
                <c:pt idx="4017">
                  <c:v>-1867355</c:v>
                </c:pt>
                <c:pt idx="4018">
                  <c:v>-1869515</c:v>
                </c:pt>
                <c:pt idx="4019">
                  <c:v>-1865604</c:v>
                </c:pt>
                <c:pt idx="4020">
                  <c:v>-1862037</c:v>
                </c:pt>
                <c:pt idx="4021">
                  <c:v>-1863012</c:v>
                </c:pt>
                <c:pt idx="4022">
                  <c:v>-1859866</c:v>
                </c:pt>
                <c:pt idx="4023">
                  <c:v>-1865114</c:v>
                </c:pt>
                <c:pt idx="4024">
                  <c:v>-1785893</c:v>
                </c:pt>
                <c:pt idx="4025">
                  <c:v>-1966186</c:v>
                </c:pt>
                <c:pt idx="4026">
                  <c:v>-1862850</c:v>
                </c:pt>
                <c:pt idx="4027">
                  <c:v>-1869445</c:v>
                </c:pt>
                <c:pt idx="4028">
                  <c:v>-1862467</c:v>
                </c:pt>
                <c:pt idx="4029">
                  <c:v>-1861486</c:v>
                </c:pt>
                <c:pt idx="4030">
                  <c:v>-1862594</c:v>
                </c:pt>
                <c:pt idx="4031">
                  <c:v>-1861573</c:v>
                </c:pt>
                <c:pt idx="4032">
                  <c:v>-1857319</c:v>
                </c:pt>
                <c:pt idx="4033">
                  <c:v>-1859913</c:v>
                </c:pt>
                <c:pt idx="4034">
                  <c:v>-1868284</c:v>
                </c:pt>
                <c:pt idx="4035">
                  <c:v>-1859098</c:v>
                </c:pt>
                <c:pt idx="4036">
                  <c:v>-1785174</c:v>
                </c:pt>
                <c:pt idx="4037">
                  <c:v>-1862316</c:v>
                </c:pt>
                <c:pt idx="4038">
                  <c:v>-1862467</c:v>
                </c:pt>
                <c:pt idx="4039">
                  <c:v>-1862205</c:v>
                </c:pt>
                <c:pt idx="4040">
                  <c:v>-1859599</c:v>
                </c:pt>
                <c:pt idx="4041">
                  <c:v>-1861132</c:v>
                </c:pt>
                <c:pt idx="4042">
                  <c:v>-1866308</c:v>
                </c:pt>
                <c:pt idx="4043">
                  <c:v>-1868493</c:v>
                </c:pt>
                <c:pt idx="4044">
                  <c:v>-1858136</c:v>
                </c:pt>
                <c:pt idx="4045">
                  <c:v>-1860444</c:v>
                </c:pt>
                <c:pt idx="4046">
                  <c:v>-1866948</c:v>
                </c:pt>
                <c:pt idx="4047">
                  <c:v>-1867854</c:v>
                </c:pt>
                <c:pt idx="4048">
                  <c:v>-1867250</c:v>
                </c:pt>
                <c:pt idx="4049">
                  <c:v>-1948215</c:v>
                </c:pt>
                <c:pt idx="4050">
                  <c:v>-1861561</c:v>
                </c:pt>
                <c:pt idx="4051">
                  <c:v>-1870641</c:v>
                </c:pt>
                <c:pt idx="4052">
                  <c:v>-1861791</c:v>
                </c:pt>
                <c:pt idx="4053">
                  <c:v>-1949153</c:v>
                </c:pt>
                <c:pt idx="4054">
                  <c:v>-1863105</c:v>
                </c:pt>
                <c:pt idx="4055">
                  <c:v>-1859123</c:v>
                </c:pt>
                <c:pt idx="4056">
                  <c:v>-1862223</c:v>
                </c:pt>
                <c:pt idx="4057">
                  <c:v>-1876539</c:v>
                </c:pt>
                <c:pt idx="4058">
                  <c:v>-1873916</c:v>
                </c:pt>
                <c:pt idx="4059">
                  <c:v>-1862780</c:v>
                </c:pt>
                <c:pt idx="4060">
                  <c:v>-1869120</c:v>
                </c:pt>
                <c:pt idx="4061">
                  <c:v>-1863523</c:v>
                </c:pt>
                <c:pt idx="4062">
                  <c:v>-1865160</c:v>
                </c:pt>
                <c:pt idx="4063">
                  <c:v>-1965104</c:v>
                </c:pt>
                <c:pt idx="4064">
                  <c:v>-1863755</c:v>
                </c:pt>
                <c:pt idx="4065">
                  <c:v>-1861203</c:v>
                </c:pt>
                <c:pt idx="4066">
                  <c:v>-1874295</c:v>
                </c:pt>
                <c:pt idx="4067">
                  <c:v>-1866089</c:v>
                </c:pt>
                <c:pt idx="4068">
                  <c:v>-1861203</c:v>
                </c:pt>
                <c:pt idx="4069">
                  <c:v>-1863686</c:v>
                </c:pt>
                <c:pt idx="4070">
                  <c:v>-1868455</c:v>
                </c:pt>
                <c:pt idx="4071">
                  <c:v>-1863802</c:v>
                </c:pt>
                <c:pt idx="4072">
                  <c:v>-1860563</c:v>
                </c:pt>
                <c:pt idx="4073">
                  <c:v>-1785414</c:v>
                </c:pt>
                <c:pt idx="4074">
                  <c:v>-1862583</c:v>
                </c:pt>
                <c:pt idx="4075">
                  <c:v>-1861678</c:v>
                </c:pt>
                <c:pt idx="4076">
                  <c:v>-1866519</c:v>
                </c:pt>
                <c:pt idx="4077">
                  <c:v>-1810104</c:v>
                </c:pt>
                <c:pt idx="4078">
                  <c:v>-1880063</c:v>
                </c:pt>
                <c:pt idx="4079">
                  <c:v>-1872233</c:v>
                </c:pt>
                <c:pt idx="4080">
                  <c:v>-1864940</c:v>
                </c:pt>
                <c:pt idx="4081">
                  <c:v>-1862734</c:v>
                </c:pt>
                <c:pt idx="4082">
                  <c:v>-1865781</c:v>
                </c:pt>
                <c:pt idx="4083">
                  <c:v>-1863669</c:v>
                </c:pt>
                <c:pt idx="4084">
                  <c:v>-1880202</c:v>
                </c:pt>
                <c:pt idx="4085">
                  <c:v>-1823653</c:v>
                </c:pt>
                <c:pt idx="4086">
                  <c:v>-1859715</c:v>
                </c:pt>
                <c:pt idx="4087">
                  <c:v>-1867889</c:v>
                </c:pt>
                <c:pt idx="4088">
                  <c:v>-1862858</c:v>
                </c:pt>
                <c:pt idx="4089">
                  <c:v>-1867088</c:v>
                </c:pt>
                <c:pt idx="4090">
                  <c:v>-1862502</c:v>
                </c:pt>
                <c:pt idx="4091">
                  <c:v>-1863604</c:v>
                </c:pt>
                <c:pt idx="4092">
                  <c:v>-1857951</c:v>
                </c:pt>
                <c:pt idx="4093">
                  <c:v>-1861248</c:v>
                </c:pt>
                <c:pt idx="4094">
                  <c:v>-1858787</c:v>
                </c:pt>
                <c:pt idx="4095">
                  <c:v>-1862374</c:v>
                </c:pt>
                <c:pt idx="4096">
                  <c:v>-1870904</c:v>
                </c:pt>
                <c:pt idx="4097">
                  <c:v>-1862025</c:v>
                </c:pt>
                <c:pt idx="4098">
                  <c:v>-1861782</c:v>
                </c:pt>
                <c:pt idx="4099">
                  <c:v>-1862037</c:v>
                </c:pt>
                <c:pt idx="4100">
                  <c:v>-1873139</c:v>
                </c:pt>
                <c:pt idx="4101">
                  <c:v>-1864440</c:v>
                </c:pt>
                <c:pt idx="4102">
                  <c:v>-1872047</c:v>
                </c:pt>
                <c:pt idx="4103">
                  <c:v>-1864066</c:v>
                </c:pt>
                <c:pt idx="4104">
                  <c:v>-1863721</c:v>
                </c:pt>
                <c:pt idx="4105">
                  <c:v>-1867088</c:v>
                </c:pt>
                <c:pt idx="4106">
                  <c:v>-1865288</c:v>
                </c:pt>
                <c:pt idx="4107">
                  <c:v>-1859112</c:v>
                </c:pt>
                <c:pt idx="4108">
                  <c:v>-1873673</c:v>
                </c:pt>
                <c:pt idx="4109">
                  <c:v>-1860783</c:v>
                </c:pt>
                <c:pt idx="4110">
                  <c:v>-1868900</c:v>
                </c:pt>
                <c:pt idx="4111">
                  <c:v>-1860516</c:v>
                </c:pt>
                <c:pt idx="4112">
                  <c:v>-1862200</c:v>
                </c:pt>
                <c:pt idx="4113">
                  <c:v>-1876868</c:v>
                </c:pt>
                <c:pt idx="4114">
                  <c:v>-1870054</c:v>
                </c:pt>
                <c:pt idx="4115">
                  <c:v>-1862339</c:v>
                </c:pt>
                <c:pt idx="4116">
                  <c:v>-1857800</c:v>
                </c:pt>
                <c:pt idx="4117">
                  <c:v>-1877576</c:v>
                </c:pt>
                <c:pt idx="4118">
                  <c:v>-1778501</c:v>
                </c:pt>
                <c:pt idx="4119">
                  <c:v>-1873057</c:v>
                </c:pt>
                <c:pt idx="4120">
                  <c:v>-1865398</c:v>
                </c:pt>
                <c:pt idx="4121">
                  <c:v>-1879778</c:v>
                </c:pt>
                <c:pt idx="4122">
                  <c:v>-1866461</c:v>
                </c:pt>
                <c:pt idx="4123">
                  <c:v>-1966985</c:v>
                </c:pt>
                <c:pt idx="4124">
                  <c:v>-1863590</c:v>
                </c:pt>
                <c:pt idx="4125">
                  <c:v>-1863105</c:v>
                </c:pt>
                <c:pt idx="4126">
                  <c:v>-1880202</c:v>
                </c:pt>
                <c:pt idx="4127">
                  <c:v>-1862118</c:v>
                </c:pt>
                <c:pt idx="4128">
                  <c:v>-1862409</c:v>
                </c:pt>
                <c:pt idx="4129">
                  <c:v>-1858670</c:v>
                </c:pt>
                <c:pt idx="4130">
                  <c:v>-1867332</c:v>
                </c:pt>
                <c:pt idx="4131">
                  <c:v>-1857767</c:v>
                </c:pt>
                <c:pt idx="4132">
                  <c:v>-1623952</c:v>
                </c:pt>
                <c:pt idx="4133">
                  <c:v>-1874312</c:v>
                </c:pt>
                <c:pt idx="4134">
                  <c:v>-1870293</c:v>
                </c:pt>
                <c:pt idx="4135">
                  <c:v>-1862838</c:v>
                </c:pt>
                <c:pt idx="4136">
                  <c:v>-1862094</c:v>
                </c:pt>
                <c:pt idx="4137">
                  <c:v>-1869215</c:v>
                </c:pt>
                <c:pt idx="4138">
                  <c:v>-1862392</c:v>
                </c:pt>
                <c:pt idx="4139">
                  <c:v>-1860249</c:v>
                </c:pt>
                <c:pt idx="4140">
                  <c:v>-1868900</c:v>
                </c:pt>
                <c:pt idx="4141">
                  <c:v>-1865869</c:v>
                </c:pt>
                <c:pt idx="4142">
                  <c:v>-1863477</c:v>
                </c:pt>
                <c:pt idx="4143">
                  <c:v>-1959028</c:v>
                </c:pt>
                <c:pt idx="4144">
                  <c:v>-1985380</c:v>
                </c:pt>
                <c:pt idx="4145">
                  <c:v>-1965253</c:v>
                </c:pt>
                <c:pt idx="4146">
                  <c:v>-1859775</c:v>
                </c:pt>
                <c:pt idx="4147">
                  <c:v>-2004240</c:v>
                </c:pt>
                <c:pt idx="4148">
                  <c:v>-1957922</c:v>
                </c:pt>
                <c:pt idx="4149">
                  <c:v>-1923980</c:v>
                </c:pt>
                <c:pt idx="4150">
                  <c:v>-1902371</c:v>
                </c:pt>
                <c:pt idx="4151">
                  <c:v>-1993410</c:v>
                </c:pt>
                <c:pt idx="4152">
                  <c:v>-2055779</c:v>
                </c:pt>
                <c:pt idx="4153">
                  <c:v>-1990688</c:v>
                </c:pt>
                <c:pt idx="4154">
                  <c:v>-2009610</c:v>
                </c:pt>
                <c:pt idx="4155">
                  <c:v>-1903407</c:v>
                </c:pt>
                <c:pt idx="4156">
                  <c:v>-1917058</c:v>
                </c:pt>
                <c:pt idx="4157">
                  <c:v>-1955046</c:v>
                </c:pt>
                <c:pt idx="4158">
                  <c:v>-1876763</c:v>
                </c:pt>
                <c:pt idx="4159">
                  <c:v>-1997802</c:v>
                </c:pt>
                <c:pt idx="4160">
                  <c:v>-1940367</c:v>
                </c:pt>
                <c:pt idx="4161">
                  <c:v>-2020876</c:v>
                </c:pt>
                <c:pt idx="4162">
                  <c:v>-1824465</c:v>
                </c:pt>
                <c:pt idx="4163">
                  <c:v>-2011066</c:v>
                </c:pt>
                <c:pt idx="4164">
                  <c:v>-1937874</c:v>
                </c:pt>
                <c:pt idx="4165">
                  <c:v>-2033335</c:v>
                </c:pt>
                <c:pt idx="4166">
                  <c:v>-1970482</c:v>
                </c:pt>
                <c:pt idx="4167">
                  <c:v>-1942651</c:v>
                </c:pt>
                <c:pt idx="4168">
                  <c:v>-2075743</c:v>
                </c:pt>
                <c:pt idx="4169">
                  <c:v>-2019145</c:v>
                </c:pt>
                <c:pt idx="4170">
                  <c:v>-1866511</c:v>
                </c:pt>
                <c:pt idx="4171">
                  <c:v>-1893692</c:v>
                </c:pt>
                <c:pt idx="4172">
                  <c:v>-2026670</c:v>
                </c:pt>
                <c:pt idx="4173">
                  <c:v>-2003319</c:v>
                </c:pt>
                <c:pt idx="4174">
                  <c:v>-2028504</c:v>
                </c:pt>
                <c:pt idx="4175">
                  <c:v>-1950097</c:v>
                </c:pt>
                <c:pt idx="4176">
                  <c:v>-2028795</c:v>
                </c:pt>
                <c:pt idx="4177">
                  <c:v>-2006729</c:v>
                </c:pt>
                <c:pt idx="4178">
                  <c:v>-2011674</c:v>
                </c:pt>
                <c:pt idx="4179">
                  <c:v>-2077970</c:v>
                </c:pt>
                <c:pt idx="4180">
                  <c:v>-2004486</c:v>
                </c:pt>
                <c:pt idx="4181">
                  <c:v>-1925470</c:v>
                </c:pt>
                <c:pt idx="4182">
                  <c:v>-2037604</c:v>
                </c:pt>
                <c:pt idx="4183">
                  <c:v>-1997685</c:v>
                </c:pt>
                <c:pt idx="4184">
                  <c:v>-1920127</c:v>
                </c:pt>
                <c:pt idx="4185">
                  <c:v>-1982760</c:v>
                </c:pt>
                <c:pt idx="4186">
                  <c:v>-1992556</c:v>
                </c:pt>
                <c:pt idx="4187">
                  <c:v>-2047816</c:v>
                </c:pt>
                <c:pt idx="4188">
                  <c:v>-1874672</c:v>
                </c:pt>
                <c:pt idx="4189">
                  <c:v>-2053145</c:v>
                </c:pt>
                <c:pt idx="4190">
                  <c:v>-1897219</c:v>
                </c:pt>
                <c:pt idx="4191">
                  <c:v>-1941906</c:v>
                </c:pt>
                <c:pt idx="4192">
                  <c:v>-1971288</c:v>
                </c:pt>
                <c:pt idx="4193">
                  <c:v>-1992837</c:v>
                </c:pt>
                <c:pt idx="4194">
                  <c:v>-2001447</c:v>
                </c:pt>
                <c:pt idx="4195">
                  <c:v>-1984628</c:v>
                </c:pt>
                <c:pt idx="4196">
                  <c:v>-1920010</c:v>
                </c:pt>
                <c:pt idx="4197">
                  <c:v>-2022560</c:v>
                </c:pt>
                <c:pt idx="4198">
                  <c:v>-1993013</c:v>
                </c:pt>
                <c:pt idx="4199">
                  <c:v>-1997346</c:v>
                </c:pt>
                <c:pt idx="4200">
                  <c:v>-1984967</c:v>
                </c:pt>
                <c:pt idx="4201">
                  <c:v>-2009172</c:v>
                </c:pt>
                <c:pt idx="4202">
                  <c:v>-1988435</c:v>
                </c:pt>
                <c:pt idx="4203">
                  <c:v>-2015369</c:v>
                </c:pt>
                <c:pt idx="4204">
                  <c:v>-2028007</c:v>
                </c:pt>
                <c:pt idx="4205">
                  <c:v>-2017613</c:v>
                </c:pt>
                <c:pt idx="4206">
                  <c:v>-2063594</c:v>
                </c:pt>
                <c:pt idx="4207">
                  <c:v>-2005953</c:v>
                </c:pt>
                <c:pt idx="4208">
                  <c:v>-2033932</c:v>
                </c:pt>
                <c:pt idx="4209">
                  <c:v>-2015064</c:v>
                </c:pt>
                <c:pt idx="4210">
                  <c:v>-1927484</c:v>
                </c:pt>
                <c:pt idx="4211">
                  <c:v>-1992009</c:v>
                </c:pt>
                <c:pt idx="4212">
                  <c:v>-2070549</c:v>
                </c:pt>
                <c:pt idx="4213">
                  <c:v>-2077909</c:v>
                </c:pt>
                <c:pt idx="4214">
                  <c:v>-1968826</c:v>
                </c:pt>
                <c:pt idx="4215">
                  <c:v>-1933668</c:v>
                </c:pt>
                <c:pt idx="4216">
                  <c:v>-1985796</c:v>
                </c:pt>
                <c:pt idx="4217">
                  <c:v>-1860969</c:v>
                </c:pt>
                <c:pt idx="4218">
                  <c:v>-1962212</c:v>
                </c:pt>
                <c:pt idx="4219">
                  <c:v>-2092323</c:v>
                </c:pt>
                <c:pt idx="4220">
                  <c:v>-2062003</c:v>
                </c:pt>
                <c:pt idx="4221">
                  <c:v>-1912992</c:v>
                </c:pt>
                <c:pt idx="4222">
                  <c:v>-1991593</c:v>
                </c:pt>
                <c:pt idx="4223">
                  <c:v>-1962667</c:v>
                </c:pt>
                <c:pt idx="4224">
                  <c:v>-2008296</c:v>
                </c:pt>
                <c:pt idx="4225">
                  <c:v>-1966574</c:v>
                </c:pt>
                <c:pt idx="4226">
                  <c:v>-1858949</c:v>
                </c:pt>
                <c:pt idx="4227">
                  <c:v>-2006519</c:v>
                </c:pt>
                <c:pt idx="4228">
                  <c:v>-1939939</c:v>
                </c:pt>
                <c:pt idx="4229">
                  <c:v>-2000202</c:v>
                </c:pt>
                <c:pt idx="4230">
                  <c:v>-2055031</c:v>
                </c:pt>
                <c:pt idx="4231">
                  <c:v>-1885803</c:v>
                </c:pt>
                <c:pt idx="4232">
                  <c:v>-2001879</c:v>
                </c:pt>
                <c:pt idx="4233">
                  <c:v>-1880362</c:v>
                </c:pt>
                <c:pt idx="4234">
                  <c:v>-1927007</c:v>
                </c:pt>
                <c:pt idx="4235">
                  <c:v>-1806472</c:v>
                </c:pt>
                <c:pt idx="4236">
                  <c:v>-1987991</c:v>
                </c:pt>
                <c:pt idx="4237">
                  <c:v>-1894487</c:v>
                </c:pt>
                <c:pt idx="4238">
                  <c:v>-2004918</c:v>
                </c:pt>
                <c:pt idx="4239">
                  <c:v>-1992277</c:v>
                </c:pt>
                <c:pt idx="4240">
                  <c:v>-1916146</c:v>
                </c:pt>
                <c:pt idx="4241">
                  <c:v>-1960777</c:v>
                </c:pt>
                <c:pt idx="4242">
                  <c:v>-2044609</c:v>
                </c:pt>
                <c:pt idx="4243">
                  <c:v>-2006834</c:v>
                </c:pt>
                <c:pt idx="4244">
                  <c:v>-1874765</c:v>
                </c:pt>
                <c:pt idx="4245">
                  <c:v>-2043659</c:v>
                </c:pt>
                <c:pt idx="4246">
                  <c:v>-1964591</c:v>
                </c:pt>
                <c:pt idx="4247">
                  <c:v>-1931829</c:v>
                </c:pt>
                <c:pt idx="4248">
                  <c:v>-1993633</c:v>
                </c:pt>
                <c:pt idx="4249">
                  <c:v>-2002131</c:v>
                </c:pt>
                <c:pt idx="4250">
                  <c:v>-1949898</c:v>
                </c:pt>
                <c:pt idx="4251">
                  <c:v>-2055066</c:v>
                </c:pt>
                <c:pt idx="4252">
                  <c:v>-1983017</c:v>
                </c:pt>
                <c:pt idx="4253">
                  <c:v>-1966516</c:v>
                </c:pt>
                <c:pt idx="4254">
                  <c:v>-2022970</c:v>
                </c:pt>
                <c:pt idx="4255">
                  <c:v>-1943011</c:v>
                </c:pt>
                <c:pt idx="4256">
                  <c:v>-1927776</c:v>
                </c:pt>
                <c:pt idx="4257">
                  <c:v>-1940431</c:v>
                </c:pt>
                <c:pt idx="4258">
                  <c:v>-2003235</c:v>
                </c:pt>
                <c:pt idx="4259">
                  <c:v>-1949014</c:v>
                </c:pt>
                <c:pt idx="4260">
                  <c:v>-1909920</c:v>
                </c:pt>
                <c:pt idx="4261">
                  <c:v>-2000658</c:v>
                </c:pt>
                <c:pt idx="4262">
                  <c:v>-1902626</c:v>
                </c:pt>
                <c:pt idx="4263">
                  <c:v>-2032124</c:v>
                </c:pt>
                <c:pt idx="4264">
                  <c:v>-1986800</c:v>
                </c:pt>
                <c:pt idx="4265">
                  <c:v>-1958585</c:v>
                </c:pt>
                <c:pt idx="4266">
                  <c:v>-1972918</c:v>
                </c:pt>
                <c:pt idx="4267">
                  <c:v>-1828684</c:v>
                </c:pt>
                <c:pt idx="4268">
                  <c:v>-2011510</c:v>
                </c:pt>
                <c:pt idx="4269">
                  <c:v>-1998737</c:v>
                </c:pt>
                <c:pt idx="4270">
                  <c:v>-1959079</c:v>
                </c:pt>
                <c:pt idx="4271">
                  <c:v>-1902196</c:v>
                </c:pt>
                <c:pt idx="4272">
                  <c:v>-1959270</c:v>
                </c:pt>
                <c:pt idx="4273">
                  <c:v>-2030572</c:v>
                </c:pt>
                <c:pt idx="4274">
                  <c:v>-1995267</c:v>
                </c:pt>
                <c:pt idx="4275">
                  <c:v>-2096297</c:v>
                </c:pt>
                <c:pt idx="4276">
                  <c:v>-2036309</c:v>
                </c:pt>
                <c:pt idx="4277">
                  <c:v>-1928346</c:v>
                </c:pt>
                <c:pt idx="4278">
                  <c:v>-1910116</c:v>
                </c:pt>
                <c:pt idx="4279">
                  <c:v>-2058424</c:v>
                </c:pt>
                <c:pt idx="4280">
                  <c:v>-1959165</c:v>
                </c:pt>
                <c:pt idx="4281">
                  <c:v>-1926902</c:v>
                </c:pt>
                <c:pt idx="4282">
                  <c:v>-1932901</c:v>
                </c:pt>
                <c:pt idx="4283">
                  <c:v>-2034295</c:v>
                </c:pt>
                <c:pt idx="4284">
                  <c:v>-2096551</c:v>
                </c:pt>
                <c:pt idx="4285">
                  <c:v>-1969785</c:v>
                </c:pt>
                <c:pt idx="4286">
                  <c:v>-1988528</c:v>
                </c:pt>
                <c:pt idx="4287">
                  <c:v>-1888091</c:v>
                </c:pt>
                <c:pt idx="4288">
                  <c:v>-1992522</c:v>
                </c:pt>
                <c:pt idx="4289">
                  <c:v>-2094786</c:v>
                </c:pt>
                <c:pt idx="4290">
                  <c:v>-1974835</c:v>
                </c:pt>
                <c:pt idx="4291">
                  <c:v>-1893824</c:v>
                </c:pt>
                <c:pt idx="4292">
                  <c:v>-1991185</c:v>
                </c:pt>
                <c:pt idx="4293">
                  <c:v>-1991202</c:v>
                </c:pt>
                <c:pt idx="4294">
                  <c:v>-1978768</c:v>
                </c:pt>
                <c:pt idx="4295">
                  <c:v>-2030784</c:v>
                </c:pt>
                <c:pt idx="4296">
                  <c:v>-1977916</c:v>
                </c:pt>
                <c:pt idx="4297">
                  <c:v>-2080761</c:v>
                </c:pt>
                <c:pt idx="4298">
                  <c:v>-1920777</c:v>
                </c:pt>
                <c:pt idx="4299">
                  <c:v>-1981873</c:v>
                </c:pt>
                <c:pt idx="4300">
                  <c:v>-1895947</c:v>
                </c:pt>
                <c:pt idx="4301">
                  <c:v>-2018607</c:v>
                </c:pt>
                <c:pt idx="4302">
                  <c:v>-1998800</c:v>
                </c:pt>
                <c:pt idx="4303">
                  <c:v>-1913353</c:v>
                </c:pt>
                <c:pt idx="4304">
                  <c:v>-1974053</c:v>
                </c:pt>
                <c:pt idx="4305">
                  <c:v>-1996844</c:v>
                </c:pt>
                <c:pt idx="4306">
                  <c:v>-1881015</c:v>
                </c:pt>
                <c:pt idx="4307">
                  <c:v>-1999180</c:v>
                </c:pt>
                <c:pt idx="4308">
                  <c:v>-1910803</c:v>
                </c:pt>
                <c:pt idx="4309">
                  <c:v>-1942031</c:v>
                </c:pt>
                <c:pt idx="4310">
                  <c:v>-1984380</c:v>
                </c:pt>
                <c:pt idx="4311">
                  <c:v>-1920371</c:v>
                </c:pt>
                <c:pt idx="4312">
                  <c:v>-1922945</c:v>
                </c:pt>
                <c:pt idx="4313">
                  <c:v>-2065191</c:v>
                </c:pt>
                <c:pt idx="4314">
                  <c:v>-2006068</c:v>
                </c:pt>
                <c:pt idx="4315">
                  <c:v>-1908870</c:v>
                </c:pt>
                <c:pt idx="4316">
                  <c:v>-1914319</c:v>
                </c:pt>
                <c:pt idx="4317">
                  <c:v>-1923724</c:v>
                </c:pt>
                <c:pt idx="4318">
                  <c:v>-1971089</c:v>
                </c:pt>
                <c:pt idx="4319">
                  <c:v>-2005654</c:v>
                </c:pt>
                <c:pt idx="4320">
                  <c:v>-2025730</c:v>
                </c:pt>
                <c:pt idx="4321">
                  <c:v>-1971323</c:v>
                </c:pt>
                <c:pt idx="4322">
                  <c:v>-1994961</c:v>
                </c:pt>
                <c:pt idx="4323">
                  <c:v>-1875912</c:v>
                </c:pt>
                <c:pt idx="4324">
                  <c:v>-1986495</c:v>
                </c:pt>
                <c:pt idx="4325">
                  <c:v>-2017648</c:v>
                </c:pt>
                <c:pt idx="4326">
                  <c:v>-1939184</c:v>
                </c:pt>
                <c:pt idx="4327">
                  <c:v>-2014839</c:v>
                </c:pt>
                <c:pt idx="4328">
                  <c:v>-1955647</c:v>
                </c:pt>
                <c:pt idx="4329">
                  <c:v>-1920220</c:v>
                </c:pt>
                <c:pt idx="4330">
                  <c:v>-1945307</c:v>
                </c:pt>
                <c:pt idx="4331">
                  <c:v>-1970388</c:v>
                </c:pt>
                <c:pt idx="4332">
                  <c:v>-2059882</c:v>
                </c:pt>
                <c:pt idx="4333">
                  <c:v>-1972781</c:v>
                </c:pt>
                <c:pt idx="4334">
                  <c:v>-1996737</c:v>
                </c:pt>
                <c:pt idx="4335">
                  <c:v>-1947090</c:v>
                </c:pt>
                <c:pt idx="4336">
                  <c:v>-1921791</c:v>
                </c:pt>
                <c:pt idx="4337">
                  <c:v>-1979839</c:v>
                </c:pt>
                <c:pt idx="4338">
                  <c:v>-1973621</c:v>
                </c:pt>
                <c:pt idx="4339">
                  <c:v>-2002557</c:v>
                </c:pt>
                <c:pt idx="4340">
                  <c:v>-1862803</c:v>
                </c:pt>
                <c:pt idx="4341">
                  <c:v>-2044221</c:v>
                </c:pt>
                <c:pt idx="4342">
                  <c:v>-1940080</c:v>
                </c:pt>
                <c:pt idx="4343">
                  <c:v>-1898392</c:v>
                </c:pt>
                <c:pt idx="4344">
                  <c:v>-1924465</c:v>
                </c:pt>
                <c:pt idx="4345">
                  <c:v>-2009721</c:v>
                </c:pt>
                <c:pt idx="4346">
                  <c:v>-2037558</c:v>
                </c:pt>
                <c:pt idx="4347">
                  <c:v>-2041072</c:v>
                </c:pt>
                <c:pt idx="4348">
                  <c:v>-1940576</c:v>
                </c:pt>
                <c:pt idx="4349">
                  <c:v>-1893754</c:v>
                </c:pt>
                <c:pt idx="4350">
                  <c:v>-2058370</c:v>
                </c:pt>
                <c:pt idx="4351">
                  <c:v>-1857440</c:v>
                </c:pt>
                <c:pt idx="4352">
                  <c:v>-1980741</c:v>
                </c:pt>
                <c:pt idx="4353">
                  <c:v>-2028656</c:v>
                </c:pt>
                <c:pt idx="4354">
                  <c:v>-1876784</c:v>
                </c:pt>
                <c:pt idx="4355">
                  <c:v>-1909990</c:v>
                </c:pt>
                <c:pt idx="4356">
                  <c:v>-1991852</c:v>
                </c:pt>
                <c:pt idx="4357">
                  <c:v>-2008553</c:v>
                </c:pt>
                <c:pt idx="4358">
                  <c:v>-1980727</c:v>
                </c:pt>
                <c:pt idx="4359">
                  <c:v>-1922024</c:v>
                </c:pt>
                <c:pt idx="4360">
                  <c:v>-2028851</c:v>
                </c:pt>
                <c:pt idx="4361">
                  <c:v>-1996810</c:v>
                </c:pt>
                <c:pt idx="4362">
                  <c:v>-2002732</c:v>
                </c:pt>
                <c:pt idx="4363">
                  <c:v>-1894246</c:v>
                </c:pt>
                <c:pt idx="4364">
                  <c:v>-1936895</c:v>
                </c:pt>
                <c:pt idx="4365">
                  <c:v>-2022701</c:v>
                </c:pt>
                <c:pt idx="4366">
                  <c:v>-1952704</c:v>
                </c:pt>
                <c:pt idx="4367">
                  <c:v>-1879737</c:v>
                </c:pt>
                <c:pt idx="4368">
                  <c:v>-1993760</c:v>
                </c:pt>
                <c:pt idx="4369">
                  <c:v>-1995641</c:v>
                </c:pt>
                <c:pt idx="4370">
                  <c:v>-1889505</c:v>
                </c:pt>
                <c:pt idx="4371">
                  <c:v>-1948466</c:v>
                </c:pt>
                <c:pt idx="4372">
                  <c:v>-2067157</c:v>
                </c:pt>
                <c:pt idx="4373">
                  <c:v>-1984780</c:v>
                </c:pt>
                <c:pt idx="4374">
                  <c:v>-1985639</c:v>
                </c:pt>
                <c:pt idx="4375">
                  <c:v>-1914400</c:v>
                </c:pt>
                <c:pt idx="4376">
                  <c:v>-1978162</c:v>
                </c:pt>
                <c:pt idx="4377">
                  <c:v>-1962853</c:v>
                </c:pt>
                <c:pt idx="4378">
                  <c:v>-1909228</c:v>
                </c:pt>
                <c:pt idx="4379">
                  <c:v>-1931530</c:v>
                </c:pt>
                <c:pt idx="4380">
                  <c:v>-2005782</c:v>
                </c:pt>
                <c:pt idx="4381">
                  <c:v>-1922501</c:v>
                </c:pt>
                <c:pt idx="4382">
                  <c:v>-1969178</c:v>
                </c:pt>
                <c:pt idx="4383">
                  <c:v>-1963868</c:v>
                </c:pt>
                <c:pt idx="4384">
                  <c:v>-1940437</c:v>
                </c:pt>
                <c:pt idx="4385">
                  <c:v>-1943757</c:v>
                </c:pt>
                <c:pt idx="4386">
                  <c:v>-2011229</c:v>
                </c:pt>
                <c:pt idx="4387">
                  <c:v>-2010247</c:v>
                </c:pt>
                <c:pt idx="4388">
                  <c:v>-1995722</c:v>
                </c:pt>
                <c:pt idx="4389">
                  <c:v>-1969969</c:v>
                </c:pt>
                <c:pt idx="4390">
                  <c:v>-1979620</c:v>
                </c:pt>
                <c:pt idx="4391">
                  <c:v>-1955347</c:v>
                </c:pt>
                <c:pt idx="4392">
                  <c:v>-1988937</c:v>
                </c:pt>
                <c:pt idx="4393">
                  <c:v>-1891592</c:v>
                </c:pt>
                <c:pt idx="4394">
                  <c:v>-1920595</c:v>
                </c:pt>
                <c:pt idx="4395">
                  <c:v>-1994706</c:v>
                </c:pt>
                <c:pt idx="4396">
                  <c:v>-2022081</c:v>
                </c:pt>
                <c:pt idx="4397">
                  <c:v>-1982573</c:v>
                </c:pt>
                <c:pt idx="4398">
                  <c:v>-1992551</c:v>
                </c:pt>
                <c:pt idx="4399">
                  <c:v>-1950342</c:v>
                </c:pt>
                <c:pt idx="4400">
                  <c:v>-1999474</c:v>
                </c:pt>
                <c:pt idx="4401">
                  <c:v>-2036554</c:v>
                </c:pt>
                <c:pt idx="4402">
                  <c:v>-1886326</c:v>
                </c:pt>
                <c:pt idx="4403">
                  <c:v>-2043601</c:v>
                </c:pt>
                <c:pt idx="4404">
                  <c:v>-1993900</c:v>
                </c:pt>
                <c:pt idx="4405">
                  <c:v>-1999987</c:v>
                </c:pt>
                <c:pt idx="4406">
                  <c:v>-1984499</c:v>
                </c:pt>
                <c:pt idx="4407">
                  <c:v>-1901914</c:v>
                </c:pt>
                <c:pt idx="4408">
                  <c:v>-2050874</c:v>
                </c:pt>
                <c:pt idx="4409">
                  <c:v>-1963792</c:v>
                </c:pt>
                <c:pt idx="4410">
                  <c:v>-2011148</c:v>
                </c:pt>
                <c:pt idx="4411">
                  <c:v>-1975710</c:v>
                </c:pt>
                <c:pt idx="4412">
                  <c:v>-1867645</c:v>
                </c:pt>
                <c:pt idx="4413">
                  <c:v>-2006309</c:v>
                </c:pt>
                <c:pt idx="4414">
                  <c:v>-1915390</c:v>
                </c:pt>
                <c:pt idx="4415">
                  <c:v>-1951312</c:v>
                </c:pt>
                <c:pt idx="4416">
                  <c:v>-1965689</c:v>
                </c:pt>
                <c:pt idx="4417">
                  <c:v>-2003177</c:v>
                </c:pt>
                <c:pt idx="4418">
                  <c:v>-2041794</c:v>
                </c:pt>
                <c:pt idx="4419">
                  <c:v>-1940402</c:v>
                </c:pt>
                <c:pt idx="4420">
                  <c:v>-1897562</c:v>
                </c:pt>
                <c:pt idx="4421">
                  <c:v>-1980530</c:v>
                </c:pt>
                <c:pt idx="4422">
                  <c:v>-1973796</c:v>
                </c:pt>
                <c:pt idx="4423">
                  <c:v>-1994863</c:v>
                </c:pt>
                <c:pt idx="4424">
                  <c:v>-1935315</c:v>
                </c:pt>
                <c:pt idx="4425">
                  <c:v>-1898413</c:v>
                </c:pt>
                <c:pt idx="4426">
                  <c:v>-1952615</c:v>
                </c:pt>
                <c:pt idx="4427">
                  <c:v>-1893503</c:v>
                </c:pt>
                <c:pt idx="4428">
                  <c:v>-2023905</c:v>
                </c:pt>
                <c:pt idx="4429">
                  <c:v>-1930827</c:v>
                </c:pt>
                <c:pt idx="4430">
                  <c:v>-1959565</c:v>
                </c:pt>
                <c:pt idx="4431">
                  <c:v>-1924073</c:v>
                </c:pt>
                <c:pt idx="4432">
                  <c:v>-2025295</c:v>
                </c:pt>
                <c:pt idx="4433">
                  <c:v>-2009780</c:v>
                </c:pt>
                <c:pt idx="4434">
                  <c:v>-1965974</c:v>
                </c:pt>
                <c:pt idx="4435">
                  <c:v>-2104328</c:v>
                </c:pt>
                <c:pt idx="4436">
                  <c:v>-1970284</c:v>
                </c:pt>
                <c:pt idx="4437">
                  <c:v>-1966923</c:v>
                </c:pt>
                <c:pt idx="4438">
                  <c:v>-2005841</c:v>
                </c:pt>
                <c:pt idx="4439">
                  <c:v>-2009172</c:v>
                </c:pt>
                <c:pt idx="4440">
                  <c:v>-1925726</c:v>
                </c:pt>
                <c:pt idx="4441">
                  <c:v>-1984757</c:v>
                </c:pt>
                <c:pt idx="4442">
                  <c:v>-2007769</c:v>
                </c:pt>
                <c:pt idx="4443">
                  <c:v>-1993527</c:v>
                </c:pt>
                <c:pt idx="4444">
                  <c:v>-1989981</c:v>
                </c:pt>
                <c:pt idx="4445">
                  <c:v>-1963097</c:v>
                </c:pt>
                <c:pt idx="4446">
                  <c:v>-1947567</c:v>
                </c:pt>
                <c:pt idx="4447">
                  <c:v>-1859615</c:v>
                </c:pt>
                <c:pt idx="4448">
                  <c:v>-2017145</c:v>
                </c:pt>
                <c:pt idx="4449">
                  <c:v>-1956883</c:v>
                </c:pt>
                <c:pt idx="4450">
                  <c:v>-1931936</c:v>
                </c:pt>
                <c:pt idx="4451">
                  <c:v>-1946146</c:v>
                </c:pt>
                <c:pt idx="4452">
                  <c:v>-1878304</c:v>
                </c:pt>
                <c:pt idx="4453">
                  <c:v>-1921456</c:v>
                </c:pt>
                <c:pt idx="4454">
                  <c:v>-1962774</c:v>
                </c:pt>
                <c:pt idx="4455">
                  <c:v>-1959879</c:v>
                </c:pt>
                <c:pt idx="4456">
                  <c:v>-1969012</c:v>
                </c:pt>
                <c:pt idx="4457">
                  <c:v>-1931617</c:v>
                </c:pt>
                <c:pt idx="4458">
                  <c:v>-2052817</c:v>
                </c:pt>
                <c:pt idx="4459">
                  <c:v>-1985656</c:v>
                </c:pt>
                <c:pt idx="4460">
                  <c:v>-1844722</c:v>
                </c:pt>
                <c:pt idx="4461">
                  <c:v>-1962458</c:v>
                </c:pt>
                <c:pt idx="4462">
                  <c:v>-1947615</c:v>
                </c:pt>
                <c:pt idx="4463">
                  <c:v>-1906316</c:v>
                </c:pt>
                <c:pt idx="4464">
                  <c:v>-1894731</c:v>
                </c:pt>
                <c:pt idx="4465">
                  <c:v>-1926134</c:v>
                </c:pt>
                <c:pt idx="4466">
                  <c:v>-1920208</c:v>
                </c:pt>
                <c:pt idx="4467">
                  <c:v>-1934171</c:v>
                </c:pt>
                <c:pt idx="4468">
                  <c:v>-1970074</c:v>
                </c:pt>
                <c:pt idx="4469">
                  <c:v>-2007942</c:v>
                </c:pt>
                <c:pt idx="4470">
                  <c:v>-2008447</c:v>
                </c:pt>
                <c:pt idx="4471">
                  <c:v>-1987464</c:v>
                </c:pt>
                <c:pt idx="4472">
                  <c:v>-2054317</c:v>
                </c:pt>
                <c:pt idx="4473">
                  <c:v>-1909595</c:v>
                </c:pt>
                <c:pt idx="4474">
                  <c:v>-1883048</c:v>
                </c:pt>
                <c:pt idx="4475">
                  <c:v>-1890034</c:v>
                </c:pt>
                <c:pt idx="4476">
                  <c:v>-2047371</c:v>
                </c:pt>
                <c:pt idx="4477">
                  <c:v>-2044601</c:v>
                </c:pt>
                <c:pt idx="4478">
                  <c:v>-2093281</c:v>
                </c:pt>
                <c:pt idx="4479">
                  <c:v>-1982142</c:v>
                </c:pt>
                <c:pt idx="4480">
                  <c:v>-1978628</c:v>
                </c:pt>
                <c:pt idx="4481">
                  <c:v>-1902998</c:v>
                </c:pt>
                <c:pt idx="4482">
                  <c:v>-2061393</c:v>
                </c:pt>
                <c:pt idx="4483">
                  <c:v>-2065038</c:v>
                </c:pt>
                <c:pt idx="4484">
                  <c:v>-1945296</c:v>
                </c:pt>
                <c:pt idx="4485">
                  <c:v>-1984056</c:v>
                </c:pt>
                <c:pt idx="4486">
                  <c:v>-1990601</c:v>
                </c:pt>
                <c:pt idx="4487">
                  <c:v>-2034726</c:v>
                </c:pt>
                <c:pt idx="4488">
                  <c:v>-1906593</c:v>
                </c:pt>
                <c:pt idx="4489">
                  <c:v>-2029730</c:v>
                </c:pt>
                <c:pt idx="4490">
                  <c:v>-1935288</c:v>
                </c:pt>
                <c:pt idx="4491">
                  <c:v>-2003695</c:v>
                </c:pt>
                <c:pt idx="4492">
                  <c:v>-1969502</c:v>
                </c:pt>
                <c:pt idx="4493">
                  <c:v>-2001833</c:v>
                </c:pt>
                <c:pt idx="4494">
                  <c:v>-1967181</c:v>
                </c:pt>
                <c:pt idx="4495">
                  <c:v>-1883049</c:v>
                </c:pt>
                <c:pt idx="4496">
                  <c:v>-1943492</c:v>
                </c:pt>
                <c:pt idx="4497">
                  <c:v>-1993610</c:v>
                </c:pt>
                <c:pt idx="4498">
                  <c:v>-2072946</c:v>
                </c:pt>
                <c:pt idx="4499">
                  <c:v>-1981219</c:v>
                </c:pt>
                <c:pt idx="4500">
                  <c:v>-1908455</c:v>
                </c:pt>
                <c:pt idx="4501">
                  <c:v>-2043577</c:v>
                </c:pt>
                <c:pt idx="4502">
                  <c:v>-1863140</c:v>
                </c:pt>
                <c:pt idx="4503">
                  <c:v>-1940864</c:v>
                </c:pt>
                <c:pt idx="4504">
                  <c:v>-1984908</c:v>
                </c:pt>
                <c:pt idx="4505">
                  <c:v>-1934775</c:v>
                </c:pt>
                <c:pt idx="4506">
                  <c:v>-2059065</c:v>
                </c:pt>
                <c:pt idx="4507">
                  <c:v>-1975407</c:v>
                </c:pt>
                <c:pt idx="4508">
                  <c:v>-2021191</c:v>
                </c:pt>
                <c:pt idx="4509">
                  <c:v>-1995395</c:v>
                </c:pt>
                <c:pt idx="4510">
                  <c:v>-1936522</c:v>
                </c:pt>
                <c:pt idx="4511">
                  <c:v>-1787907</c:v>
                </c:pt>
                <c:pt idx="4512">
                  <c:v>-2026556</c:v>
                </c:pt>
                <c:pt idx="4513">
                  <c:v>-1974882</c:v>
                </c:pt>
                <c:pt idx="4514">
                  <c:v>-1886907</c:v>
                </c:pt>
                <c:pt idx="4515">
                  <c:v>-1954133</c:v>
                </c:pt>
                <c:pt idx="4516">
                  <c:v>-2007489</c:v>
                </c:pt>
                <c:pt idx="4517">
                  <c:v>-1934437</c:v>
                </c:pt>
                <c:pt idx="4518">
                  <c:v>-1968816</c:v>
                </c:pt>
                <c:pt idx="4519">
                  <c:v>-2101832</c:v>
                </c:pt>
                <c:pt idx="4520">
                  <c:v>-1995476</c:v>
                </c:pt>
                <c:pt idx="4521">
                  <c:v>-1934449</c:v>
                </c:pt>
                <c:pt idx="4522">
                  <c:v>-1931618</c:v>
                </c:pt>
                <c:pt idx="4523">
                  <c:v>-1967087</c:v>
                </c:pt>
                <c:pt idx="4524">
                  <c:v>-1930908</c:v>
                </c:pt>
                <c:pt idx="4525">
                  <c:v>-1970061</c:v>
                </c:pt>
                <c:pt idx="4526">
                  <c:v>-2007653</c:v>
                </c:pt>
                <c:pt idx="4527">
                  <c:v>-2068250</c:v>
                </c:pt>
                <c:pt idx="4528">
                  <c:v>-1987722</c:v>
                </c:pt>
                <c:pt idx="4529">
                  <c:v>-1976609</c:v>
                </c:pt>
                <c:pt idx="4530">
                  <c:v>-2014204</c:v>
                </c:pt>
                <c:pt idx="4531">
                  <c:v>-2054610</c:v>
                </c:pt>
                <c:pt idx="4532">
                  <c:v>-2006647</c:v>
                </c:pt>
                <c:pt idx="4533">
                  <c:v>-1987173</c:v>
                </c:pt>
                <c:pt idx="4534">
                  <c:v>-2027787</c:v>
                </c:pt>
                <c:pt idx="4535">
                  <c:v>-1923869</c:v>
                </c:pt>
                <c:pt idx="4536">
                  <c:v>-2049831</c:v>
                </c:pt>
                <c:pt idx="4537">
                  <c:v>-2022443</c:v>
                </c:pt>
                <c:pt idx="4538">
                  <c:v>-1973025</c:v>
                </c:pt>
                <c:pt idx="4539">
                  <c:v>-1977663</c:v>
                </c:pt>
                <c:pt idx="4540">
                  <c:v>-1994636</c:v>
                </c:pt>
                <c:pt idx="4541">
                  <c:v>-1969747</c:v>
                </c:pt>
                <c:pt idx="4542">
                  <c:v>-1931129</c:v>
                </c:pt>
                <c:pt idx="4543">
                  <c:v>-2016385</c:v>
                </c:pt>
                <c:pt idx="4544">
                  <c:v>-2017835</c:v>
                </c:pt>
                <c:pt idx="4545">
                  <c:v>-1934399</c:v>
                </c:pt>
                <c:pt idx="4546">
                  <c:v>-2001015</c:v>
                </c:pt>
                <c:pt idx="4547">
                  <c:v>-1905340</c:v>
                </c:pt>
                <c:pt idx="4548">
                  <c:v>-1992773</c:v>
                </c:pt>
                <c:pt idx="4549">
                  <c:v>-1924751</c:v>
                </c:pt>
                <c:pt idx="4550">
                  <c:v>-1908827</c:v>
                </c:pt>
                <c:pt idx="4551">
                  <c:v>-1930888</c:v>
                </c:pt>
                <c:pt idx="4552">
                  <c:v>-1883130</c:v>
                </c:pt>
                <c:pt idx="4553">
                  <c:v>-1964771</c:v>
                </c:pt>
                <c:pt idx="4554">
                  <c:v>-1976375</c:v>
                </c:pt>
                <c:pt idx="4555">
                  <c:v>-1941855</c:v>
                </c:pt>
                <c:pt idx="4556">
                  <c:v>-1946469</c:v>
                </c:pt>
                <c:pt idx="4557">
                  <c:v>-2018855</c:v>
                </c:pt>
                <c:pt idx="4558">
                  <c:v>-1898781</c:v>
                </c:pt>
                <c:pt idx="4559">
                  <c:v>-1863477</c:v>
                </c:pt>
                <c:pt idx="4560">
                  <c:v>-1992581</c:v>
                </c:pt>
                <c:pt idx="4561">
                  <c:v>-1917869</c:v>
                </c:pt>
                <c:pt idx="4562">
                  <c:v>-1941290</c:v>
                </c:pt>
                <c:pt idx="4563">
                  <c:v>-1975678</c:v>
                </c:pt>
                <c:pt idx="4564">
                  <c:v>-2010364</c:v>
                </c:pt>
                <c:pt idx="4565">
                  <c:v>-1933890</c:v>
                </c:pt>
                <c:pt idx="4566">
                  <c:v>-1992197</c:v>
                </c:pt>
                <c:pt idx="4567">
                  <c:v>-1945459</c:v>
                </c:pt>
                <c:pt idx="4568">
                  <c:v>-1977989</c:v>
                </c:pt>
                <c:pt idx="4569">
                  <c:v>-2010882</c:v>
                </c:pt>
                <c:pt idx="4570">
                  <c:v>-1939338</c:v>
                </c:pt>
                <c:pt idx="4571">
                  <c:v>-1867546</c:v>
                </c:pt>
                <c:pt idx="4572">
                  <c:v>-1992300</c:v>
                </c:pt>
                <c:pt idx="4573">
                  <c:v>-2035290</c:v>
                </c:pt>
                <c:pt idx="4574">
                  <c:v>-2000115</c:v>
                </c:pt>
                <c:pt idx="4575">
                  <c:v>-1967729</c:v>
                </c:pt>
                <c:pt idx="4576">
                  <c:v>-2020936</c:v>
                </c:pt>
                <c:pt idx="4577">
                  <c:v>-1875058</c:v>
                </c:pt>
                <c:pt idx="4578">
                  <c:v>-2060193</c:v>
                </c:pt>
                <c:pt idx="4579">
                  <c:v>-1950109</c:v>
                </c:pt>
                <c:pt idx="4580">
                  <c:v>-2043378</c:v>
                </c:pt>
                <c:pt idx="4581">
                  <c:v>-2100194</c:v>
                </c:pt>
                <c:pt idx="4582">
                  <c:v>-1976950</c:v>
                </c:pt>
                <c:pt idx="4583">
                  <c:v>-1986485</c:v>
                </c:pt>
                <c:pt idx="4584">
                  <c:v>-1922431</c:v>
                </c:pt>
                <c:pt idx="4585">
                  <c:v>-1959716</c:v>
                </c:pt>
                <c:pt idx="4586">
                  <c:v>-2022843</c:v>
                </c:pt>
                <c:pt idx="4587">
                  <c:v>-1867315</c:v>
                </c:pt>
                <c:pt idx="4588">
                  <c:v>-2018737</c:v>
                </c:pt>
                <c:pt idx="4589">
                  <c:v>-1880397</c:v>
                </c:pt>
                <c:pt idx="4590">
                  <c:v>-1936740</c:v>
                </c:pt>
                <c:pt idx="4591">
                  <c:v>-1941635</c:v>
                </c:pt>
                <c:pt idx="4592">
                  <c:v>-1933354</c:v>
                </c:pt>
                <c:pt idx="4593">
                  <c:v>-1986701</c:v>
                </c:pt>
                <c:pt idx="4594">
                  <c:v>-1998164</c:v>
                </c:pt>
                <c:pt idx="4595">
                  <c:v>-2022320</c:v>
                </c:pt>
                <c:pt idx="4596">
                  <c:v>-1927391</c:v>
                </c:pt>
                <c:pt idx="4597">
                  <c:v>-1986134</c:v>
                </c:pt>
                <c:pt idx="4598">
                  <c:v>-2081293</c:v>
                </c:pt>
                <c:pt idx="4599">
                  <c:v>-1965921</c:v>
                </c:pt>
                <c:pt idx="4600">
                  <c:v>-1986706</c:v>
                </c:pt>
                <c:pt idx="4601">
                  <c:v>-2042713</c:v>
                </c:pt>
                <c:pt idx="4602">
                  <c:v>-2041962</c:v>
                </c:pt>
                <c:pt idx="4603">
                  <c:v>-1945436</c:v>
                </c:pt>
                <c:pt idx="4604">
                  <c:v>-1908780</c:v>
                </c:pt>
                <c:pt idx="4605">
                  <c:v>-2048942</c:v>
                </c:pt>
                <c:pt idx="4606">
                  <c:v>-1908664</c:v>
                </c:pt>
                <c:pt idx="4607">
                  <c:v>-1913564</c:v>
                </c:pt>
                <c:pt idx="4608">
                  <c:v>-2000699</c:v>
                </c:pt>
                <c:pt idx="4609">
                  <c:v>-1988166</c:v>
                </c:pt>
                <c:pt idx="4610">
                  <c:v>-1993907</c:v>
                </c:pt>
                <c:pt idx="4611">
                  <c:v>-1906965</c:v>
                </c:pt>
                <c:pt idx="4612">
                  <c:v>-1943797</c:v>
                </c:pt>
                <c:pt idx="4613">
                  <c:v>-2032083</c:v>
                </c:pt>
                <c:pt idx="4614">
                  <c:v>-2063960</c:v>
                </c:pt>
                <c:pt idx="4615">
                  <c:v>-2045638</c:v>
                </c:pt>
                <c:pt idx="4616">
                  <c:v>-1896661</c:v>
                </c:pt>
                <c:pt idx="4617">
                  <c:v>-1976450</c:v>
                </c:pt>
                <c:pt idx="4618">
                  <c:v>-2021133</c:v>
                </c:pt>
                <c:pt idx="4619">
                  <c:v>-2006452</c:v>
                </c:pt>
                <c:pt idx="4620">
                  <c:v>-1978500</c:v>
                </c:pt>
                <c:pt idx="4621">
                  <c:v>-1989626</c:v>
                </c:pt>
                <c:pt idx="4622">
                  <c:v>-1996472</c:v>
                </c:pt>
                <c:pt idx="4623">
                  <c:v>-1950739</c:v>
                </c:pt>
                <c:pt idx="4624">
                  <c:v>-1852229</c:v>
                </c:pt>
                <c:pt idx="4625">
                  <c:v>-2074606</c:v>
                </c:pt>
                <c:pt idx="4626">
                  <c:v>-2030047</c:v>
                </c:pt>
                <c:pt idx="4627">
                  <c:v>-1910104</c:v>
                </c:pt>
                <c:pt idx="4628">
                  <c:v>-1997119</c:v>
                </c:pt>
                <c:pt idx="4629">
                  <c:v>-2039071</c:v>
                </c:pt>
                <c:pt idx="4630">
                  <c:v>-1924306</c:v>
                </c:pt>
                <c:pt idx="4631">
                  <c:v>-1949717</c:v>
                </c:pt>
                <c:pt idx="4632">
                  <c:v>-1912306</c:v>
                </c:pt>
                <c:pt idx="4633">
                  <c:v>-2006402</c:v>
                </c:pt>
                <c:pt idx="4634">
                  <c:v>-2075511</c:v>
                </c:pt>
                <c:pt idx="4635">
                  <c:v>-1976486</c:v>
                </c:pt>
                <c:pt idx="4636">
                  <c:v>-1991553</c:v>
                </c:pt>
                <c:pt idx="4637">
                  <c:v>-1971719</c:v>
                </c:pt>
                <c:pt idx="4638">
                  <c:v>-2004591</c:v>
                </c:pt>
                <c:pt idx="4639">
                  <c:v>-2008623</c:v>
                </c:pt>
                <c:pt idx="4640">
                  <c:v>-2031746</c:v>
                </c:pt>
                <c:pt idx="4641">
                  <c:v>-1900258</c:v>
                </c:pt>
                <c:pt idx="4642">
                  <c:v>-2033546</c:v>
                </c:pt>
                <c:pt idx="4643">
                  <c:v>-2003247</c:v>
                </c:pt>
                <c:pt idx="4644">
                  <c:v>-2057105</c:v>
                </c:pt>
                <c:pt idx="4645">
                  <c:v>-1985715</c:v>
                </c:pt>
                <c:pt idx="4646">
                  <c:v>-2013860</c:v>
                </c:pt>
                <c:pt idx="4647">
                  <c:v>-2016152</c:v>
                </c:pt>
                <c:pt idx="4648">
                  <c:v>-2028202</c:v>
                </c:pt>
                <c:pt idx="4649">
                  <c:v>-1923922</c:v>
                </c:pt>
                <c:pt idx="4650">
                  <c:v>-1901312</c:v>
                </c:pt>
                <c:pt idx="4651">
                  <c:v>-2012702</c:v>
                </c:pt>
                <c:pt idx="4652">
                  <c:v>-1962492</c:v>
                </c:pt>
                <c:pt idx="4653">
                  <c:v>-2035909</c:v>
                </c:pt>
                <c:pt idx="4654">
                  <c:v>-1934231</c:v>
                </c:pt>
                <c:pt idx="4655">
                  <c:v>-1965423</c:v>
                </c:pt>
                <c:pt idx="4656">
                  <c:v>-1934204</c:v>
                </c:pt>
                <c:pt idx="4657">
                  <c:v>-1922245</c:v>
                </c:pt>
                <c:pt idx="4658">
                  <c:v>-1917442</c:v>
                </c:pt>
                <c:pt idx="4659">
                  <c:v>-2014086</c:v>
                </c:pt>
                <c:pt idx="4660">
                  <c:v>-1997943</c:v>
                </c:pt>
                <c:pt idx="4661">
                  <c:v>-1937151</c:v>
                </c:pt>
                <c:pt idx="4662">
                  <c:v>-1998777</c:v>
                </c:pt>
                <c:pt idx="4663">
                  <c:v>-2053497</c:v>
                </c:pt>
                <c:pt idx="4664">
                  <c:v>-1898486</c:v>
                </c:pt>
                <c:pt idx="4665">
                  <c:v>-1928649</c:v>
                </c:pt>
                <c:pt idx="4666">
                  <c:v>-1982037</c:v>
                </c:pt>
                <c:pt idx="4667">
                  <c:v>-2036238</c:v>
                </c:pt>
                <c:pt idx="4668">
                  <c:v>-2017060</c:v>
                </c:pt>
                <c:pt idx="4669">
                  <c:v>-2016294</c:v>
                </c:pt>
                <c:pt idx="4670">
                  <c:v>-2025859</c:v>
                </c:pt>
                <c:pt idx="4671">
                  <c:v>-1950575</c:v>
                </c:pt>
                <c:pt idx="4672">
                  <c:v>-1972793</c:v>
                </c:pt>
                <c:pt idx="4673">
                  <c:v>-1933098</c:v>
                </c:pt>
                <c:pt idx="4674">
                  <c:v>-1955379</c:v>
                </c:pt>
                <c:pt idx="4675">
                  <c:v>-2049772</c:v>
                </c:pt>
                <c:pt idx="4676">
                  <c:v>-1923572</c:v>
                </c:pt>
                <c:pt idx="4677">
                  <c:v>-1991342</c:v>
                </c:pt>
                <c:pt idx="4678">
                  <c:v>-2012529</c:v>
                </c:pt>
                <c:pt idx="4679">
                  <c:v>-2034880</c:v>
                </c:pt>
                <c:pt idx="4680">
                  <c:v>-2006087</c:v>
                </c:pt>
                <c:pt idx="4681">
                  <c:v>-1899845</c:v>
                </c:pt>
                <c:pt idx="4682">
                  <c:v>-2018451</c:v>
                </c:pt>
                <c:pt idx="4683">
                  <c:v>-1929164</c:v>
                </c:pt>
                <c:pt idx="4684">
                  <c:v>-2012118</c:v>
                </c:pt>
                <c:pt idx="4685">
                  <c:v>-1962702</c:v>
                </c:pt>
                <c:pt idx="4686">
                  <c:v>-2013684</c:v>
                </c:pt>
                <c:pt idx="4687">
                  <c:v>-1961139</c:v>
                </c:pt>
                <c:pt idx="4688">
                  <c:v>-1943454</c:v>
                </c:pt>
                <c:pt idx="4689">
                  <c:v>-1920127</c:v>
                </c:pt>
                <c:pt idx="4690">
                  <c:v>-1987420</c:v>
                </c:pt>
                <c:pt idx="4691">
                  <c:v>-1996319</c:v>
                </c:pt>
                <c:pt idx="4692">
                  <c:v>-1832162</c:v>
                </c:pt>
                <c:pt idx="4693">
                  <c:v>-1954283</c:v>
                </c:pt>
                <c:pt idx="4694">
                  <c:v>-1949080</c:v>
                </c:pt>
                <c:pt idx="4695">
                  <c:v>-1933587</c:v>
                </c:pt>
                <c:pt idx="4696">
                  <c:v>-1964107</c:v>
                </c:pt>
                <c:pt idx="4697">
                  <c:v>-2020729</c:v>
                </c:pt>
                <c:pt idx="4698">
                  <c:v>-1970110</c:v>
                </c:pt>
                <c:pt idx="4699">
                  <c:v>-1890743</c:v>
                </c:pt>
                <c:pt idx="4700">
                  <c:v>-1954158</c:v>
                </c:pt>
                <c:pt idx="4701">
                  <c:v>-2072963</c:v>
                </c:pt>
                <c:pt idx="4702">
                  <c:v>-2007793</c:v>
                </c:pt>
                <c:pt idx="4703">
                  <c:v>-1974917</c:v>
                </c:pt>
                <c:pt idx="4704">
                  <c:v>-1908602</c:v>
                </c:pt>
                <c:pt idx="4705">
                  <c:v>-1965410</c:v>
                </c:pt>
                <c:pt idx="4706">
                  <c:v>-1970926</c:v>
                </c:pt>
                <c:pt idx="4707">
                  <c:v>-1951613</c:v>
                </c:pt>
                <c:pt idx="4708">
                  <c:v>-1851823</c:v>
                </c:pt>
                <c:pt idx="4709">
                  <c:v>-2065338</c:v>
                </c:pt>
                <c:pt idx="4710">
                  <c:v>-1996540</c:v>
                </c:pt>
                <c:pt idx="4711">
                  <c:v>-2015988</c:v>
                </c:pt>
                <c:pt idx="4712">
                  <c:v>-2075532</c:v>
                </c:pt>
                <c:pt idx="4713">
                  <c:v>-1917368</c:v>
                </c:pt>
                <c:pt idx="4714">
                  <c:v>-1870591</c:v>
                </c:pt>
                <c:pt idx="4715">
                  <c:v>-1930896</c:v>
                </c:pt>
                <c:pt idx="4716">
                  <c:v>-1933721</c:v>
                </c:pt>
                <c:pt idx="4717">
                  <c:v>-1987057</c:v>
                </c:pt>
                <c:pt idx="4718">
                  <c:v>-1956953</c:v>
                </c:pt>
                <c:pt idx="4719">
                  <c:v>-2053098</c:v>
                </c:pt>
                <c:pt idx="4720">
                  <c:v>-1884512</c:v>
                </c:pt>
                <c:pt idx="4721">
                  <c:v>-1993011</c:v>
                </c:pt>
                <c:pt idx="4722">
                  <c:v>-1959557</c:v>
                </c:pt>
                <c:pt idx="4723">
                  <c:v>-1997720</c:v>
                </c:pt>
                <c:pt idx="4724">
                  <c:v>-1880144</c:v>
                </c:pt>
                <c:pt idx="4725">
                  <c:v>-1926891</c:v>
                </c:pt>
                <c:pt idx="4726">
                  <c:v>-2084758</c:v>
                </c:pt>
                <c:pt idx="4727">
                  <c:v>-1972221</c:v>
                </c:pt>
                <c:pt idx="4728">
                  <c:v>-1929458</c:v>
                </c:pt>
                <c:pt idx="4729">
                  <c:v>-1959032</c:v>
                </c:pt>
                <c:pt idx="4730">
                  <c:v>-1918253</c:v>
                </c:pt>
                <c:pt idx="4731">
                  <c:v>-2007110</c:v>
                </c:pt>
                <c:pt idx="4732">
                  <c:v>-2005923</c:v>
                </c:pt>
                <c:pt idx="4733">
                  <c:v>-1960847</c:v>
                </c:pt>
                <c:pt idx="4734">
                  <c:v>-1963469</c:v>
                </c:pt>
                <c:pt idx="4735">
                  <c:v>-2006273</c:v>
                </c:pt>
                <c:pt idx="4736">
                  <c:v>-1964510</c:v>
                </c:pt>
                <c:pt idx="4737">
                  <c:v>-2025824</c:v>
                </c:pt>
                <c:pt idx="4738">
                  <c:v>-1985633</c:v>
                </c:pt>
                <c:pt idx="4739">
                  <c:v>-2019929</c:v>
                </c:pt>
                <c:pt idx="4740">
                  <c:v>-1933831</c:v>
                </c:pt>
                <c:pt idx="4741">
                  <c:v>-1994797</c:v>
                </c:pt>
                <c:pt idx="4742">
                  <c:v>-1920732</c:v>
                </c:pt>
                <c:pt idx="4743">
                  <c:v>-2016163</c:v>
                </c:pt>
                <c:pt idx="4744">
                  <c:v>-1970669</c:v>
                </c:pt>
                <c:pt idx="4745">
                  <c:v>-1923435</c:v>
                </c:pt>
                <c:pt idx="4746">
                  <c:v>-1952907</c:v>
                </c:pt>
                <c:pt idx="4747">
                  <c:v>-1922036</c:v>
                </c:pt>
                <c:pt idx="4748">
                  <c:v>-1869643</c:v>
                </c:pt>
                <c:pt idx="4749">
                  <c:v>-1987287</c:v>
                </c:pt>
                <c:pt idx="4750">
                  <c:v>-1971744</c:v>
                </c:pt>
                <c:pt idx="4751">
                  <c:v>-1938526</c:v>
                </c:pt>
                <c:pt idx="4752">
                  <c:v>-1965221</c:v>
                </c:pt>
                <c:pt idx="4753">
                  <c:v>-1997673</c:v>
                </c:pt>
                <c:pt idx="4754">
                  <c:v>-1996470</c:v>
                </c:pt>
                <c:pt idx="4755">
                  <c:v>-1933703</c:v>
                </c:pt>
                <c:pt idx="4756">
                  <c:v>-1972116</c:v>
                </c:pt>
                <c:pt idx="4757">
                  <c:v>-2027461</c:v>
                </c:pt>
                <c:pt idx="4758">
                  <c:v>-1936755</c:v>
                </c:pt>
                <c:pt idx="4759">
                  <c:v>-2032902</c:v>
                </c:pt>
                <c:pt idx="4760">
                  <c:v>-2009102</c:v>
                </c:pt>
                <c:pt idx="4761">
                  <c:v>-2028140</c:v>
                </c:pt>
                <c:pt idx="4762">
                  <c:v>-2037490</c:v>
                </c:pt>
                <c:pt idx="4763">
                  <c:v>-2066028</c:v>
                </c:pt>
                <c:pt idx="4764">
                  <c:v>-1863608</c:v>
                </c:pt>
                <c:pt idx="4765">
                  <c:v>-1866144</c:v>
                </c:pt>
                <c:pt idx="4766">
                  <c:v>-1905372</c:v>
                </c:pt>
                <c:pt idx="4767">
                  <c:v>-2100782</c:v>
                </c:pt>
                <c:pt idx="4768">
                  <c:v>-1951991</c:v>
                </c:pt>
                <c:pt idx="4769">
                  <c:v>-2029595</c:v>
                </c:pt>
                <c:pt idx="4770">
                  <c:v>-1988948</c:v>
                </c:pt>
                <c:pt idx="4771">
                  <c:v>-1996677</c:v>
                </c:pt>
                <c:pt idx="4772">
                  <c:v>-2043999</c:v>
                </c:pt>
                <c:pt idx="4773">
                  <c:v>-2076481</c:v>
                </c:pt>
                <c:pt idx="4774">
                  <c:v>-1930029</c:v>
                </c:pt>
                <c:pt idx="4775">
                  <c:v>-1922362</c:v>
                </c:pt>
                <c:pt idx="4776">
                  <c:v>-2055911</c:v>
                </c:pt>
                <c:pt idx="4777">
                  <c:v>-2066454</c:v>
                </c:pt>
                <c:pt idx="4778">
                  <c:v>-1931909</c:v>
                </c:pt>
                <c:pt idx="4779">
                  <c:v>-2060486</c:v>
                </c:pt>
                <c:pt idx="4780">
                  <c:v>-1931300</c:v>
                </c:pt>
                <c:pt idx="4781">
                  <c:v>-1868811</c:v>
                </c:pt>
                <c:pt idx="4782">
                  <c:v>-1894510</c:v>
                </c:pt>
                <c:pt idx="4783">
                  <c:v>-1951520</c:v>
                </c:pt>
                <c:pt idx="4784">
                  <c:v>-2026581</c:v>
                </c:pt>
                <c:pt idx="4785">
                  <c:v>-1959393</c:v>
                </c:pt>
                <c:pt idx="4786">
                  <c:v>-2026616</c:v>
                </c:pt>
                <c:pt idx="4787">
                  <c:v>-1969362</c:v>
                </c:pt>
                <c:pt idx="4788">
                  <c:v>-1957874</c:v>
                </c:pt>
                <c:pt idx="4789">
                  <c:v>-2009207</c:v>
                </c:pt>
                <c:pt idx="4790">
                  <c:v>-1895112</c:v>
                </c:pt>
                <c:pt idx="4791">
                  <c:v>-2027621</c:v>
                </c:pt>
                <c:pt idx="4792">
                  <c:v>-1988932</c:v>
                </c:pt>
                <c:pt idx="4793">
                  <c:v>-1998390</c:v>
                </c:pt>
                <c:pt idx="4794">
                  <c:v>-1941019</c:v>
                </c:pt>
                <c:pt idx="4795">
                  <c:v>-1966866</c:v>
                </c:pt>
                <c:pt idx="4796">
                  <c:v>-2029096</c:v>
                </c:pt>
                <c:pt idx="4797">
                  <c:v>-2010433</c:v>
                </c:pt>
                <c:pt idx="4798">
                  <c:v>-1922886</c:v>
                </c:pt>
                <c:pt idx="4799">
                  <c:v>-1899445</c:v>
                </c:pt>
                <c:pt idx="4800">
                  <c:v>-2000793</c:v>
                </c:pt>
                <c:pt idx="4801">
                  <c:v>-2023005</c:v>
                </c:pt>
                <c:pt idx="4802">
                  <c:v>-1998830</c:v>
                </c:pt>
                <c:pt idx="4803">
                  <c:v>-1884629</c:v>
                </c:pt>
                <c:pt idx="4804">
                  <c:v>-2031472</c:v>
                </c:pt>
                <c:pt idx="4805">
                  <c:v>-1896875</c:v>
                </c:pt>
                <c:pt idx="4806">
                  <c:v>-1919869</c:v>
                </c:pt>
                <c:pt idx="4807">
                  <c:v>-1960377</c:v>
                </c:pt>
                <c:pt idx="4808">
                  <c:v>-1915809</c:v>
                </c:pt>
                <c:pt idx="4809">
                  <c:v>-1911410</c:v>
                </c:pt>
                <c:pt idx="4810">
                  <c:v>-2019344</c:v>
                </c:pt>
                <c:pt idx="4811">
                  <c:v>-1931121</c:v>
                </c:pt>
                <c:pt idx="4812">
                  <c:v>-1968423</c:v>
                </c:pt>
                <c:pt idx="4813">
                  <c:v>-2052396</c:v>
                </c:pt>
                <c:pt idx="4814">
                  <c:v>-1897370</c:v>
                </c:pt>
                <c:pt idx="4815">
                  <c:v>-1951741</c:v>
                </c:pt>
                <c:pt idx="4816">
                  <c:v>-2012141</c:v>
                </c:pt>
                <c:pt idx="4817">
                  <c:v>-2095130</c:v>
                </c:pt>
                <c:pt idx="4818">
                  <c:v>-1985154</c:v>
                </c:pt>
                <c:pt idx="4819">
                  <c:v>-1895260</c:v>
                </c:pt>
                <c:pt idx="4820">
                  <c:v>-2025964</c:v>
                </c:pt>
                <c:pt idx="4821">
                  <c:v>-1982968</c:v>
                </c:pt>
                <c:pt idx="4822">
                  <c:v>-2039679</c:v>
                </c:pt>
                <c:pt idx="4823">
                  <c:v>-1902626</c:v>
                </c:pt>
                <c:pt idx="4824">
                  <c:v>-1886175</c:v>
                </c:pt>
                <c:pt idx="4825">
                  <c:v>-1991763</c:v>
                </c:pt>
                <c:pt idx="4826">
                  <c:v>-1990432</c:v>
                </c:pt>
                <c:pt idx="4827">
                  <c:v>-1971871</c:v>
                </c:pt>
                <c:pt idx="4828">
                  <c:v>-2000851</c:v>
                </c:pt>
                <c:pt idx="4829">
                  <c:v>-1988586</c:v>
                </c:pt>
                <c:pt idx="4830">
                  <c:v>-1965180</c:v>
                </c:pt>
                <c:pt idx="4831">
                  <c:v>-2047418</c:v>
                </c:pt>
                <c:pt idx="4832">
                  <c:v>-1902115</c:v>
                </c:pt>
                <c:pt idx="4833">
                  <c:v>-1922443</c:v>
                </c:pt>
                <c:pt idx="4834">
                  <c:v>-1981025</c:v>
                </c:pt>
                <c:pt idx="4835">
                  <c:v>-1893719</c:v>
                </c:pt>
                <c:pt idx="4836">
                  <c:v>-1942499</c:v>
                </c:pt>
                <c:pt idx="4837">
                  <c:v>-1998608</c:v>
                </c:pt>
                <c:pt idx="4838">
                  <c:v>-2018327</c:v>
                </c:pt>
                <c:pt idx="4839">
                  <c:v>-2043343</c:v>
                </c:pt>
                <c:pt idx="4840">
                  <c:v>-1982920</c:v>
                </c:pt>
                <c:pt idx="4841">
                  <c:v>-2010726</c:v>
                </c:pt>
                <c:pt idx="4842">
                  <c:v>-1931290</c:v>
                </c:pt>
                <c:pt idx="4843">
                  <c:v>-1893334</c:v>
                </c:pt>
                <c:pt idx="4844">
                  <c:v>-1985095</c:v>
                </c:pt>
                <c:pt idx="4845">
                  <c:v>-1980679</c:v>
                </c:pt>
                <c:pt idx="4846">
                  <c:v>-1970891</c:v>
                </c:pt>
                <c:pt idx="4847">
                  <c:v>-1981733</c:v>
                </c:pt>
                <c:pt idx="4848">
                  <c:v>-2000618</c:v>
                </c:pt>
                <c:pt idx="4849">
                  <c:v>-1969981</c:v>
                </c:pt>
                <c:pt idx="4850">
                  <c:v>-2002768</c:v>
                </c:pt>
                <c:pt idx="4851">
                  <c:v>-1943613</c:v>
                </c:pt>
                <c:pt idx="4852">
                  <c:v>-1965664</c:v>
                </c:pt>
                <c:pt idx="4853">
                  <c:v>-1965254</c:v>
                </c:pt>
                <c:pt idx="4854">
                  <c:v>-1885560</c:v>
                </c:pt>
                <c:pt idx="4855">
                  <c:v>-1945039</c:v>
                </c:pt>
                <c:pt idx="4856">
                  <c:v>-2000793</c:v>
                </c:pt>
                <c:pt idx="4857">
                  <c:v>-1927985</c:v>
                </c:pt>
                <c:pt idx="4858">
                  <c:v>-1946038</c:v>
                </c:pt>
                <c:pt idx="4859">
                  <c:v>-1976679</c:v>
                </c:pt>
                <c:pt idx="4860">
                  <c:v>-2057687</c:v>
                </c:pt>
                <c:pt idx="4861">
                  <c:v>-1956906</c:v>
                </c:pt>
                <c:pt idx="4862">
                  <c:v>-1921267</c:v>
                </c:pt>
                <c:pt idx="4863">
                  <c:v>-2049512</c:v>
                </c:pt>
                <c:pt idx="4864">
                  <c:v>-2006823</c:v>
                </c:pt>
                <c:pt idx="4865">
                  <c:v>-1934123</c:v>
                </c:pt>
                <c:pt idx="4866">
                  <c:v>-1970977</c:v>
                </c:pt>
                <c:pt idx="4867">
                  <c:v>-2013667</c:v>
                </c:pt>
                <c:pt idx="4868">
                  <c:v>-1813853</c:v>
                </c:pt>
                <c:pt idx="4869">
                  <c:v>-2002662</c:v>
                </c:pt>
                <c:pt idx="4870">
                  <c:v>-1933228</c:v>
                </c:pt>
                <c:pt idx="4871">
                  <c:v>-1914284</c:v>
                </c:pt>
                <c:pt idx="4872">
                  <c:v>-2011592</c:v>
                </c:pt>
                <c:pt idx="4873">
                  <c:v>-1945317</c:v>
                </c:pt>
                <c:pt idx="4874">
                  <c:v>-1943652</c:v>
                </c:pt>
                <c:pt idx="4875">
                  <c:v>-2000641</c:v>
                </c:pt>
                <c:pt idx="4876">
                  <c:v>-1982655</c:v>
                </c:pt>
                <c:pt idx="4877">
                  <c:v>-1945401</c:v>
                </c:pt>
                <c:pt idx="4878">
                  <c:v>-1957240</c:v>
                </c:pt>
                <c:pt idx="4879">
                  <c:v>-2063433</c:v>
                </c:pt>
                <c:pt idx="4880">
                  <c:v>-1887849</c:v>
                </c:pt>
                <c:pt idx="4881">
                  <c:v>-1982994</c:v>
                </c:pt>
                <c:pt idx="4882">
                  <c:v>-2073707</c:v>
                </c:pt>
                <c:pt idx="4883">
                  <c:v>-1874440</c:v>
                </c:pt>
                <c:pt idx="4884">
                  <c:v>-1951998</c:v>
                </c:pt>
                <c:pt idx="4885">
                  <c:v>-1963318</c:v>
                </c:pt>
                <c:pt idx="4886">
                  <c:v>-1865325</c:v>
                </c:pt>
                <c:pt idx="4887">
                  <c:v>-1997113</c:v>
                </c:pt>
                <c:pt idx="4888">
                  <c:v>-1937011</c:v>
                </c:pt>
                <c:pt idx="4889">
                  <c:v>-1939451</c:v>
                </c:pt>
                <c:pt idx="4890">
                  <c:v>-2035593</c:v>
                </c:pt>
                <c:pt idx="4891">
                  <c:v>-1964591</c:v>
                </c:pt>
                <c:pt idx="4892">
                  <c:v>-2031564</c:v>
                </c:pt>
                <c:pt idx="4893">
                  <c:v>-2022794</c:v>
                </c:pt>
                <c:pt idx="4894">
                  <c:v>-1966213</c:v>
                </c:pt>
                <c:pt idx="4895">
                  <c:v>-1946564</c:v>
                </c:pt>
                <c:pt idx="4896">
                  <c:v>-1905651</c:v>
                </c:pt>
                <c:pt idx="4897">
                  <c:v>-2028574</c:v>
                </c:pt>
                <c:pt idx="4898">
                  <c:v>-2042185</c:v>
                </c:pt>
                <c:pt idx="4899">
                  <c:v>-1934985</c:v>
                </c:pt>
                <c:pt idx="4900">
                  <c:v>-2029385</c:v>
                </c:pt>
                <c:pt idx="4901">
                  <c:v>-2002230</c:v>
                </c:pt>
                <c:pt idx="4902">
                  <c:v>-2023790</c:v>
                </c:pt>
                <c:pt idx="4903">
                  <c:v>-1871930</c:v>
                </c:pt>
                <c:pt idx="4904">
                  <c:v>-1877948</c:v>
                </c:pt>
                <c:pt idx="4905">
                  <c:v>-1893689</c:v>
                </c:pt>
                <c:pt idx="4906">
                  <c:v>-1985947</c:v>
                </c:pt>
                <c:pt idx="4907">
                  <c:v>-2003445</c:v>
                </c:pt>
                <c:pt idx="4908">
                  <c:v>-1978551</c:v>
                </c:pt>
                <c:pt idx="4909">
                  <c:v>-1929464</c:v>
                </c:pt>
                <c:pt idx="4910">
                  <c:v>-1980259</c:v>
                </c:pt>
                <c:pt idx="4911">
                  <c:v>-1924481</c:v>
                </c:pt>
                <c:pt idx="4912">
                  <c:v>-2004887</c:v>
                </c:pt>
                <c:pt idx="4913">
                  <c:v>-2053279</c:v>
                </c:pt>
                <c:pt idx="4914">
                  <c:v>-1930151</c:v>
                </c:pt>
                <c:pt idx="4915">
                  <c:v>-2013801</c:v>
                </c:pt>
                <c:pt idx="4916">
                  <c:v>-1985500</c:v>
                </c:pt>
                <c:pt idx="4917">
                  <c:v>-1949223</c:v>
                </c:pt>
                <c:pt idx="4918">
                  <c:v>-1922711</c:v>
                </c:pt>
                <c:pt idx="4919">
                  <c:v>-2025616</c:v>
                </c:pt>
                <c:pt idx="4920">
                  <c:v>-2012433</c:v>
                </c:pt>
                <c:pt idx="4921">
                  <c:v>-1991213</c:v>
                </c:pt>
                <c:pt idx="4922">
                  <c:v>-1970354</c:v>
                </c:pt>
                <c:pt idx="4923">
                  <c:v>-1920371</c:v>
                </c:pt>
                <c:pt idx="4924">
                  <c:v>-1887638</c:v>
                </c:pt>
                <c:pt idx="4925">
                  <c:v>-1942761</c:v>
                </c:pt>
                <c:pt idx="4926">
                  <c:v>-1987417</c:v>
                </c:pt>
                <c:pt idx="4927">
                  <c:v>-1975505</c:v>
                </c:pt>
                <c:pt idx="4928">
                  <c:v>-1977419</c:v>
                </c:pt>
                <c:pt idx="4929">
                  <c:v>-1912504</c:v>
                </c:pt>
                <c:pt idx="4930">
                  <c:v>-2026210</c:v>
                </c:pt>
                <c:pt idx="4931">
                  <c:v>-2017730</c:v>
                </c:pt>
                <c:pt idx="4932">
                  <c:v>-1975488</c:v>
                </c:pt>
                <c:pt idx="4933">
                  <c:v>-1991425</c:v>
                </c:pt>
                <c:pt idx="4934">
                  <c:v>-2016502</c:v>
                </c:pt>
                <c:pt idx="4935">
                  <c:v>-1986718</c:v>
                </c:pt>
                <c:pt idx="4936">
                  <c:v>-1998164</c:v>
                </c:pt>
                <c:pt idx="4937">
                  <c:v>-1922798</c:v>
                </c:pt>
                <c:pt idx="4938">
                  <c:v>-1896254</c:v>
                </c:pt>
                <c:pt idx="4939">
                  <c:v>-1999873</c:v>
                </c:pt>
                <c:pt idx="4940">
                  <c:v>-1978826</c:v>
                </c:pt>
                <c:pt idx="4941">
                  <c:v>-1885329</c:v>
                </c:pt>
                <c:pt idx="4942">
                  <c:v>-2013988</c:v>
                </c:pt>
                <c:pt idx="4943">
                  <c:v>-1908908</c:v>
                </c:pt>
                <c:pt idx="4944">
                  <c:v>-1980412</c:v>
                </c:pt>
                <c:pt idx="4945">
                  <c:v>-2008078</c:v>
                </c:pt>
                <c:pt idx="4946">
                  <c:v>-1977624</c:v>
                </c:pt>
                <c:pt idx="4947">
                  <c:v>-1935672</c:v>
                </c:pt>
                <c:pt idx="4948">
                  <c:v>-1962737</c:v>
                </c:pt>
                <c:pt idx="4949">
                  <c:v>-2076340</c:v>
                </c:pt>
                <c:pt idx="4950">
                  <c:v>-1987909</c:v>
                </c:pt>
                <c:pt idx="4951">
                  <c:v>-1924422</c:v>
                </c:pt>
                <c:pt idx="4952">
                  <c:v>-2021788</c:v>
                </c:pt>
                <c:pt idx="4953">
                  <c:v>-1966843</c:v>
                </c:pt>
                <c:pt idx="4954">
                  <c:v>-1949759</c:v>
                </c:pt>
                <c:pt idx="4955">
                  <c:v>-1877546</c:v>
                </c:pt>
                <c:pt idx="4956">
                  <c:v>-1897812</c:v>
                </c:pt>
                <c:pt idx="4957">
                  <c:v>-1939004</c:v>
                </c:pt>
                <c:pt idx="4958">
                  <c:v>-2029158</c:v>
                </c:pt>
                <c:pt idx="4959">
                  <c:v>-1929476</c:v>
                </c:pt>
                <c:pt idx="4960">
                  <c:v>-1990899</c:v>
                </c:pt>
                <c:pt idx="4961">
                  <c:v>-2087431</c:v>
                </c:pt>
                <c:pt idx="4962">
                  <c:v>-1998094</c:v>
                </c:pt>
                <c:pt idx="4963">
                  <c:v>-2040504</c:v>
                </c:pt>
                <c:pt idx="4964">
                  <c:v>-1985095</c:v>
                </c:pt>
                <c:pt idx="4965">
                  <c:v>-1977418</c:v>
                </c:pt>
                <c:pt idx="4966">
                  <c:v>-2012487</c:v>
                </c:pt>
                <c:pt idx="4967">
                  <c:v>-1985469</c:v>
                </c:pt>
                <c:pt idx="4968">
                  <c:v>-1943391</c:v>
                </c:pt>
                <c:pt idx="4969">
                  <c:v>-2051283</c:v>
                </c:pt>
                <c:pt idx="4970">
                  <c:v>-1988573</c:v>
                </c:pt>
                <c:pt idx="4971">
                  <c:v>-2016262</c:v>
                </c:pt>
                <c:pt idx="4972">
                  <c:v>-1960521</c:v>
                </c:pt>
                <c:pt idx="4973">
                  <c:v>-1924527</c:v>
                </c:pt>
                <c:pt idx="4974">
                  <c:v>-1896036</c:v>
                </c:pt>
                <c:pt idx="4975">
                  <c:v>-1969099</c:v>
                </c:pt>
                <c:pt idx="4976">
                  <c:v>-1976469</c:v>
                </c:pt>
                <c:pt idx="4977">
                  <c:v>-1994349</c:v>
                </c:pt>
                <c:pt idx="4978">
                  <c:v>-2035734</c:v>
                </c:pt>
                <c:pt idx="4979">
                  <c:v>-1969203</c:v>
                </c:pt>
                <c:pt idx="4980">
                  <c:v>-1964848</c:v>
                </c:pt>
                <c:pt idx="4981">
                  <c:v>-1919207</c:v>
                </c:pt>
                <c:pt idx="4982">
                  <c:v>-1990455</c:v>
                </c:pt>
                <c:pt idx="4983">
                  <c:v>-2019332</c:v>
                </c:pt>
                <c:pt idx="4984">
                  <c:v>-1928835</c:v>
                </c:pt>
                <c:pt idx="4985">
                  <c:v>-2044573</c:v>
                </c:pt>
                <c:pt idx="4986">
                  <c:v>-2048964</c:v>
                </c:pt>
                <c:pt idx="4987">
                  <c:v>-2002230</c:v>
                </c:pt>
                <c:pt idx="4988">
                  <c:v>-1967694</c:v>
                </c:pt>
                <c:pt idx="4989">
                  <c:v>-2014257</c:v>
                </c:pt>
                <c:pt idx="4990">
                  <c:v>-1995674</c:v>
                </c:pt>
                <c:pt idx="4991">
                  <c:v>-2024993</c:v>
                </c:pt>
                <c:pt idx="4992">
                  <c:v>-1994449</c:v>
                </c:pt>
                <c:pt idx="4993">
                  <c:v>-1897854</c:v>
                </c:pt>
                <c:pt idx="4994">
                  <c:v>-1862306</c:v>
                </c:pt>
                <c:pt idx="4995">
                  <c:v>-2082883</c:v>
                </c:pt>
                <c:pt idx="4996">
                  <c:v>-2000431</c:v>
                </c:pt>
                <c:pt idx="4997">
                  <c:v>-2058816</c:v>
                </c:pt>
                <c:pt idx="4998">
                  <c:v>-2047241</c:v>
                </c:pt>
                <c:pt idx="4999">
                  <c:v>-1910721</c:v>
                </c:pt>
                <c:pt idx="5000">
                  <c:v>-1977612</c:v>
                </c:pt>
                <c:pt idx="5001">
                  <c:v>-2026046</c:v>
                </c:pt>
                <c:pt idx="5002">
                  <c:v>-2019344</c:v>
                </c:pt>
                <c:pt idx="5003">
                  <c:v>-1989687</c:v>
                </c:pt>
                <c:pt idx="5004">
                  <c:v>-2024278</c:v>
                </c:pt>
                <c:pt idx="5005">
                  <c:v>-1967169</c:v>
                </c:pt>
                <c:pt idx="5006">
                  <c:v>-1877623</c:v>
                </c:pt>
                <c:pt idx="5007">
                  <c:v>-1961221</c:v>
                </c:pt>
                <c:pt idx="5008">
                  <c:v>-1919498</c:v>
                </c:pt>
                <c:pt idx="5009">
                  <c:v>-2009258</c:v>
                </c:pt>
                <c:pt idx="5010">
                  <c:v>-1927729</c:v>
                </c:pt>
                <c:pt idx="5011">
                  <c:v>-1938212</c:v>
                </c:pt>
                <c:pt idx="5012">
                  <c:v>-1983134</c:v>
                </c:pt>
                <c:pt idx="5013">
                  <c:v>-1963857</c:v>
                </c:pt>
                <c:pt idx="5014">
                  <c:v>-1900987</c:v>
                </c:pt>
                <c:pt idx="5015">
                  <c:v>-1973575</c:v>
                </c:pt>
                <c:pt idx="5016">
                  <c:v>-1959844</c:v>
                </c:pt>
                <c:pt idx="5017">
                  <c:v>-1895812</c:v>
                </c:pt>
                <c:pt idx="5018">
                  <c:v>-2033397</c:v>
                </c:pt>
                <c:pt idx="5019">
                  <c:v>-2006506</c:v>
                </c:pt>
                <c:pt idx="5020">
                  <c:v>-1994827</c:v>
                </c:pt>
                <c:pt idx="5021">
                  <c:v>-1946881</c:v>
                </c:pt>
                <c:pt idx="5022">
                  <c:v>-2014105</c:v>
                </c:pt>
                <c:pt idx="5023">
                  <c:v>-1877286</c:v>
                </c:pt>
                <c:pt idx="5024">
                  <c:v>-1939528</c:v>
                </c:pt>
                <c:pt idx="5025">
                  <c:v>-1992814</c:v>
                </c:pt>
                <c:pt idx="5026">
                  <c:v>-1949993</c:v>
                </c:pt>
                <c:pt idx="5027">
                  <c:v>-1927997</c:v>
                </c:pt>
                <c:pt idx="5028">
                  <c:v>-2021484</c:v>
                </c:pt>
                <c:pt idx="5029">
                  <c:v>-1982702</c:v>
                </c:pt>
                <c:pt idx="5030">
                  <c:v>-2019823</c:v>
                </c:pt>
                <c:pt idx="5031">
                  <c:v>-1895405</c:v>
                </c:pt>
                <c:pt idx="5032">
                  <c:v>-1994496</c:v>
                </c:pt>
                <c:pt idx="5033">
                  <c:v>-1937722</c:v>
                </c:pt>
                <c:pt idx="5034">
                  <c:v>-1986286</c:v>
                </c:pt>
                <c:pt idx="5035">
                  <c:v>-1952802</c:v>
                </c:pt>
                <c:pt idx="5036">
                  <c:v>-2077986</c:v>
                </c:pt>
                <c:pt idx="5037">
                  <c:v>-1893591</c:v>
                </c:pt>
                <c:pt idx="5038">
                  <c:v>-2032469</c:v>
                </c:pt>
                <c:pt idx="5039">
                  <c:v>-2089417</c:v>
                </c:pt>
                <c:pt idx="5040">
                  <c:v>-1851187</c:v>
                </c:pt>
                <c:pt idx="5041">
                  <c:v>-1968032</c:v>
                </c:pt>
                <c:pt idx="5042">
                  <c:v>-2017613</c:v>
                </c:pt>
                <c:pt idx="5043">
                  <c:v>-1920196</c:v>
                </c:pt>
                <c:pt idx="5044">
                  <c:v>-1934903</c:v>
                </c:pt>
                <c:pt idx="5045">
                  <c:v>-2026432</c:v>
                </c:pt>
                <c:pt idx="5046">
                  <c:v>-1970459</c:v>
                </c:pt>
                <c:pt idx="5047">
                  <c:v>-2053977</c:v>
                </c:pt>
                <c:pt idx="5048">
                  <c:v>-2023924</c:v>
                </c:pt>
                <c:pt idx="5049">
                  <c:v>-2007840</c:v>
                </c:pt>
                <c:pt idx="5050">
                  <c:v>-1917100</c:v>
                </c:pt>
                <c:pt idx="5051">
                  <c:v>-1863125</c:v>
                </c:pt>
                <c:pt idx="5052">
                  <c:v>-1966026</c:v>
                </c:pt>
                <c:pt idx="5053">
                  <c:v>-1905128</c:v>
                </c:pt>
                <c:pt idx="5054">
                  <c:v>-1925447</c:v>
                </c:pt>
                <c:pt idx="5055">
                  <c:v>-2098180</c:v>
                </c:pt>
                <c:pt idx="5056">
                  <c:v>-2007606</c:v>
                </c:pt>
                <c:pt idx="5057">
                  <c:v>-1954306</c:v>
                </c:pt>
                <c:pt idx="5058">
                  <c:v>-1968861</c:v>
                </c:pt>
                <c:pt idx="5059">
                  <c:v>-1988857</c:v>
                </c:pt>
                <c:pt idx="5060">
                  <c:v>-2049631</c:v>
                </c:pt>
                <c:pt idx="5061">
                  <c:v>-1908757</c:v>
                </c:pt>
                <c:pt idx="5062">
                  <c:v>-2002863</c:v>
                </c:pt>
                <c:pt idx="5063">
                  <c:v>-2034445</c:v>
                </c:pt>
                <c:pt idx="5064">
                  <c:v>-2013077</c:v>
                </c:pt>
                <c:pt idx="5065">
                  <c:v>-2040285</c:v>
                </c:pt>
                <c:pt idx="5066">
                  <c:v>-1897231</c:v>
                </c:pt>
                <c:pt idx="5067">
                  <c:v>-1918835</c:v>
                </c:pt>
                <c:pt idx="5068">
                  <c:v>-1904194</c:v>
                </c:pt>
                <c:pt idx="5069">
                  <c:v>-1952837</c:v>
                </c:pt>
                <c:pt idx="5070">
                  <c:v>-2004053</c:v>
                </c:pt>
                <c:pt idx="5071">
                  <c:v>-2015450</c:v>
                </c:pt>
                <c:pt idx="5072">
                  <c:v>-1992260</c:v>
                </c:pt>
                <c:pt idx="5073">
                  <c:v>-2065472</c:v>
                </c:pt>
                <c:pt idx="5074">
                  <c:v>-1877286</c:v>
                </c:pt>
                <c:pt idx="5075">
                  <c:v>-1929857</c:v>
                </c:pt>
                <c:pt idx="5076">
                  <c:v>-2023975</c:v>
                </c:pt>
                <c:pt idx="5077">
                  <c:v>-1921826</c:v>
                </c:pt>
                <c:pt idx="5078">
                  <c:v>-1896382</c:v>
                </c:pt>
                <c:pt idx="5079">
                  <c:v>-1911538</c:v>
                </c:pt>
                <c:pt idx="5080">
                  <c:v>-1901405</c:v>
                </c:pt>
                <c:pt idx="5081">
                  <c:v>-2000618</c:v>
                </c:pt>
                <c:pt idx="5082">
                  <c:v>-1986446</c:v>
                </c:pt>
                <c:pt idx="5083">
                  <c:v>-2058298</c:v>
                </c:pt>
                <c:pt idx="5084">
                  <c:v>-1972303</c:v>
                </c:pt>
                <c:pt idx="5085">
                  <c:v>-1987045</c:v>
                </c:pt>
                <c:pt idx="5086">
                  <c:v>-1924942</c:v>
                </c:pt>
                <c:pt idx="5087">
                  <c:v>-1921512</c:v>
                </c:pt>
                <c:pt idx="5088">
                  <c:v>-1927158</c:v>
                </c:pt>
                <c:pt idx="5089">
                  <c:v>-1997545</c:v>
                </c:pt>
                <c:pt idx="5090">
                  <c:v>-1970646</c:v>
                </c:pt>
                <c:pt idx="5091">
                  <c:v>-2013287</c:v>
                </c:pt>
                <c:pt idx="5092">
                  <c:v>-1909211</c:v>
                </c:pt>
                <c:pt idx="5093">
                  <c:v>-1963978</c:v>
                </c:pt>
                <c:pt idx="5094">
                  <c:v>-2070665</c:v>
                </c:pt>
                <c:pt idx="5095">
                  <c:v>-1935268</c:v>
                </c:pt>
                <c:pt idx="5096">
                  <c:v>-1865577</c:v>
                </c:pt>
                <c:pt idx="5097">
                  <c:v>-1986181</c:v>
                </c:pt>
                <c:pt idx="5098">
                  <c:v>-1986952</c:v>
                </c:pt>
                <c:pt idx="5099">
                  <c:v>-1951551</c:v>
                </c:pt>
                <c:pt idx="5100">
                  <c:v>-2047440</c:v>
                </c:pt>
                <c:pt idx="5101">
                  <c:v>-1913004</c:v>
                </c:pt>
                <c:pt idx="5102">
                  <c:v>-2004815</c:v>
                </c:pt>
                <c:pt idx="5103">
                  <c:v>-2056882</c:v>
                </c:pt>
                <c:pt idx="5104">
                  <c:v>-1993515</c:v>
                </c:pt>
                <c:pt idx="5105">
                  <c:v>-2037520</c:v>
                </c:pt>
                <c:pt idx="5106">
                  <c:v>-1989031</c:v>
                </c:pt>
                <c:pt idx="5107">
                  <c:v>-2022235</c:v>
                </c:pt>
                <c:pt idx="5108">
                  <c:v>-2011124</c:v>
                </c:pt>
                <c:pt idx="5109">
                  <c:v>-1892859</c:v>
                </c:pt>
                <c:pt idx="5110">
                  <c:v>-1982970</c:v>
                </c:pt>
                <c:pt idx="5111">
                  <c:v>-1919242</c:v>
                </c:pt>
                <c:pt idx="5112">
                  <c:v>-2091189</c:v>
                </c:pt>
                <c:pt idx="5113">
                  <c:v>-1940622</c:v>
                </c:pt>
                <c:pt idx="5114">
                  <c:v>-1946228</c:v>
                </c:pt>
                <c:pt idx="5115">
                  <c:v>-1905151</c:v>
                </c:pt>
                <c:pt idx="5116">
                  <c:v>-2016509</c:v>
                </c:pt>
                <c:pt idx="5117">
                  <c:v>-2018759</c:v>
                </c:pt>
                <c:pt idx="5118">
                  <c:v>-1937012</c:v>
                </c:pt>
                <c:pt idx="5119">
                  <c:v>-1920127</c:v>
                </c:pt>
                <c:pt idx="5120">
                  <c:v>-1897335</c:v>
                </c:pt>
                <c:pt idx="5121">
                  <c:v>-1987781</c:v>
                </c:pt>
                <c:pt idx="5122">
                  <c:v>-1887819</c:v>
                </c:pt>
                <c:pt idx="5123">
                  <c:v>-1986636</c:v>
                </c:pt>
                <c:pt idx="5124">
                  <c:v>-1986006</c:v>
                </c:pt>
                <c:pt idx="5125">
                  <c:v>-1937804</c:v>
                </c:pt>
                <c:pt idx="5126">
                  <c:v>-1946857</c:v>
                </c:pt>
                <c:pt idx="5127">
                  <c:v>-2090541</c:v>
                </c:pt>
                <c:pt idx="5128">
                  <c:v>-2007781</c:v>
                </c:pt>
                <c:pt idx="5129">
                  <c:v>-2031486</c:v>
                </c:pt>
                <c:pt idx="5130">
                  <c:v>-2025321</c:v>
                </c:pt>
                <c:pt idx="5131">
                  <c:v>-1967378</c:v>
                </c:pt>
                <c:pt idx="5132">
                  <c:v>-1990408</c:v>
                </c:pt>
                <c:pt idx="5133">
                  <c:v>-1993071</c:v>
                </c:pt>
                <c:pt idx="5134">
                  <c:v>-2018338</c:v>
                </c:pt>
                <c:pt idx="5135">
                  <c:v>-1996237</c:v>
                </c:pt>
                <c:pt idx="5136">
                  <c:v>-1940623</c:v>
                </c:pt>
                <c:pt idx="5137">
                  <c:v>-1970506</c:v>
                </c:pt>
                <c:pt idx="5138">
                  <c:v>-2092632</c:v>
                </c:pt>
                <c:pt idx="5139">
                  <c:v>-1943268</c:v>
                </c:pt>
                <c:pt idx="5140">
                  <c:v>-1924620</c:v>
                </c:pt>
                <c:pt idx="5141">
                  <c:v>-2014538</c:v>
                </c:pt>
                <c:pt idx="5142">
                  <c:v>-1988341</c:v>
                </c:pt>
                <c:pt idx="5143">
                  <c:v>-2030185</c:v>
                </c:pt>
                <c:pt idx="5144">
                  <c:v>-1971871</c:v>
                </c:pt>
                <c:pt idx="5145">
                  <c:v>-2022537</c:v>
                </c:pt>
                <c:pt idx="5146">
                  <c:v>-2021122</c:v>
                </c:pt>
                <c:pt idx="5147">
                  <c:v>-2010423</c:v>
                </c:pt>
                <c:pt idx="5148">
                  <c:v>-1887215</c:v>
                </c:pt>
                <c:pt idx="5149">
                  <c:v>-1994543</c:v>
                </c:pt>
                <c:pt idx="5150">
                  <c:v>-2011919</c:v>
                </c:pt>
                <c:pt idx="5151">
                  <c:v>-1970459</c:v>
                </c:pt>
                <c:pt idx="5152">
                  <c:v>-1961395</c:v>
                </c:pt>
                <c:pt idx="5153">
                  <c:v>-1962799</c:v>
                </c:pt>
                <c:pt idx="5154">
                  <c:v>-1963437</c:v>
                </c:pt>
                <c:pt idx="5155">
                  <c:v>-2016070</c:v>
                </c:pt>
                <c:pt idx="5156">
                  <c:v>-2087662</c:v>
                </c:pt>
                <c:pt idx="5157">
                  <c:v>-2008401</c:v>
                </c:pt>
                <c:pt idx="5158">
                  <c:v>-1932469</c:v>
                </c:pt>
                <c:pt idx="5159">
                  <c:v>-2026401</c:v>
                </c:pt>
                <c:pt idx="5160">
                  <c:v>-1940697</c:v>
                </c:pt>
                <c:pt idx="5161">
                  <c:v>-1976737</c:v>
                </c:pt>
                <c:pt idx="5162">
                  <c:v>-1967169</c:v>
                </c:pt>
                <c:pt idx="5163">
                  <c:v>-2013626</c:v>
                </c:pt>
                <c:pt idx="5164">
                  <c:v>-2010481</c:v>
                </c:pt>
                <c:pt idx="5165">
                  <c:v>-1942464</c:v>
                </c:pt>
                <c:pt idx="5166">
                  <c:v>-1886309</c:v>
                </c:pt>
                <c:pt idx="5167">
                  <c:v>-1865594</c:v>
                </c:pt>
                <c:pt idx="5168">
                  <c:v>-2016643</c:v>
                </c:pt>
                <c:pt idx="5169">
                  <c:v>-2019080</c:v>
                </c:pt>
                <c:pt idx="5170">
                  <c:v>-2072001</c:v>
                </c:pt>
                <c:pt idx="5171">
                  <c:v>-2038824</c:v>
                </c:pt>
                <c:pt idx="5172">
                  <c:v>-2014713</c:v>
                </c:pt>
                <c:pt idx="5173">
                  <c:v>-1997381</c:v>
                </c:pt>
                <c:pt idx="5174">
                  <c:v>-1946216</c:v>
                </c:pt>
                <c:pt idx="5175">
                  <c:v>-1904886</c:v>
                </c:pt>
                <c:pt idx="5176">
                  <c:v>-1999651</c:v>
                </c:pt>
                <c:pt idx="5177">
                  <c:v>-2034397</c:v>
                </c:pt>
                <c:pt idx="5178">
                  <c:v>-1955495</c:v>
                </c:pt>
                <c:pt idx="5179">
                  <c:v>-2003713</c:v>
                </c:pt>
                <c:pt idx="5180">
                  <c:v>-2073345</c:v>
                </c:pt>
                <c:pt idx="5181">
                  <c:v>-2004731</c:v>
                </c:pt>
                <c:pt idx="5182">
                  <c:v>-1886733</c:v>
                </c:pt>
                <c:pt idx="5183">
                  <c:v>-1931409</c:v>
                </c:pt>
                <c:pt idx="5184">
                  <c:v>-1866708</c:v>
                </c:pt>
                <c:pt idx="5185">
                  <c:v>-1857055</c:v>
                </c:pt>
                <c:pt idx="5186">
                  <c:v>-2023917</c:v>
                </c:pt>
                <c:pt idx="5187">
                  <c:v>-2039967</c:v>
                </c:pt>
                <c:pt idx="5188">
                  <c:v>-2051490</c:v>
                </c:pt>
                <c:pt idx="5189">
                  <c:v>-1992338</c:v>
                </c:pt>
                <c:pt idx="5190">
                  <c:v>-1959576</c:v>
                </c:pt>
                <c:pt idx="5191">
                  <c:v>-2020630</c:v>
                </c:pt>
                <c:pt idx="5192">
                  <c:v>-1984902</c:v>
                </c:pt>
                <c:pt idx="5193">
                  <c:v>-1915504</c:v>
                </c:pt>
                <c:pt idx="5194">
                  <c:v>-1948762</c:v>
                </c:pt>
                <c:pt idx="5195">
                  <c:v>-2031285</c:v>
                </c:pt>
                <c:pt idx="5196">
                  <c:v>-2053040</c:v>
                </c:pt>
                <c:pt idx="5197">
                  <c:v>-2006986</c:v>
                </c:pt>
                <c:pt idx="5198">
                  <c:v>-1997743</c:v>
                </c:pt>
                <c:pt idx="5199">
                  <c:v>-1915646</c:v>
                </c:pt>
                <c:pt idx="5200">
                  <c:v>-1923875</c:v>
                </c:pt>
                <c:pt idx="5201">
                  <c:v>-1963833</c:v>
                </c:pt>
                <c:pt idx="5202">
                  <c:v>-2015525</c:v>
                </c:pt>
                <c:pt idx="5203">
                  <c:v>-2072576</c:v>
                </c:pt>
                <c:pt idx="5204">
                  <c:v>-1863303</c:v>
                </c:pt>
                <c:pt idx="5205">
                  <c:v>-1997381</c:v>
                </c:pt>
                <c:pt idx="5206">
                  <c:v>-1977729</c:v>
                </c:pt>
                <c:pt idx="5207">
                  <c:v>-1953930</c:v>
                </c:pt>
                <c:pt idx="5208">
                  <c:v>-2077088</c:v>
                </c:pt>
                <c:pt idx="5209">
                  <c:v>-1949725</c:v>
                </c:pt>
                <c:pt idx="5210">
                  <c:v>-1983714</c:v>
                </c:pt>
                <c:pt idx="5211">
                  <c:v>-2012632</c:v>
                </c:pt>
                <c:pt idx="5212">
                  <c:v>-1943197</c:v>
                </c:pt>
                <c:pt idx="5213">
                  <c:v>-2067914</c:v>
                </c:pt>
                <c:pt idx="5214">
                  <c:v>-1914703</c:v>
                </c:pt>
                <c:pt idx="5215">
                  <c:v>-1903639</c:v>
                </c:pt>
                <c:pt idx="5216">
                  <c:v>-1962643</c:v>
                </c:pt>
                <c:pt idx="5217">
                  <c:v>-1988353</c:v>
                </c:pt>
                <c:pt idx="5218">
                  <c:v>-1892417</c:v>
                </c:pt>
                <c:pt idx="5219">
                  <c:v>-2023028</c:v>
                </c:pt>
                <c:pt idx="5220">
                  <c:v>-1986146</c:v>
                </c:pt>
                <c:pt idx="5221">
                  <c:v>-1987430</c:v>
                </c:pt>
                <c:pt idx="5222">
                  <c:v>-2005972</c:v>
                </c:pt>
                <c:pt idx="5223">
                  <c:v>-2044643</c:v>
                </c:pt>
                <c:pt idx="5224">
                  <c:v>-1984023</c:v>
                </c:pt>
                <c:pt idx="5225">
                  <c:v>-1881469</c:v>
                </c:pt>
                <c:pt idx="5226">
                  <c:v>-1957559</c:v>
                </c:pt>
                <c:pt idx="5227">
                  <c:v>-2096633</c:v>
                </c:pt>
                <c:pt idx="5228">
                  <c:v>-1920632</c:v>
                </c:pt>
                <c:pt idx="5229">
                  <c:v>-1911476</c:v>
                </c:pt>
                <c:pt idx="5230">
                  <c:v>-1981587</c:v>
                </c:pt>
                <c:pt idx="5231">
                  <c:v>-1908128</c:v>
                </c:pt>
                <c:pt idx="5232">
                  <c:v>-2044151</c:v>
                </c:pt>
                <c:pt idx="5233">
                  <c:v>-1959160</c:v>
                </c:pt>
                <c:pt idx="5234">
                  <c:v>-1994087</c:v>
                </c:pt>
                <c:pt idx="5235">
                  <c:v>-1968021</c:v>
                </c:pt>
                <c:pt idx="5236">
                  <c:v>-1919253</c:v>
                </c:pt>
                <c:pt idx="5237">
                  <c:v>-1951473</c:v>
                </c:pt>
                <c:pt idx="5238">
                  <c:v>-2100526</c:v>
                </c:pt>
                <c:pt idx="5239">
                  <c:v>-1922094</c:v>
                </c:pt>
                <c:pt idx="5240">
                  <c:v>-1979305</c:v>
                </c:pt>
                <c:pt idx="5241">
                  <c:v>-1977916</c:v>
                </c:pt>
                <c:pt idx="5242">
                  <c:v>-2037401</c:v>
                </c:pt>
                <c:pt idx="5243">
                  <c:v>-2000875</c:v>
                </c:pt>
                <c:pt idx="5244">
                  <c:v>-2000141</c:v>
                </c:pt>
                <c:pt idx="5245">
                  <c:v>-2022034</c:v>
                </c:pt>
                <c:pt idx="5246">
                  <c:v>-2016023</c:v>
                </c:pt>
                <c:pt idx="5247">
                  <c:v>-1817497</c:v>
                </c:pt>
                <c:pt idx="5248">
                  <c:v>-1940241</c:v>
                </c:pt>
                <c:pt idx="5249">
                  <c:v>-2049889</c:v>
                </c:pt>
                <c:pt idx="5250">
                  <c:v>-1928276</c:v>
                </c:pt>
                <c:pt idx="5251">
                  <c:v>-1989089</c:v>
                </c:pt>
                <c:pt idx="5252">
                  <c:v>-1958857</c:v>
                </c:pt>
                <c:pt idx="5253">
                  <c:v>-2019683</c:v>
                </c:pt>
                <c:pt idx="5254">
                  <c:v>-1958366</c:v>
                </c:pt>
                <c:pt idx="5255">
                  <c:v>-2027595</c:v>
                </c:pt>
                <c:pt idx="5256">
                  <c:v>-1943194</c:v>
                </c:pt>
                <c:pt idx="5257">
                  <c:v>-1999829</c:v>
                </c:pt>
                <c:pt idx="5258">
                  <c:v>-2009640</c:v>
                </c:pt>
                <c:pt idx="5259">
                  <c:v>-1949212</c:v>
                </c:pt>
                <c:pt idx="5260">
                  <c:v>-1977519</c:v>
                </c:pt>
                <c:pt idx="5261">
                  <c:v>-1930570</c:v>
                </c:pt>
                <c:pt idx="5262">
                  <c:v>-1885501</c:v>
                </c:pt>
                <c:pt idx="5263">
                  <c:v>-2004602</c:v>
                </c:pt>
                <c:pt idx="5264">
                  <c:v>-1957337</c:v>
                </c:pt>
                <c:pt idx="5265">
                  <c:v>-1996353</c:v>
                </c:pt>
                <c:pt idx="5266">
                  <c:v>-2010458</c:v>
                </c:pt>
                <c:pt idx="5267">
                  <c:v>-1994644</c:v>
                </c:pt>
                <c:pt idx="5268">
                  <c:v>-1953117</c:v>
                </c:pt>
                <c:pt idx="5269">
                  <c:v>-1984512</c:v>
                </c:pt>
                <c:pt idx="5270">
                  <c:v>-2014211</c:v>
                </c:pt>
                <c:pt idx="5271">
                  <c:v>-1970506</c:v>
                </c:pt>
                <c:pt idx="5272">
                  <c:v>-1983496</c:v>
                </c:pt>
                <c:pt idx="5273">
                  <c:v>-1999925</c:v>
                </c:pt>
                <c:pt idx="5274">
                  <c:v>-1876693</c:v>
                </c:pt>
                <c:pt idx="5275">
                  <c:v>-1936219</c:v>
                </c:pt>
                <c:pt idx="5276">
                  <c:v>-1933628</c:v>
                </c:pt>
                <c:pt idx="5277">
                  <c:v>-2044268</c:v>
                </c:pt>
                <c:pt idx="5278">
                  <c:v>-1938538</c:v>
                </c:pt>
                <c:pt idx="5279">
                  <c:v>-1972454</c:v>
                </c:pt>
                <c:pt idx="5280">
                  <c:v>-1960579</c:v>
                </c:pt>
                <c:pt idx="5281">
                  <c:v>-2026596</c:v>
                </c:pt>
                <c:pt idx="5282">
                  <c:v>-1983974</c:v>
                </c:pt>
                <c:pt idx="5283">
                  <c:v>-2002662</c:v>
                </c:pt>
                <c:pt idx="5284">
                  <c:v>-1878169</c:v>
                </c:pt>
                <c:pt idx="5285">
                  <c:v>-2004018</c:v>
                </c:pt>
                <c:pt idx="5286">
                  <c:v>-1996856</c:v>
                </c:pt>
                <c:pt idx="5287">
                  <c:v>-2069515</c:v>
                </c:pt>
                <c:pt idx="5288">
                  <c:v>-1934414</c:v>
                </c:pt>
                <c:pt idx="5289">
                  <c:v>-1922059</c:v>
                </c:pt>
                <c:pt idx="5290">
                  <c:v>-2058300</c:v>
                </c:pt>
                <c:pt idx="5291">
                  <c:v>-2048133</c:v>
                </c:pt>
                <c:pt idx="5292">
                  <c:v>-2008225</c:v>
                </c:pt>
                <c:pt idx="5293">
                  <c:v>-2020022</c:v>
                </c:pt>
                <c:pt idx="5294">
                  <c:v>-1974118</c:v>
                </c:pt>
                <c:pt idx="5295">
                  <c:v>-1991314</c:v>
                </c:pt>
                <c:pt idx="5296">
                  <c:v>-1959073</c:v>
                </c:pt>
                <c:pt idx="5297">
                  <c:v>-1952604</c:v>
                </c:pt>
                <c:pt idx="5298">
                  <c:v>-1933934</c:v>
                </c:pt>
                <c:pt idx="5299">
                  <c:v>-1898382</c:v>
                </c:pt>
                <c:pt idx="5300">
                  <c:v>-1886349</c:v>
                </c:pt>
                <c:pt idx="5301">
                  <c:v>-1872314</c:v>
                </c:pt>
                <c:pt idx="5302">
                  <c:v>-1989988</c:v>
                </c:pt>
                <c:pt idx="5303">
                  <c:v>-2054157</c:v>
                </c:pt>
                <c:pt idx="5304">
                  <c:v>-1980472</c:v>
                </c:pt>
                <c:pt idx="5305">
                  <c:v>-1943119</c:v>
                </c:pt>
                <c:pt idx="5306">
                  <c:v>-2034159</c:v>
                </c:pt>
                <c:pt idx="5307">
                  <c:v>-1986690</c:v>
                </c:pt>
                <c:pt idx="5308">
                  <c:v>-1992032</c:v>
                </c:pt>
                <c:pt idx="5309">
                  <c:v>-1885984</c:v>
                </c:pt>
                <c:pt idx="5310">
                  <c:v>-1900836</c:v>
                </c:pt>
                <c:pt idx="5311">
                  <c:v>-1855268</c:v>
                </c:pt>
                <c:pt idx="5312">
                  <c:v>-2037022</c:v>
                </c:pt>
                <c:pt idx="5313">
                  <c:v>-1972501</c:v>
                </c:pt>
                <c:pt idx="5314">
                  <c:v>-1857764</c:v>
                </c:pt>
                <c:pt idx="5315">
                  <c:v>-1967137</c:v>
                </c:pt>
                <c:pt idx="5316">
                  <c:v>-1927240</c:v>
                </c:pt>
                <c:pt idx="5317">
                  <c:v>-1941136</c:v>
                </c:pt>
                <c:pt idx="5318">
                  <c:v>-1973843</c:v>
                </c:pt>
                <c:pt idx="5319">
                  <c:v>-1968522</c:v>
                </c:pt>
                <c:pt idx="5320">
                  <c:v>-1978338</c:v>
                </c:pt>
                <c:pt idx="5321">
                  <c:v>-2010657</c:v>
                </c:pt>
                <c:pt idx="5322">
                  <c:v>-1927007</c:v>
                </c:pt>
                <c:pt idx="5323">
                  <c:v>-2033054</c:v>
                </c:pt>
                <c:pt idx="5324">
                  <c:v>-1974747</c:v>
                </c:pt>
                <c:pt idx="5325">
                  <c:v>-1967897</c:v>
                </c:pt>
                <c:pt idx="5326">
                  <c:v>-1976130</c:v>
                </c:pt>
                <c:pt idx="5327">
                  <c:v>-2025987</c:v>
                </c:pt>
                <c:pt idx="5328">
                  <c:v>-2017192</c:v>
                </c:pt>
                <c:pt idx="5329">
                  <c:v>-1955892</c:v>
                </c:pt>
                <c:pt idx="5330">
                  <c:v>-1881910</c:v>
                </c:pt>
                <c:pt idx="5331">
                  <c:v>-1976735</c:v>
                </c:pt>
                <c:pt idx="5332">
                  <c:v>-2003436</c:v>
                </c:pt>
                <c:pt idx="5333">
                  <c:v>-1921756</c:v>
                </c:pt>
                <c:pt idx="5334">
                  <c:v>-1891569</c:v>
                </c:pt>
                <c:pt idx="5335">
                  <c:v>-1991152</c:v>
                </c:pt>
                <c:pt idx="5336">
                  <c:v>-1978705</c:v>
                </c:pt>
                <c:pt idx="5337">
                  <c:v>-1937967</c:v>
                </c:pt>
                <c:pt idx="5338">
                  <c:v>-1915680</c:v>
                </c:pt>
                <c:pt idx="5339">
                  <c:v>-2072494</c:v>
                </c:pt>
                <c:pt idx="5340">
                  <c:v>-1980764</c:v>
                </c:pt>
                <c:pt idx="5341">
                  <c:v>-1982655</c:v>
                </c:pt>
                <c:pt idx="5342">
                  <c:v>-1987944</c:v>
                </c:pt>
                <c:pt idx="5343">
                  <c:v>-2027789</c:v>
                </c:pt>
                <c:pt idx="5344">
                  <c:v>-1906512</c:v>
                </c:pt>
                <c:pt idx="5345">
                  <c:v>-1986695</c:v>
                </c:pt>
                <c:pt idx="5346">
                  <c:v>-1946821</c:v>
                </c:pt>
                <c:pt idx="5347">
                  <c:v>-1969199</c:v>
                </c:pt>
                <c:pt idx="5348">
                  <c:v>-2025344</c:v>
                </c:pt>
                <c:pt idx="5349">
                  <c:v>-1966348</c:v>
                </c:pt>
                <c:pt idx="5350">
                  <c:v>-2071909</c:v>
                </c:pt>
                <c:pt idx="5351">
                  <c:v>-2038836</c:v>
                </c:pt>
                <c:pt idx="5352">
                  <c:v>-1991300</c:v>
                </c:pt>
                <c:pt idx="5353">
                  <c:v>-1970588</c:v>
                </c:pt>
                <c:pt idx="5354">
                  <c:v>-1947965</c:v>
                </c:pt>
                <c:pt idx="5355">
                  <c:v>-2032746</c:v>
                </c:pt>
                <c:pt idx="5356">
                  <c:v>-1903185</c:v>
                </c:pt>
                <c:pt idx="5357">
                  <c:v>-1995582</c:v>
                </c:pt>
                <c:pt idx="5358">
                  <c:v>-1986463</c:v>
                </c:pt>
                <c:pt idx="5359">
                  <c:v>-1956217</c:v>
                </c:pt>
                <c:pt idx="5360">
                  <c:v>-1934412</c:v>
                </c:pt>
                <c:pt idx="5361">
                  <c:v>-2001632</c:v>
                </c:pt>
                <c:pt idx="5362">
                  <c:v>-2002534</c:v>
                </c:pt>
                <c:pt idx="5363">
                  <c:v>-2051690</c:v>
                </c:pt>
                <c:pt idx="5364">
                  <c:v>-1950949</c:v>
                </c:pt>
                <c:pt idx="5365">
                  <c:v>-1973470</c:v>
                </c:pt>
                <c:pt idx="5366">
                  <c:v>-1942943</c:v>
                </c:pt>
                <c:pt idx="5367">
                  <c:v>-1962731</c:v>
                </c:pt>
                <c:pt idx="5368">
                  <c:v>-2051195</c:v>
                </c:pt>
                <c:pt idx="5369">
                  <c:v>-1936685</c:v>
                </c:pt>
                <c:pt idx="5370">
                  <c:v>-1951193</c:v>
                </c:pt>
                <c:pt idx="5371">
                  <c:v>-2010201</c:v>
                </c:pt>
                <c:pt idx="5372">
                  <c:v>-1940483</c:v>
                </c:pt>
                <c:pt idx="5373">
                  <c:v>-1957486</c:v>
                </c:pt>
                <c:pt idx="5374">
                  <c:v>-2003397</c:v>
                </c:pt>
                <c:pt idx="5375">
                  <c:v>-1986340</c:v>
                </c:pt>
                <c:pt idx="5376">
                  <c:v>-1875016</c:v>
                </c:pt>
                <c:pt idx="5377">
                  <c:v>-1854991</c:v>
                </c:pt>
                <c:pt idx="5378">
                  <c:v>-2015871</c:v>
                </c:pt>
                <c:pt idx="5379">
                  <c:v>-1965602</c:v>
                </c:pt>
                <c:pt idx="5380">
                  <c:v>-1989935</c:v>
                </c:pt>
                <c:pt idx="5381">
                  <c:v>-2007816</c:v>
                </c:pt>
                <c:pt idx="5382">
                  <c:v>-2028514</c:v>
                </c:pt>
                <c:pt idx="5383">
                  <c:v>-1956078</c:v>
                </c:pt>
                <c:pt idx="5384">
                  <c:v>-1990723</c:v>
                </c:pt>
                <c:pt idx="5385">
                  <c:v>-1984056</c:v>
                </c:pt>
                <c:pt idx="5386">
                  <c:v>-2075996</c:v>
                </c:pt>
                <c:pt idx="5387">
                  <c:v>-2012048</c:v>
                </c:pt>
                <c:pt idx="5388">
                  <c:v>-2090992</c:v>
                </c:pt>
                <c:pt idx="5389">
                  <c:v>-2063637</c:v>
                </c:pt>
                <c:pt idx="5390">
                  <c:v>-1920383</c:v>
                </c:pt>
                <c:pt idx="5391">
                  <c:v>-2033113</c:v>
                </c:pt>
                <c:pt idx="5392">
                  <c:v>-1982935</c:v>
                </c:pt>
                <c:pt idx="5393">
                  <c:v>-2007921</c:v>
                </c:pt>
                <c:pt idx="5394">
                  <c:v>-1992604</c:v>
                </c:pt>
                <c:pt idx="5395">
                  <c:v>-1902417</c:v>
                </c:pt>
                <c:pt idx="5396">
                  <c:v>-2010820</c:v>
                </c:pt>
                <c:pt idx="5397">
                  <c:v>-1910130</c:v>
                </c:pt>
                <c:pt idx="5398">
                  <c:v>-1984313</c:v>
                </c:pt>
                <c:pt idx="5399">
                  <c:v>-1902464</c:v>
                </c:pt>
                <c:pt idx="5400">
                  <c:v>-2005904</c:v>
                </c:pt>
                <c:pt idx="5401">
                  <c:v>-1995220</c:v>
                </c:pt>
                <c:pt idx="5402">
                  <c:v>-2021519</c:v>
                </c:pt>
                <c:pt idx="5403">
                  <c:v>-1903197</c:v>
                </c:pt>
                <c:pt idx="5404">
                  <c:v>-2040666</c:v>
                </c:pt>
                <c:pt idx="5405">
                  <c:v>-2047043</c:v>
                </c:pt>
                <c:pt idx="5406">
                  <c:v>-1907595</c:v>
                </c:pt>
                <c:pt idx="5407">
                  <c:v>-2065542</c:v>
                </c:pt>
                <c:pt idx="5408">
                  <c:v>-1988400</c:v>
                </c:pt>
                <c:pt idx="5409">
                  <c:v>-1924632</c:v>
                </c:pt>
                <c:pt idx="5410">
                  <c:v>-1879341</c:v>
                </c:pt>
                <c:pt idx="5411">
                  <c:v>-1982763</c:v>
                </c:pt>
                <c:pt idx="5412">
                  <c:v>-2013778</c:v>
                </c:pt>
                <c:pt idx="5413">
                  <c:v>-1987956</c:v>
                </c:pt>
                <c:pt idx="5414">
                  <c:v>-1968674</c:v>
                </c:pt>
                <c:pt idx="5415">
                  <c:v>-2022455</c:v>
                </c:pt>
                <c:pt idx="5416">
                  <c:v>-2009883</c:v>
                </c:pt>
                <c:pt idx="5417">
                  <c:v>-1955985</c:v>
                </c:pt>
                <c:pt idx="5418">
                  <c:v>-1984243</c:v>
                </c:pt>
                <c:pt idx="5419">
                  <c:v>-1968838</c:v>
                </c:pt>
                <c:pt idx="5420">
                  <c:v>-1936566</c:v>
                </c:pt>
                <c:pt idx="5421">
                  <c:v>-1976387</c:v>
                </c:pt>
                <c:pt idx="5422">
                  <c:v>-1959096</c:v>
                </c:pt>
                <c:pt idx="5423">
                  <c:v>-1962684</c:v>
                </c:pt>
                <c:pt idx="5424">
                  <c:v>-2004395</c:v>
                </c:pt>
                <c:pt idx="5425">
                  <c:v>-2049386</c:v>
                </c:pt>
                <c:pt idx="5426">
                  <c:v>-1851187</c:v>
                </c:pt>
                <c:pt idx="5427">
                  <c:v>-1999947</c:v>
                </c:pt>
                <c:pt idx="5428">
                  <c:v>-2018180</c:v>
                </c:pt>
                <c:pt idx="5429">
                  <c:v>-1950004</c:v>
                </c:pt>
                <c:pt idx="5430">
                  <c:v>-1931387</c:v>
                </c:pt>
                <c:pt idx="5431">
                  <c:v>-2004061</c:v>
                </c:pt>
                <c:pt idx="5432">
                  <c:v>-2066363</c:v>
                </c:pt>
                <c:pt idx="5433">
                  <c:v>-1969887</c:v>
                </c:pt>
                <c:pt idx="5434">
                  <c:v>-1955843</c:v>
                </c:pt>
                <c:pt idx="5435">
                  <c:v>-1974269</c:v>
                </c:pt>
                <c:pt idx="5436">
                  <c:v>-1993260</c:v>
                </c:pt>
                <c:pt idx="5437">
                  <c:v>-1958842</c:v>
                </c:pt>
                <c:pt idx="5438">
                  <c:v>-1920615</c:v>
                </c:pt>
                <c:pt idx="5439">
                  <c:v>-1869695</c:v>
                </c:pt>
                <c:pt idx="5440">
                  <c:v>-1932702</c:v>
                </c:pt>
                <c:pt idx="5441">
                  <c:v>-1917461</c:v>
                </c:pt>
                <c:pt idx="5442">
                  <c:v>-1940961</c:v>
                </c:pt>
                <c:pt idx="5443">
                  <c:v>-1989961</c:v>
                </c:pt>
                <c:pt idx="5444">
                  <c:v>-1954982</c:v>
                </c:pt>
                <c:pt idx="5445">
                  <c:v>-1992032</c:v>
                </c:pt>
                <c:pt idx="5446">
                  <c:v>-1990022</c:v>
                </c:pt>
                <c:pt idx="5447">
                  <c:v>-1983781</c:v>
                </c:pt>
                <c:pt idx="5448">
                  <c:v>-1974812</c:v>
                </c:pt>
                <c:pt idx="5449">
                  <c:v>-2009371</c:v>
                </c:pt>
                <c:pt idx="5450">
                  <c:v>-2019613</c:v>
                </c:pt>
                <c:pt idx="5451">
                  <c:v>-1959670</c:v>
                </c:pt>
                <c:pt idx="5452">
                  <c:v>-1892932</c:v>
                </c:pt>
                <c:pt idx="5453">
                  <c:v>-1982257</c:v>
                </c:pt>
                <c:pt idx="5454">
                  <c:v>-1993527</c:v>
                </c:pt>
                <c:pt idx="5455">
                  <c:v>-2001027</c:v>
                </c:pt>
                <c:pt idx="5456">
                  <c:v>-1960544</c:v>
                </c:pt>
                <c:pt idx="5457">
                  <c:v>-2050615</c:v>
                </c:pt>
                <c:pt idx="5458">
                  <c:v>-1935847</c:v>
                </c:pt>
                <c:pt idx="5459">
                  <c:v>-2043760</c:v>
                </c:pt>
                <c:pt idx="5460">
                  <c:v>-2050990</c:v>
                </c:pt>
                <c:pt idx="5461">
                  <c:v>-2008826</c:v>
                </c:pt>
                <c:pt idx="5462">
                  <c:v>-2082156</c:v>
                </c:pt>
                <c:pt idx="5463">
                  <c:v>-1922257</c:v>
                </c:pt>
                <c:pt idx="5464">
                  <c:v>-1987010</c:v>
                </c:pt>
                <c:pt idx="5465">
                  <c:v>-1907966</c:v>
                </c:pt>
                <c:pt idx="5466">
                  <c:v>-2021697</c:v>
                </c:pt>
                <c:pt idx="5467">
                  <c:v>-1923456</c:v>
                </c:pt>
                <c:pt idx="5468">
                  <c:v>-1966016</c:v>
                </c:pt>
                <c:pt idx="5469">
                  <c:v>-1967029</c:v>
                </c:pt>
                <c:pt idx="5470">
                  <c:v>-1965854</c:v>
                </c:pt>
                <c:pt idx="5471">
                  <c:v>-1967053</c:v>
                </c:pt>
                <c:pt idx="5472">
                  <c:v>-1965457</c:v>
                </c:pt>
                <c:pt idx="5473">
                  <c:v>-1967869</c:v>
                </c:pt>
                <c:pt idx="5474">
                  <c:v>-1966093</c:v>
                </c:pt>
                <c:pt idx="5475">
                  <c:v>-1984279</c:v>
                </c:pt>
                <c:pt idx="5476">
                  <c:v>-1965636</c:v>
                </c:pt>
                <c:pt idx="5477">
                  <c:v>-1959808</c:v>
                </c:pt>
                <c:pt idx="5478">
                  <c:v>-1967311</c:v>
                </c:pt>
                <c:pt idx="5479">
                  <c:v>-1969337</c:v>
                </c:pt>
                <c:pt idx="5480">
                  <c:v>-1972034</c:v>
                </c:pt>
                <c:pt idx="5481">
                  <c:v>-1966973</c:v>
                </c:pt>
                <c:pt idx="5482">
                  <c:v>-1972058</c:v>
                </c:pt>
                <c:pt idx="5483">
                  <c:v>-1966679</c:v>
                </c:pt>
                <c:pt idx="5484">
                  <c:v>-1962399</c:v>
                </c:pt>
                <c:pt idx="5485">
                  <c:v>-1969946</c:v>
                </c:pt>
                <c:pt idx="5486">
                  <c:v>-1943525</c:v>
                </c:pt>
                <c:pt idx="5487">
                  <c:v>-1964505</c:v>
                </c:pt>
                <c:pt idx="5488">
                  <c:v>-1969887</c:v>
                </c:pt>
                <c:pt idx="5489">
                  <c:v>-1960789</c:v>
                </c:pt>
                <c:pt idx="5490">
                  <c:v>-1963409</c:v>
                </c:pt>
                <c:pt idx="5491">
                  <c:v>-1967057</c:v>
                </c:pt>
                <c:pt idx="5492">
                  <c:v>-1972501</c:v>
                </c:pt>
                <c:pt idx="5493">
                  <c:v>-1965490</c:v>
                </c:pt>
                <c:pt idx="5494">
                  <c:v>-1966889</c:v>
                </c:pt>
                <c:pt idx="5495">
                  <c:v>-1967113</c:v>
                </c:pt>
                <c:pt idx="5496">
                  <c:v>-1966131</c:v>
                </c:pt>
                <c:pt idx="5497">
                  <c:v>-1960045</c:v>
                </c:pt>
                <c:pt idx="5498">
                  <c:v>-1965566</c:v>
                </c:pt>
                <c:pt idx="5499">
                  <c:v>-1963897</c:v>
                </c:pt>
                <c:pt idx="5500">
                  <c:v>-1964489</c:v>
                </c:pt>
                <c:pt idx="5501">
                  <c:v>-1962970</c:v>
                </c:pt>
                <c:pt idx="5502">
                  <c:v>-1965550</c:v>
                </c:pt>
                <c:pt idx="5503">
                  <c:v>-1965221</c:v>
                </c:pt>
                <c:pt idx="5504">
                  <c:v>-1963763</c:v>
                </c:pt>
                <c:pt idx="5505">
                  <c:v>-1960546</c:v>
                </c:pt>
                <c:pt idx="5506">
                  <c:v>-1964512</c:v>
                </c:pt>
                <c:pt idx="5507">
                  <c:v>-1966536</c:v>
                </c:pt>
                <c:pt idx="5508">
                  <c:v>-1972048</c:v>
                </c:pt>
                <c:pt idx="5509">
                  <c:v>-1964813</c:v>
                </c:pt>
                <c:pt idx="5510">
                  <c:v>-1967391</c:v>
                </c:pt>
                <c:pt idx="5511">
                  <c:v>-1964031</c:v>
                </c:pt>
                <c:pt idx="5512">
                  <c:v>-1966213</c:v>
                </c:pt>
                <c:pt idx="5513">
                  <c:v>-1967704</c:v>
                </c:pt>
                <c:pt idx="5514">
                  <c:v>-1965859</c:v>
                </c:pt>
                <c:pt idx="5515">
                  <c:v>-1967146</c:v>
                </c:pt>
                <c:pt idx="5516">
                  <c:v>-1924702</c:v>
                </c:pt>
                <c:pt idx="5517">
                  <c:v>-1966960</c:v>
                </c:pt>
                <c:pt idx="5518">
                  <c:v>-1967187</c:v>
                </c:pt>
                <c:pt idx="5519">
                  <c:v>-1964613</c:v>
                </c:pt>
                <c:pt idx="5520">
                  <c:v>-1966346</c:v>
                </c:pt>
                <c:pt idx="5521">
                  <c:v>-1964368</c:v>
                </c:pt>
                <c:pt idx="5522">
                  <c:v>-1966610</c:v>
                </c:pt>
                <c:pt idx="5523">
                  <c:v>-1990202</c:v>
                </c:pt>
                <c:pt idx="5524">
                  <c:v>-1966115</c:v>
                </c:pt>
                <c:pt idx="5525">
                  <c:v>-1966257</c:v>
                </c:pt>
                <c:pt idx="5526">
                  <c:v>-1961981</c:v>
                </c:pt>
                <c:pt idx="5527">
                  <c:v>-1965058</c:v>
                </c:pt>
                <c:pt idx="5528">
                  <c:v>-1966623</c:v>
                </c:pt>
                <c:pt idx="5529">
                  <c:v>-1966931</c:v>
                </c:pt>
                <c:pt idx="5530">
                  <c:v>-1960964</c:v>
                </c:pt>
                <c:pt idx="5531">
                  <c:v>-1965207</c:v>
                </c:pt>
                <c:pt idx="5532">
                  <c:v>-1967150</c:v>
                </c:pt>
                <c:pt idx="5533">
                  <c:v>-1966349</c:v>
                </c:pt>
                <c:pt idx="5534">
                  <c:v>-1964848</c:v>
                </c:pt>
                <c:pt idx="5535">
                  <c:v>-1967961</c:v>
                </c:pt>
                <c:pt idx="5536">
                  <c:v>-1967277</c:v>
                </c:pt>
                <c:pt idx="5537">
                  <c:v>-1981823</c:v>
                </c:pt>
                <c:pt idx="5538">
                  <c:v>-1967962</c:v>
                </c:pt>
                <c:pt idx="5539">
                  <c:v>-1974847</c:v>
                </c:pt>
                <c:pt idx="5540">
                  <c:v>-1967303</c:v>
                </c:pt>
                <c:pt idx="5541">
                  <c:v>-2030585</c:v>
                </c:pt>
                <c:pt idx="5542">
                  <c:v>-1962930</c:v>
                </c:pt>
                <c:pt idx="5543">
                  <c:v>-1966926</c:v>
                </c:pt>
                <c:pt idx="5544">
                  <c:v>-1965921</c:v>
                </c:pt>
                <c:pt idx="5545">
                  <c:v>-1959961</c:v>
                </c:pt>
                <c:pt idx="5546">
                  <c:v>-1973831</c:v>
                </c:pt>
                <c:pt idx="5547">
                  <c:v>-1964731</c:v>
                </c:pt>
                <c:pt idx="5548">
                  <c:v>-2060994</c:v>
                </c:pt>
                <c:pt idx="5549">
                  <c:v>-1970619</c:v>
                </c:pt>
                <c:pt idx="5550">
                  <c:v>-1966934</c:v>
                </c:pt>
                <c:pt idx="5551">
                  <c:v>-1967627</c:v>
                </c:pt>
                <c:pt idx="5552">
                  <c:v>-1965933</c:v>
                </c:pt>
                <c:pt idx="5553">
                  <c:v>-1964731</c:v>
                </c:pt>
                <c:pt idx="5554">
                  <c:v>-1969887</c:v>
                </c:pt>
                <c:pt idx="5555">
                  <c:v>-1950444</c:v>
                </c:pt>
                <c:pt idx="5556">
                  <c:v>-1965664</c:v>
                </c:pt>
                <c:pt idx="5557">
                  <c:v>-1965868</c:v>
                </c:pt>
                <c:pt idx="5558">
                  <c:v>-1967624</c:v>
                </c:pt>
                <c:pt idx="5559">
                  <c:v>-2004065</c:v>
                </c:pt>
                <c:pt idx="5560">
                  <c:v>-1961372</c:v>
                </c:pt>
                <c:pt idx="5561">
                  <c:v>-1984255</c:v>
                </c:pt>
                <c:pt idx="5562">
                  <c:v>-1926343</c:v>
                </c:pt>
                <c:pt idx="5563">
                  <c:v>-1969428</c:v>
                </c:pt>
                <c:pt idx="5564">
                  <c:v>-1963553</c:v>
                </c:pt>
                <c:pt idx="5565">
                  <c:v>-1929212</c:v>
                </c:pt>
                <c:pt idx="5566">
                  <c:v>-1966621</c:v>
                </c:pt>
                <c:pt idx="5567">
                  <c:v>-1981476</c:v>
                </c:pt>
                <c:pt idx="5568">
                  <c:v>-1967080</c:v>
                </c:pt>
                <c:pt idx="5569">
                  <c:v>-1984289</c:v>
                </c:pt>
                <c:pt idx="5570">
                  <c:v>-1976144</c:v>
                </c:pt>
                <c:pt idx="5571">
                  <c:v>-1966189</c:v>
                </c:pt>
                <c:pt idx="5572">
                  <c:v>-2061348</c:v>
                </c:pt>
                <c:pt idx="5573">
                  <c:v>-1974111</c:v>
                </c:pt>
                <c:pt idx="5574">
                  <c:v>-1967006</c:v>
                </c:pt>
                <c:pt idx="5575">
                  <c:v>-1966091</c:v>
                </c:pt>
                <c:pt idx="5576">
                  <c:v>-1954091</c:v>
                </c:pt>
                <c:pt idx="5577">
                  <c:v>-1944045</c:v>
                </c:pt>
                <c:pt idx="5578">
                  <c:v>-1977455</c:v>
                </c:pt>
                <c:pt idx="5579">
                  <c:v>-1984185</c:v>
                </c:pt>
                <c:pt idx="5580">
                  <c:v>-1983306</c:v>
                </c:pt>
                <c:pt idx="5581">
                  <c:v>-2060994</c:v>
                </c:pt>
                <c:pt idx="5582">
                  <c:v>-1968046</c:v>
                </c:pt>
                <c:pt idx="5583">
                  <c:v>-1984103</c:v>
                </c:pt>
                <c:pt idx="5584">
                  <c:v>-1975523</c:v>
                </c:pt>
                <c:pt idx="5585">
                  <c:v>-1970784</c:v>
                </c:pt>
                <c:pt idx="5586">
                  <c:v>-1987678</c:v>
                </c:pt>
                <c:pt idx="5587">
                  <c:v>-1966061</c:v>
                </c:pt>
                <c:pt idx="5588">
                  <c:v>-1966528</c:v>
                </c:pt>
                <c:pt idx="5589">
                  <c:v>-1970364</c:v>
                </c:pt>
                <c:pt idx="5590">
                  <c:v>-1966901</c:v>
                </c:pt>
                <c:pt idx="5591">
                  <c:v>-1968269</c:v>
                </c:pt>
                <c:pt idx="5592">
                  <c:v>-1959846</c:v>
                </c:pt>
                <c:pt idx="5593">
                  <c:v>-1960442</c:v>
                </c:pt>
                <c:pt idx="5594">
                  <c:v>-1970156</c:v>
                </c:pt>
                <c:pt idx="5595">
                  <c:v>-1973854</c:v>
                </c:pt>
                <c:pt idx="5596">
                  <c:v>-1965769</c:v>
                </c:pt>
                <c:pt idx="5597">
                  <c:v>-1967193</c:v>
                </c:pt>
                <c:pt idx="5598">
                  <c:v>-1967939</c:v>
                </c:pt>
                <c:pt idx="5599">
                  <c:v>-1966571</c:v>
                </c:pt>
                <c:pt idx="5600">
                  <c:v>-1967624</c:v>
                </c:pt>
                <c:pt idx="5601">
                  <c:v>-1966658</c:v>
                </c:pt>
                <c:pt idx="5602">
                  <c:v>-1967468</c:v>
                </c:pt>
                <c:pt idx="5603">
                  <c:v>-1966926</c:v>
                </c:pt>
                <c:pt idx="5604">
                  <c:v>-1972034</c:v>
                </c:pt>
                <c:pt idx="5605">
                  <c:v>-1962196</c:v>
                </c:pt>
                <c:pt idx="5606">
                  <c:v>-1966737</c:v>
                </c:pt>
                <c:pt idx="5607">
                  <c:v>-1919080</c:v>
                </c:pt>
                <c:pt idx="5608">
                  <c:v>-1963549</c:v>
                </c:pt>
                <c:pt idx="5609">
                  <c:v>-1965804</c:v>
                </c:pt>
                <c:pt idx="5610">
                  <c:v>-1924539</c:v>
                </c:pt>
                <c:pt idx="5611">
                  <c:v>-2005011</c:v>
                </c:pt>
                <c:pt idx="5612">
                  <c:v>-1977928</c:v>
                </c:pt>
                <c:pt idx="5613">
                  <c:v>-1974205</c:v>
                </c:pt>
                <c:pt idx="5614">
                  <c:v>-1927460</c:v>
                </c:pt>
                <c:pt idx="5615">
                  <c:v>-1971999</c:v>
                </c:pt>
                <c:pt idx="5616">
                  <c:v>-1965921</c:v>
                </c:pt>
                <c:pt idx="5617">
                  <c:v>-1967006</c:v>
                </c:pt>
                <c:pt idx="5618">
                  <c:v>-1963958</c:v>
                </c:pt>
                <c:pt idx="5619">
                  <c:v>-2005011</c:v>
                </c:pt>
                <c:pt idx="5620">
                  <c:v>-1965819</c:v>
                </c:pt>
                <c:pt idx="5621">
                  <c:v>-1966633</c:v>
                </c:pt>
                <c:pt idx="5622">
                  <c:v>-1963880</c:v>
                </c:pt>
                <c:pt idx="5623">
                  <c:v>-1989418</c:v>
                </c:pt>
                <c:pt idx="5624">
                  <c:v>-1968989</c:v>
                </c:pt>
                <c:pt idx="5625">
                  <c:v>-2030468</c:v>
                </c:pt>
                <c:pt idx="5626">
                  <c:v>-1965606</c:v>
                </c:pt>
                <c:pt idx="5627">
                  <c:v>-1969654</c:v>
                </c:pt>
                <c:pt idx="5628">
                  <c:v>-1976410</c:v>
                </c:pt>
                <c:pt idx="5629">
                  <c:v>-1962119</c:v>
                </c:pt>
                <c:pt idx="5630">
                  <c:v>-1976830</c:v>
                </c:pt>
                <c:pt idx="5631">
                  <c:v>-2030585</c:v>
                </c:pt>
                <c:pt idx="5632">
                  <c:v>-1964190</c:v>
                </c:pt>
                <c:pt idx="5633">
                  <c:v>-1966481</c:v>
                </c:pt>
                <c:pt idx="5634">
                  <c:v>-1965472</c:v>
                </c:pt>
                <c:pt idx="5635">
                  <c:v>-1960270</c:v>
                </c:pt>
                <c:pt idx="5636">
                  <c:v>-1976203</c:v>
                </c:pt>
                <c:pt idx="5637">
                  <c:v>-1966091</c:v>
                </c:pt>
                <c:pt idx="5638">
                  <c:v>-1966658</c:v>
                </c:pt>
                <c:pt idx="5639">
                  <c:v>-1971533</c:v>
                </c:pt>
                <c:pt idx="5640">
                  <c:v>-1901401</c:v>
                </c:pt>
                <c:pt idx="5641">
                  <c:v>-1944045</c:v>
                </c:pt>
                <c:pt idx="5642">
                  <c:v>-1972993</c:v>
                </c:pt>
                <c:pt idx="5643">
                  <c:v>-1968269</c:v>
                </c:pt>
                <c:pt idx="5644">
                  <c:v>-1968989</c:v>
                </c:pt>
                <c:pt idx="5645">
                  <c:v>-1954091</c:v>
                </c:pt>
                <c:pt idx="5646">
                  <c:v>-1964533</c:v>
                </c:pt>
                <c:pt idx="5647">
                  <c:v>-1959518</c:v>
                </c:pt>
                <c:pt idx="5648">
                  <c:v>-1969191</c:v>
                </c:pt>
                <c:pt idx="5649">
                  <c:v>-1959973</c:v>
                </c:pt>
                <c:pt idx="5650">
                  <c:v>-1975442</c:v>
                </c:pt>
                <c:pt idx="5651">
                  <c:v>-1920092</c:v>
                </c:pt>
                <c:pt idx="5652">
                  <c:v>-1987633</c:v>
                </c:pt>
                <c:pt idx="5653">
                  <c:v>-1976282</c:v>
                </c:pt>
                <c:pt idx="5654">
                  <c:v>-1990081</c:v>
                </c:pt>
                <c:pt idx="5655">
                  <c:v>-1967104</c:v>
                </c:pt>
                <c:pt idx="5656">
                  <c:v>-1965067</c:v>
                </c:pt>
                <c:pt idx="5657">
                  <c:v>-1970364</c:v>
                </c:pt>
                <c:pt idx="5658">
                  <c:v>-1987673</c:v>
                </c:pt>
                <c:pt idx="5659">
                  <c:v>-1966571</c:v>
                </c:pt>
                <c:pt idx="5660">
                  <c:v>-1961372</c:v>
                </c:pt>
                <c:pt idx="5661">
                  <c:v>-1983433</c:v>
                </c:pt>
                <c:pt idx="5662">
                  <c:v>-1961945</c:v>
                </c:pt>
                <c:pt idx="5663">
                  <c:v>-1944157</c:v>
                </c:pt>
                <c:pt idx="5664">
                  <c:v>-1973505</c:v>
                </c:pt>
                <c:pt idx="5665">
                  <c:v>-1967074</c:v>
                </c:pt>
                <c:pt idx="5666">
                  <c:v>-1969759</c:v>
                </c:pt>
                <c:pt idx="5667">
                  <c:v>-1975570</c:v>
                </c:pt>
                <c:pt idx="5668">
                  <c:v>-1969852</c:v>
                </c:pt>
                <c:pt idx="5669">
                  <c:v>-1924318</c:v>
                </c:pt>
                <c:pt idx="5670">
                  <c:v>-1930443</c:v>
                </c:pt>
                <c:pt idx="5671">
                  <c:v>-1966901</c:v>
                </c:pt>
                <c:pt idx="5672">
                  <c:v>-1967447</c:v>
                </c:pt>
                <c:pt idx="5673">
                  <c:v>-1969191</c:v>
                </c:pt>
                <c:pt idx="5674">
                  <c:v>-1992323</c:v>
                </c:pt>
                <c:pt idx="5675">
                  <c:v>-1967321</c:v>
                </c:pt>
                <c:pt idx="5676">
                  <c:v>-1973831</c:v>
                </c:pt>
                <c:pt idx="5677">
                  <c:v>-1967321</c:v>
                </c:pt>
                <c:pt idx="5678">
                  <c:v>-1966919</c:v>
                </c:pt>
                <c:pt idx="5679">
                  <c:v>-1930351</c:v>
                </c:pt>
                <c:pt idx="5680">
                  <c:v>-1965653</c:v>
                </c:pt>
                <c:pt idx="5681">
                  <c:v>-1975899</c:v>
                </c:pt>
                <c:pt idx="5682">
                  <c:v>-1965035</c:v>
                </c:pt>
                <c:pt idx="5683">
                  <c:v>-1978190</c:v>
                </c:pt>
                <c:pt idx="5684">
                  <c:v>-1920255</c:v>
                </c:pt>
                <c:pt idx="5685">
                  <c:v>-1971533</c:v>
                </c:pt>
                <c:pt idx="5686">
                  <c:v>-1968243</c:v>
                </c:pt>
                <c:pt idx="5687">
                  <c:v>-1972104</c:v>
                </c:pt>
                <c:pt idx="5688">
                  <c:v>-1965742</c:v>
                </c:pt>
                <c:pt idx="5689">
                  <c:v>-1968854</c:v>
                </c:pt>
                <c:pt idx="5690">
                  <c:v>-1967627</c:v>
                </c:pt>
                <c:pt idx="5691">
                  <c:v>-1965570</c:v>
                </c:pt>
                <c:pt idx="5692">
                  <c:v>-1969164</c:v>
                </c:pt>
                <c:pt idx="5693">
                  <c:v>-1992032</c:v>
                </c:pt>
                <c:pt idx="5694">
                  <c:v>-1970510</c:v>
                </c:pt>
                <c:pt idx="5695">
                  <c:v>-1919080</c:v>
                </c:pt>
                <c:pt idx="5696">
                  <c:v>-1966504</c:v>
                </c:pt>
                <c:pt idx="5697">
                  <c:v>-1970739</c:v>
                </c:pt>
                <c:pt idx="5698">
                  <c:v>-1987673</c:v>
                </c:pt>
                <c:pt idx="5699">
                  <c:v>-1969759</c:v>
                </c:pt>
                <c:pt idx="5700">
                  <c:v>-1964711</c:v>
                </c:pt>
                <c:pt idx="5701">
                  <c:v>-1966294</c:v>
                </c:pt>
                <c:pt idx="5702">
                  <c:v>-1974182</c:v>
                </c:pt>
                <c:pt idx="5703">
                  <c:v>-1969328</c:v>
                </c:pt>
                <c:pt idx="5704">
                  <c:v>-1969024</c:v>
                </c:pt>
                <c:pt idx="5705">
                  <c:v>-1966948</c:v>
                </c:pt>
                <c:pt idx="5706">
                  <c:v>-1975267</c:v>
                </c:pt>
                <c:pt idx="5707">
                  <c:v>-1976749</c:v>
                </c:pt>
                <c:pt idx="5708">
                  <c:v>-1967193</c:v>
                </c:pt>
                <c:pt idx="5709">
                  <c:v>-1984103</c:v>
                </c:pt>
                <c:pt idx="5710">
                  <c:v>-1963291</c:v>
                </c:pt>
                <c:pt idx="5711">
                  <c:v>-1974765</c:v>
                </c:pt>
                <c:pt idx="5712">
                  <c:v>-1973854</c:v>
                </c:pt>
                <c:pt idx="5713">
                  <c:v>-1963880</c:v>
                </c:pt>
                <c:pt idx="5714">
                  <c:v>-1970411</c:v>
                </c:pt>
                <c:pt idx="5715">
                  <c:v>-1984955</c:v>
                </c:pt>
                <c:pt idx="5716">
                  <c:v>-1924539</c:v>
                </c:pt>
                <c:pt idx="5717">
                  <c:v>-1977537</c:v>
                </c:pt>
                <c:pt idx="5718">
                  <c:v>-1968394</c:v>
                </c:pt>
                <c:pt idx="5719">
                  <c:v>-1967682</c:v>
                </c:pt>
                <c:pt idx="5720">
                  <c:v>-1976049</c:v>
                </c:pt>
                <c:pt idx="5721">
                  <c:v>-1972968</c:v>
                </c:pt>
                <c:pt idx="5722">
                  <c:v>-1973248</c:v>
                </c:pt>
                <c:pt idx="5723">
                  <c:v>-1971358</c:v>
                </c:pt>
                <c:pt idx="5724">
                  <c:v>-1972991</c:v>
                </c:pt>
                <c:pt idx="5725">
                  <c:v>-1960113</c:v>
                </c:pt>
                <c:pt idx="5726">
                  <c:v>-1975360</c:v>
                </c:pt>
                <c:pt idx="5727">
                  <c:v>-2030503</c:v>
                </c:pt>
                <c:pt idx="5728">
                  <c:v>-1967741</c:v>
                </c:pt>
                <c:pt idx="5729">
                  <c:v>-1984289</c:v>
                </c:pt>
                <c:pt idx="5730">
                  <c:v>-1967911</c:v>
                </c:pt>
                <c:pt idx="5731">
                  <c:v>-1966224</c:v>
                </c:pt>
                <c:pt idx="5732">
                  <c:v>-1973582</c:v>
                </c:pt>
                <c:pt idx="5733">
                  <c:v>-1963443</c:v>
                </c:pt>
                <c:pt idx="5734">
                  <c:v>-1965570</c:v>
                </c:pt>
                <c:pt idx="5735">
                  <c:v>-1967228</c:v>
                </c:pt>
                <c:pt idx="5736">
                  <c:v>-1966633</c:v>
                </c:pt>
                <c:pt idx="5737">
                  <c:v>-1967627</c:v>
                </c:pt>
                <c:pt idx="5738">
                  <c:v>-1989977</c:v>
                </c:pt>
                <c:pt idx="5739">
                  <c:v>-1920255</c:v>
                </c:pt>
                <c:pt idx="5740">
                  <c:v>-1964510</c:v>
                </c:pt>
                <c:pt idx="5741">
                  <c:v>-1965606</c:v>
                </c:pt>
                <c:pt idx="5742">
                  <c:v>-1968394</c:v>
                </c:pt>
                <c:pt idx="5743">
                  <c:v>-1963460</c:v>
                </c:pt>
                <c:pt idx="5744">
                  <c:v>-1963005</c:v>
                </c:pt>
                <c:pt idx="5745">
                  <c:v>-1988571</c:v>
                </c:pt>
                <c:pt idx="5746">
                  <c:v>-1967962</c:v>
                </c:pt>
                <c:pt idx="5747">
                  <c:v>-1965221</c:v>
                </c:pt>
                <c:pt idx="5748">
                  <c:v>-1967111</c:v>
                </c:pt>
                <c:pt idx="5749">
                  <c:v>-1967181</c:v>
                </c:pt>
                <c:pt idx="5750">
                  <c:v>-1959973</c:v>
                </c:pt>
                <c:pt idx="5751">
                  <c:v>-1967278</c:v>
                </c:pt>
                <c:pt idx="5752">
                  <c:v>-1981823</c:v>
                </c:pt>
                <c:pt idx="5753">
                  <c:v>-1977064</c:v>
                </c:pt>
                <c:pt idx="5754">
                  <c:v>-1969928</c:v>
                </c:pt>
                <c:pt idx="5755">
                  <c:v>-1969678</c:v>
                </c:pt>
                <c:pt idx="5756">
                  <c:v>-1967477</c:v>
                </c:pt>
                <c:pt idx="5757">
                  <c:v>-1992032</c:v>
                </c:pt>
                <c:pt idx="5758">
                  <c:v>-1965933</c:v>
                </c:pt>
                <c:pt idx="5759">
                  <c:v>-1975022</c:v>
                </c:pt>
                <c:pt idx="5760">
                  <c:v>-1987608</c:v>
                </c:pt>
                <c:pt idx="5761">
                  <c:v>-1974905</c:v>
                </c:pt>
                <c:pt idx="5762">
                  <c:v>-1966343</c:v>
                </c:pt>
                <c:pt idx="5763">
                  <c:v>-1982947</c:v>
                </c:pt>
                <c:pt idx="5764">
                  <c:v>-1965083</c:v>
                </c:pt>
                <c:pt idx="5765">
                  <c:v>-1960836</c:v>
                </c:pt>
                <c:pt idx="5766">
                  <c:v>-1966929</c:v>
                </c:pt>
                <c:pt idx="5767">
                  <c:v>-1964370</c:v>
                </c:pt>
                <c:pt idx="5768">
                  <c:v>-1978523</c:v>
                </c:pt>
                <c:pt idx="5769">
                  <c:v>-1963040</c:v>
                </c:pt>
                <c:pt idx="5770">
                  <c:v>-1966006</c:v>
                </c:pt>
                <c:pt idx="5771">
                  <c:v>-1966434</c:v>
                </c:pt>
                <c:pt idx="5772">
                  <c:v>-1972069</c:v>
                </c:pt>
                <c:pt idx="5773">
                  <c:v>-1963897</c:v>
                </c:pt>
                <c:pt idx="5774">
                  <c:v>-1970411</c:v>
                </c:pt>
                <c:pt idx="5775">
                  <c:v>-1967782</c:v>
                </c:pt>
                <c:pt idx="5776">
                  <c:v>-1963950</c:v>
                </c:pt>
                <c:pt idx="5777">
                  <c:v>-1965653</c:v>
                </c:pt>
                <c:pt idx="5778">
                  <c:v>-1969654</c:v>
                </c:pt>
                <c:pt idx="5779">
                  <c:v>-1968243</c:v>
                </c:pt>
                <c:pt idx="5780">
                  <c:v>-1920435</c:v>
                </c:pt>
                <c:pt idx="5781">
                  <c:v>-1962130</c:v>
                </c:pt>
                <c:pt idx="5782">
                  <c:v>-2061370</c:v>
                </c:pt>
                <c:pt idx="5783">
                  <c:v>-1967939</c:v>
                </c:pt>
                <c:pt idx="5784">
                  <c:v>-1972069</c:v>
                </c:pt>
                <c:pt idx="5785">
                  <c:v>-1964190</c:v>
                </c:pt>
                <c:pt idx="5786">
                  <c:v>-1973610</c:v>
                </c:pt>
                <c:pt idx="5787">
                  <c:v>-1968256</c:v>
                </c:pt>
                <c:pt idx="5788">
                  <c:v>-1960836</c:v>
                </c:pt>
                <c:pt idx="5789">
                  <c:v>-1977366</c:v>
                </c:pt>
                <c:pt idx="5790">
                  <c:v>-2061348</c:v>
                </c:pt>
                <c:pt idx="5791">
                  <c:v>-1925535</c:v>
                </c:pt>
                <c:pt idx="5792">
                  <c:v>-1967473</c:v>
                </c:pt>
                <c:pt idx="5793">
                  <c:v>-1990040</c:v>
                </c:pt>
                <c:pt idx="5794">
                  <c:v>-1967464</c:v>
                </c:pt>
                <c:pt idx="5795">
                  <c:v>-1967111</c:v>
                </c:pt>
                <c:pt idx="5796">
                  <c:v>-1955052</c:v>
                </c:pt>
                <c:pt idx="5797">
                  <c:v>-1966528</c:v>
                </c:pt>
                <c:pt idx="5798">
                  <c:v>-1990023</c:v>
                </c:pt>
                <c:pt idx="5799">
                  <c:v>-1960474</c:v>
                </c:pt>
                <c:pt idx="5800">
                  <c:v>-1970481</c:v>
                </c:pt>
                <c:pt idx="5801">
                  <c:v>-1960498</c:v>
                </c:pt>
                <c:pt idx="5802">
                  <c:v>-1963005</c:v>
                </c:pt>
                <c:pt idx="5803">
                  <c:v>-1963950</c:v>
                </c:pt>
                <c:pt idx="5804">
                  <c:v>-1920092</c:v>
                </c:pt>
                <c:pt idx="5805">
                  <c:v>-1897464</c:v>
                </c:pt>
                <c:pt idx="5806">
                  <c:v>-1977928</c:v>
                </c:pt>
                <c:pt idx="5807">
                  <c:v>-1967473</c:v>
                </c:pt>
                <c:pt idx="5808">
                  <c:v>-1963443</c:v>
                </c:pt>
                <c:pt idx="5809">
                  <c:v>-1962938</c:v>
                </c:pt>
                <c:pt idx="5810">
                  <c:v>-1962196</c:v>
                </c:pt>
                <c:pt idx="5811">
                  <c:v>-1962938</c:v>
                </c:pt>
                <c:pt idx="5812">
                  <c:v>-1962227</c:v>
                </c:pt>
                <c:pt idx="5813">
                  <c:v>-1973610</c:v>
                </c:pt>
                <c:pt idx="5814">
                  <c:v>-1973528</c:v>
                </c:pt>
                <c:pt idx="5815">
                  <c:v>-1971999</c:v>
                </c:pt>
                <c:pt idx="5816">
                  <c:v>-2061301</c:v>
                </c:pt>
                <c:pt idx="5817">
                  <c:v>-1966948</c:v>
                </c:pt>
                <c:pt idx="5818">
                  <c:v>-2061604</c:v>
                </c:pt>
                <c:pt idx="5819">
                  <c:v>-1972104</c:v>
                </c:pt>
                <c:pt idx="5820">
                  <c:v>-1983306</c:v>
                </c:pt>
                <c:pt idx="5821">
                  <c:v>-1963728</c:v>
                </c:pt>
                <c:pt idx="5822">
                  <c:v>-1962119</c:v>
                </c:pt>
                <c:pt idx="5823">
                  <c:v>-1967181</c:v>
                </c:pt>
                <c:pt idx="5824">
                  <c:v>-1961011</c:v>
                </c:pt>
                <c:pt idx="5825">
                  <c:v>-1965138</c:v>
                </c:pt>
                <c:pt idx="5826">
                  <c:v>-1972863</c:v>
                </c:pt>
                <c:pt idx="5827">
                  <c:v>-1977042</c:v>
                </c:pt>
                <c:pt idx="5828">
                  <c:v>-1961139</c:v>
                </c:pt>
                <c:pt idx="5829">
                  <c:v>-1969928</c:v>
                </c:pt>
                <c:pt idx="5830">
                  <c:v>-1976131</c:v>
                </c:pt>
                <c:pt idx="5831">
                  <c:v>-1973610</c:v>
                </c:pt>
                <c:pt idx="5832">
                  <c:v>-1966224</c:v>
                </c:pt>
                <c:pt idx="5833">
                  <c:v>-1969759</c:v>
                </c:pt>
                <c:pt idx="5834">
                  <c:v>-1964346</c:v>
                </c:pt>
                <c:pt idx="5835">
                  <c:v>-1966434</c:v>
                </c:pt>
                <c:pt idx="5836">
                  <c:v>-1975722</c:v>
                </c:pt>
                <c:pt idx="5837">
                  <c:v>-1967278</c:v>
                </c:pt>
                <c:pt idx="5838">
                  <c:v>-1966651</c:v>
                </c:pt>
                <c:pt idx="5839">
                  <c:v>-1972863</c:v>
                </c:pt>
                <c:pt idx="5840">
                  <c:v>-1967741</c:v>
                </c:pt>
                <c:pt idx="5841">
                  <c:v>-1988366</c:v>
                </c:pt>
                <c:pt idx="5842">
                  <c:v>-1973083</c:v>
                </c:pt>
                <c:pt idx="5843">
                  <c:v>-1967228</c:v>
                </c:pt>
                <c:pt idx="5844">
                  <c:v>-1966065</c:v>
                </c:pt>
                <c:pt idx="5845">
                  <c:v>-1967683</c:v>
                </c:pt>
                <c:pt idx="5846">
                  <c:v>-1970716</c:v>
                </c:pt>
                <c:pt idx="5847">
                  <c:v>-1967303</c:v>
                </c:pt>
                <c:pt idx="5848">
                  <c:v>-2003238</c:v>
                </c:pt>
                <c:pt idx="5849">
                  <c:v>-1974775</c:v>
                </c:pt>
                <c:pt idx="5850">
                  <c:v>-1970739</c:v>
                </c:pt>
                <c:pt idx="5851">
                  <c:v>-1975208</c:v>
                </c:pt>
                <c:pt idx="5852">
                  <c:v>-1966156</c:v>
                </c:pt>
                <c:pt idx="5853">
                  <c:v>-1990081</c:v>
                </c:pt>
                <c:pt idx="5854">
                  <c:v>-1971264</c:v>
                </c:pt>
                <c:pt idx="5855">
                  <c:v>-1975477</c:v>
                </c:pt>
                <c:pt idx="5856">
                  <c:v>-2004100</c:v>
                </c:pt>
                <c:pt idx="5857">
                  <c:v>-2030269</c:v>
                </c:pt>
                <c:pt idx="5858">
                  <c:v>-2093715</c:v>
                </c:pt>
                <c:pt idx="5859">
                  <c:v>-2000419</c:v>
                </c:pt>
                <c:pt idx="5860">
                  <c:v>-2121446</c:v>
                </c:pt>
                <c:pt idx="5861">
                  <c:v>-2077724</c:v>
                </c:pt>
                <c:pt idx="5862">
                  <c:v>-2124902</c:v>
                </c:pt>
                <c:pt idx="5863">
                  <c:v>-2142554</c:v>
                </c:pt>
                <c:pt idx="5864">
                  <c:v>-2120223</c:v>
                </c:pt>
                <c:pt idx="5865">
                  <c:v>-2181986</c:v>
                </c:pt>
                <c:pt idx="5866">
                  <c:v>-2134614</c:v>
                </c:pt>
                <c:pt idx="5867">
                  <c:v>-2127042</c:v>
                </c:pt>
                <c:pt idx="5868">
                  <c:v>-2123491</c:v>
                </c:pt>
                <c:pt idx="5869">
                  <c:v>-2105326</c:v>
                </c:pt>
                <c:pt idx="5870">
                  <c:v>-2122362</c:v>
                </c:pt>
                <c:pt idx="5871">
                  <c:v>-2018595</c:v>
                </c:pt>
                <c:pt idx="5872">
                  <c:v>-1998228</c:v>
                </c:pt>
                <c:pt idx="5873">
                  <c:v>-2070361</c:v>
                </c:pt>
                <c:pt idx="5874">
                  <c:v>-1990731</c:v>
                </c:pt>
                <c:pt idx="5875">
                  <c:v>-2020818</c:v>
                </c:pt>
                <c:pt idx="5876">
                  <c:v>-1980472</c:v>
                </c:pt>
                <c:pt idx="5877">
                  <c:v>-2143401</c:v>
                </c:pt>
                <c:pt idx="5878">
                  <c:v>-2031646</c:v>
                </c:pt>
                <c:pt idx="5879">
                  <c:v>-1969202</c:v>
                </c:pt>
                <c:pt idx="5880">
                  <c:v>-2043683</c:v>
                </c:pt>
                <c:pt idx="5881">
                  <c:v>-2225162</c:v>
                </c:pt>
                <c:pt idx="5882">
                  <c:v>-2055699</c:v>
                </c:pt>
                <c:pt idx="5883">
                  <c:v>-2039070</c:v>
                </c:pt>
                <c:pt idx="5884">
                  <c:v>-2037595</c:v>
                </c:pt>
                <c:pt idx="5885">
                  <c:v>-2139507</c:v>
                </c:pt>
                <c:pt idx="5886">
                  <c:v>-2121833</c:v>
                </c:pt>
                <c:pt idx="5887">
                  <c:v>-2201910</c:v>
                </c:pt>
                <c:pt idx="5888">
                  <c:v>-2054905</c:v>
                </c:pt>
                <c:pt idx="5889">
                  <c:v>-2125066</c:v>
                </c:pt>
                <c:pt idx="5890">
                  <c:v>-2138860</c:v>
                </c:pt>
                <c:pt idx="5891">
                  <c:v>-1983151</c:v>
                </c:pt>
                <c:pt idx="5892">
                  <c:v>-2088481</c:v>
                </c:pt>
                <c:pt idx="5893">
                  <c:v>-2070407</c:v>
                </c:pt>
                <c:pt idx="5894">
                  <c:v>-2096438</c:v>
                </c:pt>
                <c:pt idx="5895">
                  <c:v>-2177998</c:v>
                </c:pt>
                <c:pt idx="5896">
                  <c:v>-2008950</c:v>
                </c:pt>
                <c:pt idx="5897">
                  <c:v>-2118918</c:v>
                </c:pt>
                <c:pt idx="5898">
                  <c:v>-2209523</c:v>
                </c:pt>
                <c:pt idx="5899">
                  <c:v>-1986975</c:v>
                </c:pt>
                <c:pt idx="5900">
                  <c:v>-2127876</c:v>
                </c:pt>
                <c:pt idx="5901">
                  <c:v>-2130216</c:v>
                </c:pt>
                <c:pt idx="5902">
                  <c:v>-1986251</c:v>
                </c:pt>
                <c:pt idx="5903">
                  <c:v>-2163097</c:v>
                </c:pt>
                <c:pt idx="5904">
                  <c:v>-2127887</c:v>
                </c:pt>
                <c:pt idx="5905">
                  <c:v>-2037842</c:v>
                </c:pt>
                <c:pt idx="5906">
                  <c:v>-2013926</c:v>
                </c:pt>
                <c:pt idx="5907">
                  <c:v>-2170545</c:v>
                </c:pt>
                <c:pt idx="5908">
                  <c:v>-2003830</c:v>
                </c:pt>
                <c:pt idx="5909">
                  <c:v>-2068725</c:v>
                </c:pt>
                <c:pt idx="5910">
                  <c:v>-2040498</c:v>
                </c:pt>
                <c:pt idx="5911">
                  <c:v>-1990233</c:v>
                </c:pt>
                <c:pt idx="5912">
                  <c:v>-2202724</c:v>
                </c:pt>
                <c:pt idx="5913">
                  <c:v>-2049104</c:v>
                </c:pt>
                <c:pt idx="5914">
                  <c:v>-2061424</c:v>
                </c:pt>
                <c:pt idx="5915">
                  <c:v>-2171649</c:v>
                </c:pt>
                <c:pt idx="5916">
                  <c:v>-2013984</c:v>
                </c:pt>
                <c:pt idx="5917">
                  <c:v>-2058782</c:v>
                </c:pt>
                <c:pt idx="5918">
                  <c:v>-1993929</c:v>
                </c:pt>
                <c:pt idx="5919">
                  <c:v>-2199714</c:v>
                </c:pt>
                <c:pt idx="5920">
                  <c:v>-2010441</c:v>
                </c:pt>
                <c:pt idx="5921">
                  <c:v>-2012505</c:v>
                </c:pt>
                <c:pt idx="5922">
                  <c:v>-2082049</c:v>
                </c:pt>
                <c:pt idx="5923">
                  <c:v>-2032185</c:v>
                </c:pt>
                <c:pt idx="5924">
                  <c:v>-2054340</c:v>
                </c:pt>
                <c:pt idx="5925">
                  <c:v>-2036481</c:v>
                </c:pt>
                <c:pt idx="5926">
                  <c:v>-1992113</c:v>
                </c:pt>
                <c:pt idx="5927">
                  <c:v>-2198287</c:v>
                </c:pt>
                <c:pt idx="5928">
                  <c:v>-2156726</c:v>
                </c:pt>
                <c:pt idx="5929">
                  <c:v>-2123310</c:v>
                </c:pt>
                <c:pt idx="5930">
                  <c:v>-2034929</c:v>
                </c:pt>
                <c:pt idx="5931">
                  <c:v>-2164793</c:v>
                </c:pt>
                <c:pt idx="5932">
                  <c:v>-2021917</c:v>
                </c:pt>
                <c:pt idx="5933">
                  <c:v>-1994661</c:v>
                </c:pt>
                <c:pt idx="5934">
                  <c:v>-2120223</c:v>
                </c:pt>
                <c:pt idx="5935">
                  <c:v>-2131709</c:v>
                </c:pt>
                <c:pt idx="5936">
                  <c:v>-2140884</c:v>
                </c:pt>
                <c:pt idx="5937">
                  <c:v>-2148050</c:v>
                </c:pt>
                <c:pt idx="5938">
                  <c:v>-2016830</c:v>
                </c:pt>
                <c:pt idx="5939">
                  <c:v>-2004170</c:v>
                </c:pt>
                <c:pt idx="5940">
                  <c:v>-1993153</c:v>
                </c:pt>
                <c:pt idx="5941">
                  <c:v>-2146120</c:v>
                </c:pt>
                <c:pt idx="5942">
                  <c:v>-2046036</c:v>
                </c:pt>
                <c:pt idx="5943">
                  <c:v>-2063597</c:v>
                </c:pt>
                <c:pt idx="5944">
                  <c:v>-2187363</c:v>
                </c:pt>
                <c:pt idx="5945">
                  <c:v>-2017403</c:v>
                </c:pt>
                <c:pt idx="5946">
                  <c:v>-2095992</c:v>
                </c:pt>
                <c:pt idx="5947">
                  <c:v>-2134975</c:v>
                </c:pt>
                <c:pt idx="5948">
                  <c:v>-2069364</c:v>
                </c:pt>
                <c:pt idx="5949">
                  <c:v>-2224791</c:v>
                </c:pt>
                <c:pt idx="5950">
                  <c:v>-2049842</c:v>
                </c:pt>
                <c:pt idx="5951">
                  <c:v>-2133320</c:v>
                </c:pt>
                <c:pt idx="5952">
                  <c:v>-2044997</c:v>
                </c:pt>
                <c:pt idx="5953">
                  <c:v>-2070794</c:v>
                </c:pt>
                <c:pt idx="5954">
                  <c:v>-2126206</c:v>
                </c:pt>
                <c:pt idx="5955">
                  <c:v>-2126829</c:v>
                </c:pt>
                <c:pt idx="5956">
                  <c:v>-2019402</c:v>
                </c:pt>
                <c:pt idx="5957">
                  <c:v>-2056191</c:v>
                </c:pt>
                <c:pt idx="5958">
                  <c:v>-2015559</c:v>
                </c:pt>
                <c:pt idx="5959">
                  <c:v>-2024853</c:v>
                </c:pt>
                <c:pt idx="5960">
                  <c:v>-2077785</c:v>
                </c:pt>
                <c:pt idx="5961">
                  <c:v>-2177938</c:v>
                </c:pt>
                <c:pt idx="5962">
                  <c:v>-2072438</c:v>
                </c:pt>
                <c:pt idx="5963">
                  <c:v>-1998304</c:v>
                </c:pt>
                <c:pt idx="5964">
                  <c:v>-2127852</c:v>
                </c:pt>
                <c:pt idx="5965">
                  <c:v>-2057398</c:v>
                </c:pt>
                <c:pt idx="5966">
                  <c:v>-2216538</c:v>
                </c:pt>
                <c:pt idx="5967">
                  <c:v>-2024406</c:v>
                </c:pt>
                <c:pt idx="5968">
                  <c:v>-2038199</c:v>
                </c:pt>
                <c:pt idx="5969">
                  <c:v>-2087073</c:v>
                </c:pt>
                <c:pt idx="5970">
                  <c:v>-2127309</c:v>
                </c:pt>
                <c:pt idx="5971">
                  <c:v>-2109014</c:v>
                </c:pt>
                <c:pt idx="5972">
                  <c:v>-2178355</c:v>
                </c:pt>
                <c:pt idx="5973">
                  <c:v>-2003472</c:v>
                </c:pt>
                <c:pt idx="5974">
                  <c:v>-1998608</c:v>
                </c:pt>
                <c:pt idx="5975">
                  <c:v>-2176163</c:v>
                </c:pt>
                <c:pt idx="5976">
                  <c:v>-2167292</c:v>
                </c:pt>
                <c:pt idx="5977">
                  <c:v>-2176592</c:v>
                </c:pt>
                <c:pt idx="5978">
                  <c:v>-2201637</c:v>
                </c:pt>
                <c:pt idx="5979">
                  <c:v>-2029977</c:v>
                </c:pt>
                <c:pt idx="5980">
                  <c:v>-2181444</c:v>
                </c:pt>
                <c:pt idx="5981">
                  <c:v>-2104880</c:v>
                </c:pt>
                <c:pt idx="5982">
                  <c:v>-2080472</c:v>
                </c:pt>
                <c:pt idx="5983">
                  <c:v>-2014841</c:v>
                </c:pt>
                <c:pt idx="5984">
                  <c:v>-2129452</c:v>
                </c:pt>
                <c:pt idx="5985">
                  <c:v>-2052127</c:v>
                </c:pt>
                <c:pt idx="5986">
                  <c:v>-2002807</c:v>
                </c:pt>
                <c:pt idx="5987">
                  <c:v>-2017196</c:v>
                </c:pt>
                <c:pt idx="5988">
                  <c:v>-2158763</c:v>
                </c:pt>
                <c:pt idx="5989">
                  <c:v>-2066757</c:v>
                </c:pt>
                <c:pt idx="5990">
                  <c:v>-2026947</c:v>
                </c:pt>
                <c:pt idx="5991">
                  <c:v>-2202655</c:v>
                </c:pt>
                <c:pt idx="5992">
                  <c:v>-2035823</c:v>
                </c:pt>
                <c:pt idx="5993">
                  <c:v>-2010850</c:v>
                </c:pt>
                <c:pt idx="5994">
                  <c:v>-2172330</c:v>
                </c:pt>
                <c:pt idx="5995">
                  <c:v>-2025165</c:v>
                </c:pt>
                <c:pt idx="5996">
                  <c:v>-1985793</c:v>
                </c:pt>
                <c:pt idx="5997">
                  <c:v>-2033217</c:v>
                </c:pt>
                <c:pt idx="5998">
                  <c:v>-2183543</c:v>
                </c:pt>
                <c:pt idx="5999">
                  <c:v>-2007240</c:v>
                </c:pt>
                <c:pt idx="6000">
                  <c:v>-2040442</c:v>
                </c:pt>
                <c:pt idx="6001">
                  <c:v>-2247150</c:v>
                </c:pt>
                <c:pt idx="6002">
                  <c:v>-2004953</c:v>
                </c:pt>
                <c:pt idx="6003">
                  <c:v>-2067963</c:v>
                </c:pt>
                <c:pt idx="6004">
                  <c:v>-1994471</c:v>
                </c:pt>
                <c:pt idx="6005">
                  <c:v>-2160335</c:v>
                </c:pt>
                <c:pt idx="6006">
                  <c:v>-2014381</c:v>
                </c:pt>
                <c:pt idx="6007">
                  <c:v>-2013060</c:v>
                </c:pt>
                <c:pt idx="6008">
                  <c:v>-2061393</c:v>
                </c:pt>
                <c:pt idx="6009">
                  <c:v>-2129698</c:v>
                </c:pt>
                <c:pt idx="6010">
                  <c:v>-2018644</c:v>
                </c:pt>
                <c:pt idx="6011">
                  <c:v>-2016783</c:v>
                </c:pt>
                <c:pt idx="6012">
                  <c:v>-2031154</c:v>
                </c:pt>
                <c:pt idx="6013">
                  <c:v>-2191963</c:v>
                </c:pt>
                <c:pt idx="6014">
                  <c:v>-2063983</c:v>
                </c:pt>
                <c:pt idx="6015">
                  <c:v>-2024434</c:v>
                </c:pt>
                <c:pt idx="6016">
                  <c:v>-2150003</c:v>
                </c:pt>
                <c:pt idx="6017">
                  <c:v>-2127864</c:v>
                </c:pt>
                <c:pt idx="6018">
                  <c:v>-2013275</c:v>
                </c:pt>
                <c:pt idx="6019">
                  <c:v>-2004462</c:v>
                </c:pt>
                <c:pt idx="6020">
                  <c:v>-2042324</c:v>
                </c:pt>
                <c:pt idx="6021">
                  <c:v>-2036355</c:v>
                </c:pt>
                <c:pt idx="6022">
                  <c:v>-1989501</c:v>
                </c:pt>
                <c:pt idx="6023">
                  <c:v>-2085025</c:v>
                </c:pt>
                <c:pt idx="6024">
                  <c:v>-2016779</c:v>
                </c:pt>
                <c:pt idx="6025">
                  <c:v>-2010976</c:v>
                </c:pt>
                <c:pt idx="6026">
                  <c:v>-2038672</c:v>
                </c:pt>
                <c:pt idx="6027">
                  <c:v>-2017976</c:v>
                </c:pt>
                <c:pt idx="6028">
                  <c:v>-1980080</c:v>
                </c:pt>
                <c:pt idx="6029">
                  <c:v>-2021800</c:v>
                </c:pt>
                <c:pt idx="6030">
                  <c:v>-1995419</c:v>
                </c:pt>
                <c:pt idx="6031">
                  <c:v>-1980046</c:v>
                </c:pt>
                <c:pt idx="6032">
                  <c:v>-2005082</c:v>
                </c:pt>
                <c:pt idx="6033">
                  <c:v>-2021052</c:v>
                </c:pt>
                <c:pt idx="6034">
                  <c:v>-1982212</c:v>
                </c:pt>
                <c:pt idx="6035">
                  <c:v>-2135431</c:v>
                </c:pt>
                <c:pt idx="6036">
                  <c:v>-2181727</c:v>
                </c:pt>
                <c:pt idx="6037">
                  <c:v>-2229793</c:v>
                </c:pt>
                <c:pt idx="6038">
                  <c:v>-1999508</c:v>
                </c:pt>
                <c:pt idx="6039">
                  <c:v>-2143401</c:v>
                </c:pt>
                <c:pt idx="6040">
                  <c:v>-2104724</c:v>
                </c:pt>
                <c:pt idx="6041">
                  <c:v>-2113467</c:v>
                </c:pt>
                <c:pt idx="6042">
                  <c:v>-2076915</c:v>
                </c:pt>
                <c:pt idx="6043">
                  <c:v>-2168881</c:v>
                </c:pt>
                <c:pt idx="6044">
                  <c:v>-2141001</c:v>
                </c:pt>
                <c:pt idx="6045">
                  <c:v>-1995926</c:v>
                </c:pt>
                <c:pt idx="6046">
                  <c:v>-2133849</c:v>
                </c:pt>
                <c:pt idx="6047">
                  <c:v>-2039898</c:v>
                </c:pt>
                <c:pt idx="6048">
                  <c:v>-2158645</c:v>
                </c:pt>
                <c:pt idx="6049">
                  <c:v>-2003829</c:v>
                </c:pt>
                <c:pt idx="6050">
                  <c:v>-2151039</c:v>
                </c:pt>
                <c:pt idx="6051">
                  <c:v>-1981738</c:v>
                </c:pt>
                <c:pt idx="6052">
                  <c:v>-2071439</c:v>
                </c:pt>
                <c:pt idx="6053">
                  <c:v>-2133415</c:v>
                </c:pt>
                <c:pt idx="6054">
                  <c:v>-2114489</c:v>
                </c:pt>
                <c:pt idx="6055">
                  <c:v>-2130224</c:v>
                </c:pt>
                <c:pt idx="6056">
                  <c:v>-2027285</c:v>
                </c:pt>
                <c:pt idx="6057">
                  <c:v>-2109132</c:v>
                </c:pt>
                <c:pt idx="6058">
                  <c:v>-2053522</c:v>
                </c:pt>
                <c:pt idx="6059">
                  <c:v>-2171437</c:v>
                </c:pt>
                <c:pt idx="6060">
                  <c:v>-2138413</c:v>
                </c:pt>
                <c:pt idx="6061">
                  <c:v>-2137576</c:v>
                </c:pt>
                <c:pt idx="6062">
                  <c:v>-2083471</c:v>
                </c:pt>
                <c:pt idx="6063">
                  <c:v>-2151038</c:v>
                </c:pt>
                <c:pt idx="6064">
                  <c:v>-1995892</c:v>
                </c:pt>
                <c:pt idx="6065">
                  <c:v>-2163451</c:v>
                </c:pt>
                <c:pt idx="6066">
                  <c:v>-2113296</c:v>
                </c:pt>
                <c:pt idx="6067">
                  <c:v>-1964930</c:v>
                </c:pt>
                <c:pt idx="6068">
                  <c:v>-2033745</c:v>
                </c:pt>
                <c:pt idx="6069">
                  <c:v>-2133414</c:v>
                </c:pt>
                <c:pt idx="6070">
                  <c:v>-2019016</c:v>
                </c:pt>
                <c:pt idx="6071">
                  <c:v>-2013953</c:v>
                </c:pt>
                <c:pt idx="6072">
                  <c:v>-1973808</c:v>
                </c:pt>
                <c:pt idx="6073">
                  <c:v>-2083002</c:v>
                </c:pt>
                <c:pt idx="6074">
                  <c:v>-2161530</c:v>
                </c:pt>
                <c:pt idx="6075">
                  <c:v>-2026524</c:v>
                </c:pt>
                <c:pt idx="6076">
                  <c:v>-2011584</c:v>
                </c:pt>
                <c:pt idx="6077">
                  <c:v>-1996686</c:v>
                </c:pt>
                <c:pt idx="6078">
                  <c:v>-2070899</c:v>
                </c:pt>
                <c:pt idx="6079">
                  <c:v>-2167436</c:v>
                </c:pt>
                <c:pt idx="6080">
                  <c:v>-2140001</c:v>
                </c:pt>
                <c:pt idx="6081">
                  <c:v>-2082016</c:v>
                </c:pt>
                <c:pt idx="6082">
                  <c:v>-2124384</c:v>
                </c:pt>
                <c:pt idx="6083">
                  <c:v>-2020463</c:v>
                </c:pt>
                <c:pt idx="6084">
                  <c:v>-2138260</c:v>
                </c:pt>
                <c:pt idx="6085">
                  <c:v>-2067630</c:v>
                </c:pt>
                <c:pt idx="6086">
                  <c:v>-2100935</c:v>
                </c:pt>
                <c:pt idx="6087">
                  <c:v>-2095606</c:v>
                </c:pt>
                <c:pt idx="6088">
                  <c:v>-2170150</c:v>
                </c:pt>
                <c:pt idx="6089">
                  <c:v>-2183448</c:v>
                </c:pt>
                <c:pt idx="6090">
                  <c:v>-2156207</c:v>
                </c:pt>
                <c:pt idx="6091">
                  <c:v>-2188727</c:v>
                </c:pt>
                <c:pt idx="6092">
                  <c:v>-2186939</c:v>
                </c:pt>
                <c:pt idx="6093">
                  <c:v>-1994495</c:v>
                </c:pt>
                <c:pt idx="6094">
                  <c:v>-2144778</c:v>
                </c:pt>
                <c:pt idx="6095">
                  <c:v>-2022888</c:v>
                </c:pt>
                <c:pt idx="6096">
                  <c:v>-2018092</c:v>
                </c:pt>
                <c:pt idx="6097">
                  <c:v>-2013137</c:v>
                </c:pt>
                <c:pt idx="6098">
                  <c:v>-2078404</c:v>
                </c:pt>
                <c:pt idx="6099">
                  <c:v>-2184769</c:v>
                </c:pt>
                <c:pt idx="6100">
                  <c:v>-2161189</c:v>
                </c:pt>
                <c:pt idx="6101">
                  <c:v>-2011423</c:v>
                </c:pt>
                <c:pt idx="6102">
                  <c:v>-2205700</c:v>
                </c:pt>
                <c:pt idx="6103">
                  <c:v>-2197493</c:v>
                </c:pt>
                <c:pt idx="6104">
                  <c:v>-2004918</c:v>
                </c:pt>
                <c:pt idx="6105">
                  <c:v>-1978138</c:v>
                </c:pt>
                <c:pt idx="6106">
                  <c:v>-2123338</c:v>
                </c:pt>
                <c:pt idx="6107">
                  <c:v>-2187615</c:v>
                </c:pt>
                <c:pt idx="6108">
                  <c:v>-2138613</c:v>
                </c:pt>
                <c:pt idx="6109">
                  <c:v>-2030075</c:v>
                </c:pt>
                <c:pt idx="6110">
                  <c:v>-2134814</c:v>
                </c:pt>
                <c:pt idx="6111">
                  <c:v>-2012515</c:v>
                </c:pt>
                <c:pt idx="6112">
                  <c:v>-2094543</c:v>
                </c:pt>
                <c:pt idx="6113">
                  <c:v>-2069680</c:v>
                </c:pt>
                <c:pt idx="6114">
                  <c:v>-2216566</c:v>
                </c:pt>
                <c:pt idx="6115">
                  <c:v>-2084820</c:v>
                </c:pt>
                <c:pt idx="6116">
                  <c:v>-2117570</c:v>
                </c:pt>
                <c:pt idx="6117">
                  <c:v>-2063268</c:v>
                </c:pt>
                <c:pt idx="6118">
                  <c:v>-2024875</c:v>
                </c:pt>
                <c:pt idx="6119">
                  <c:v>-2013252</c:v>
                </c:pt>
                <c:pt idx="6120">
                  <c:v>-2085524</c:v>
                </c:pt>
                <c:pt idx="6121">
                  <c:v>-2174913</c:v>
                </c:pt>
                <c:pt idx="6122">
                  <c:v>-2048964</c:v>
                </c:pt>
                <c:pt idx="6123">
                  <c:v>-2119648</c:v>
                </c:pt>
                <c:pt idx="6124">
                  <c:v>-2124438</c:v>
                </c:pt>
                <c:pt idx="6125">
                  <c:v>-2085454</c:v>
                </c:pt>
                <c:pt idx="6126">
                  <c:v>-1981593</c:v>
                </c:pt>
                <c:pt idx="6127">
                  <c:v>-2179216</c:v>
                </c:pt>
                <c:pt idx="6128">
                  <c:v>-2126292</c:v>
                </c:pt>
                <c:pt idx="6129">
                  <c:v>-2152099</c:v>
                </c:pt>
                <c:pt idx="6130">
                  <c:v>-2187505</c:v>
                </c:pt>
                <c:pt idx="6131">
                  <c:v>-2080726</c:v>
                </c:pt>
                <c:pt idx="6132">
                  <c:v>-2058288</c:v>
                </c:pt>
                <c:pt idx="6133">
                  <c:v>-2084609</c:v>
                </c:pt>
                <c:pt idx="6134">
                  <c:v>-1974855</c:v>
                </c:pt>
                <c:pt idx="6135">
                  <c:v>-2169209</c:v>
                </c:pt>
                <c:pt idx="6136">
                  <c:v>-2133414</c:v>
                </c:pt>
                <c:pt idx="6137">
                  <c:v>-2003060</c:v>
                </c:pt>
                <c:pt idx="6138">
                  <c:v>-2088024</c:v>
                </c:pt>
                <c:pt idx="6139">
                  <c:v>-2161377</c:v>
                </c:pt>
                <c:pt idx="6140">
                  <c:v>-2024345</c:v>
                </c:pt>
                <c:pt idx="6141">
                  <c:v>-2027064</c:v>
                </c:pt>
                <c:pt idx="6142">
                  <c:v>-2015636</c:v>
                </c:pt>
                <c:pt idx="6143">
                  <c:v>-2059999</c:v>
                </c:pt>
                <c:pt idx="6144">
                  <c:v>-2100662</c:v>
                </c:pt>
                <c:pt idx="6145">
                  <c:v>-2020010</c:v>
                </c:pt>
                <c:pt idx="6146">
                  <c:v>-2008297</c:v>
                </c:pt>
                <c:pt idx="6147">
                  <c:v>-2141682</c:v>
                </c:pt>
                <c:pt idx="6148">
                  <c:v>-2082223</c:v>
                </c:pt>
                <c:pt idx="6149">
                  <c:v>-2013158</c:v>
                </c:pt>
                <c:pt idx="6150">
                  <c:v>-2141107</c:v>
                </c:pt>
                <c:pt idx="6151">
                  <c:v>-2138436</c:v>
                </c:pt>
                <c:pt idx="6152">
                  <c:v>-2068121</c:v>
                </c:pt>
                <c:pt idx="6153">
                  <c:v>-2049187</c:v>
                </c:pt>
                <c:pt idx="6154">
                  <c:v>-2108039</c:v>
                </c:pt>
                <c:pt idx="6155">
                  <c:v>-2165064</c:v>
                </c:pt>
                <c:pt idx="6156">
                  <c:v>-2014515</c:v>
                </c:pt>
                <c:pt idx="6157">
                  <c:v>-2023994</c:v>
                </c:pt>
                <c:pt idx="6158">
                  <c:v>-2093938</c:v>
                </c:pt>
                <c:pt idx="6159">
                  <c:v>-1979221</c:v>
                </c:pt>
                <c:pt idx="6160">
                  <c:v>-2118848</c:v>
                </c:pt>
                <c:pt idx="6161">
                  <c:v>-2061487</c:v>
                </c:pt>
                <c:pt idx="6162">
                  <c:v>-2199536</c:v>
                </c:pt>
                <c:pt idx="6163">
                  <c:v>-2019299</c:v>
                </c:pt>
                <c:pt idx="6164">
                  <c:v>-2036975</c:v>
                </c:pt>
                <c:pt idx="6165">
                  <c:v>-2025255</c:v>
                </c:pt>
                <c:pt idx="6166">
                  <c:v>-2206194</c:v>
                </c:pt>
                <c:pt idx="6167">
                  <c:v>-2179699</c:v>
                </c:pt>
                <c:pt idx="6168">
                  <c:v>-2184971</c:v>
                </c:pt>
                <c:pt idx="6169">
                  <c:v>-2163097</c:v>
                </c:pt>
                <c:pt idx="6170">
                  <c:v>-2121011</c:v>
                </c:pt>
                <c:pt idx="6171">
                  <c:v>-2022069</c:v>
                </c:pt>
                <c:pt idx="6172">
                  <c:v>-2127811</c:v>
                </c:pt>
                <c:pt idx="6173">
                  <c:v>-1990589</c:v>
                </c:pt>
                <c:pt idx="6174">
                  <c:v>-2049327</c:v>
                </c:pt>
                <c:pt idx="6175">
                  <c:v>-2035177</c:v>
                </c:pt>
                <c:pt idx="6176">
                  <c:v>-2043905</c:v>
                </c:pt>
                <c:pt idx="6177">
                  <c:v>-2130768</c:v>
                </c:pt>
                <c:pt idx="6178">
                  <c:v>-2016876</c:v>
                </c:pt>
                <c:pt idx="6179">
                  <c:v>-2200267</c:v>
                </c:pt>
                <c:pt idx="6180">
                  <c:v>-2061968</c:v>
                </c:pt>
                <c:pt idx="6181">
                  <c:v>-2090699</c:v>
                </c:pt>
                <c:pt idx="6182">
                  <c:v>-2156620</c:v>
                </c:pt>
                <c:pt idx="6183">
                  <c:v>-2115605</c:v>
                </c:pt>
                <c:pt idx="6184">
                  <c:v>-1987345</c:v>
                </c:pt>
                <c:pt idx="6185">
                  <c:v>-2074217</c:v>
                </c:pt>
                <c:pt idx="6186">
                  <c:v>-2143013</c:v>
                </c:pt>
                <c:pt idx="6187">
                  <c:v>-2128651</c:v>
                </c:pt>
                <c:pt idx="6188">
                  <c:v>-2130686</c:v>
                </c:pt>
                <c:pt idx="6189">
                  <c:v>-2070134</c:v>
                </c:pt>
                <c:pt idx="6190">
                  <c:v>-2022046</c:v>
                </c:pt>
                <c:pt idx="6191">
                  <c:v>-2064886</c:v>
                </c:pt>
                <c:pt idx="6192">
                  <c:v>-2164343</c:v>
                </c:pt>
                <c:pt idx="6193">
                  <c:v>-2020540</c:v>
                </c:pt>
                <c:pt idx="6194">
                  <c:v>-2079155</c:v>
                </c:pt>
                <c:pt idx="6195">
                  <c:v>-2144025</c:v>
                </c:pt>
                <c:pt idx="6196">
                  <c:v>-2032270</c:v>
                </c:pt>
                <c:pt idx="6197">
                  <c:v>-2002672</c:v>
                </c:pt>
                <c:pt idx="6198">
                  <c:v>-2168928</c:v>
                </c:pt>
                <c:pt idx="6199">
                  <c:v>-2021911</c:v>
                </c:pt>
                <c:pt idx="6200">
                  <c:v>-2035776</c:v>
                </c:pt>
                <c:pt idx="6201">
                  <c:v>-2178285</c:v>
                </c:pt>
                <c:pt idx="6202">
                  <c:v>-2091724</c:v>
                </c:pt>
                <c:pt idx="6203">
                  <c:v>-2095781</c:v>
                </c:pt>
                <c:pt idx="6204">
                  <c:v>-1995699</c:v>
                </c:pt>
                <c:pt idx="6205">
                  <c:v>-2125203</c:v>
                </c:pt>
                <c:pt idx="6206">
                  <c:v>-2012913</c:v>
                </c:pt>
                <c:pt idx="6207">
                  <c:v>-2159797</c:v>
                </c:pt>
                <c:pt idx="6208">
                  <c:v>-1997445</c:v>
                </c:pt>
                <c:pt idx="6209">
                  <c:v>-2199510</c:v>
                </c:pt>
                <c:pt idx="6210">
                  <c:v>-2013617</c:v>
                </c:pt>
                <c:pt idx="6211">
                  <c:v>-2172828</c:v>
                </c:pt>
                <c:pt idx="6212">
                  <c:v>-2037800</c:v>
                </c:pt>
                <c:pt idx="6213">
                  <c:v>-2222654</c:v>
                </c:pt>
                <c:pt idx="6214">
                  <c:v>-2004883</c:v>
                </c:pt>
                <c:pt idx="6215">
                  <c:v>-2006823</c:v>
                </c:pt>
                <c:pt idx="6216">
                  <c:v>-2038146</c:v>
                </c:pt>
                <c:pt idx="6217">
                  <c:v>-2042887</c:v>
                </c:pt>
                <c:pt idx="6218">
                  <c:v>-2072060</c:v>
                </c:pt>
                <c:pt idx="6219">
                  <c:v>-2130639</c:v>
                </c:pt>
                <c:pt idx="6220">
                  <c:v>-2175338</c:v>
                </c:pt>
                <c:pt idx="6221">
                  <c:v>-2026607</c:v>
                </c:pt>
                <c:pt idx="6222">
                  <c:v>-2182104</c:v>
                </c:pt>
                <c:pt idx="6223">
                  <c:v>-2037464</c:v>
                </c:pt>
                <c:pt idx="6224">
                  <c:v>-2028222</c:v>
                </c:pt>
                <c:pt idx="6225">
                  <c:v>-1997790</c:v>
                </c:pt>
                <c:pt idx="6226">
                  <c:v>-2120341</c:v>
                </c:pt>
                <c:pt idx="6227">
                  <c:v>-2170707</c:v>
                </c:pt>
                <c:pt idx="6228">
                  <c:v>-2136079</c:v>
                </c:pt>
                <c:pt idx="6229">
                  <c:v>-2058793</c:v>
                </c:pt>
                <c:pt idx="6230">
                  <c:v>-1997075</c:v>
                </c:pt>
                <c:pt idx="6231">
                  <c:v>-2121522</c:v>
                </c:pt>
                <c:pt idx="6232">
                  <c:v>-2219219</c:v>
                </c:pt>
                <c:pt idx="6233">
                  <c:v>-2129028</c:v>
                </c:pt>
                <c:pt idx="6234">
                  <c:v>-2104634</c:v>
                </c:pt>
                <c:pt idx="6235">
                  <c:v>-2192624</c:v>
                </c:pt>
                <c:pt idx="6236">
                  <c:v>-2022378</c:v>
                </c:pt>
                <c:pt idx="6237">
                  <c:v>-2018817</c:v>
                </c:pt>
                <c:pt idx="6238">
                  <c:v>-2177401</c:v>
                </c:pt>
                <c:pt idx="6239">
                  <c:v>-2014833</c:v>
                </c:pt>
                <c:pt idx="6240">
                  <c:v>-2033930</c:v>
                </c:pt>
                <c:pt idx="6241">
                  <c:v>-2033916</c:v>
                </c:pt>
                <c:pt idx="6242">
                  <c:v>-2033324</c:v>
                </c:pt>
                <c:pt idx="6243">
                  <c:v>-2034139</c:v>
                </c:pt>
                <c:pt idx="6244">
                  <c:v>-2034260</c:v>
                </c:pt>
                <c:pt idx="6245">
                  <c:v>-2034455</c:v>
                </c:pt>
                <c:pt idx="6246">
                  <c:v>-2034081</c:v>
                </c:pt>
                <c:pt idx="6247">
                  <c:v>-2155842</c:v>
                </c:pt>
                <c:pt idx="6248">
                  <c:v>-2033716</c:v>
                </c:pt>
                <c:pt idx="6249">
                  <c:v>-2033644</c:v>
                </c:pt>
                <c:pt idx="6250">
                  <c:v>-2036120</c:v>
                </c:pt>
                <c:pt idx="6251">
                  <c:v>-2039364</c:v>
                </c:pt>
                <c:pt idx="6252">
                  <c:v>-2034810</c:v>
                </c:pt>
                <c:pt idx="6253">
                  <c:v>-2034028</c:v>
                </c:pt>
                <c:pt idx="6254">
                  <c:v>-2034751</c:v>
                </c:pt>
                <c:pt idx="6255">
                  <c:v>-2035734</c:v>
                </c:pt>
                <c:pt idx="6256">
                  <c:v>-2031379</c:v>
                </c:pt>
                <c:pt idx="6257">
                  <c:v>-1990688</c:v>
                </c:pt>
                <c:pt idx="6258">
                  <c:v>-2037281</c:v>
                </c:pt>
                <c:pt idx="6259">
                  <c:v>-2032675</c:v>
                </c:pt>
                <c:pt idx="6260">
                  <c:v>-2115667</c:v>
                </c:pt>
                <c:pt idx="6261">
                  <c:v>-2035734</c:v>
                </c:pt>
                <c:pt idx="6262">
                  <c:v>-2143001</c:v>
                </c:pt>
                <c:pt idx="6263">
                  <c:v>-2033644</c:v>
                </c:pt>
                <c:pt idx="6264">
                  <c:v>-2028111</c:v>
                </c:pt>
                <c:pt idx="6265">
                  <c:v>-2035975</c:v>
                </c:pt>
                <c:pt idx="6266">
                  <c:v>-2033792</c:v>
                </c:pt>
                <c:pt idx="6267">
                  <c:v>-2035245</c:v>
                </c:pt>
                <c:pt idx="6268">
                  <c:v>-2033757</c:v>
                </c:pt>
                <c:pt idx="6269">
                  <c:v>-2071485</c:v>
                </c:pt>
                <c:pt idx="6270">
                  <c:v>-2034166</c:v>
                </c:pt>
                <c:pt idx="6271">
                  <c:v>-2034892</c:v>
                </c:pt>
                <c:pt idx="6272">
                  <c:v>-2034798</c:v>
                </c:pt>
                <c:pt idx="6273">
                  <c:v>-2033079</c:v>
                </c:pt>
                <c:pt idx="6274">
                  <c:v>-2143130</c:v>
                </c:pt>
                <c:pt idx="6275">
                  <c:v>-2036325</c:v>
                </c:pt>
                <c:pt idx="6276">
                  <c:v>-2034002</c:v>
                </c:pt>
                <c:pt idx="6277">
                  <c:v>-2037005</c:v>
                </c:pt>
                <c:pt idx="6278">
                  <c:v>-2034303</c:v>
                </c:pt>
                <c:pt idx="6279">
                  <c:v>-2058007</c:v>
                </c:pt>
                <c:pt idx="6280">
                  <c:v>-2034419</c:v>
                </c:pt>
                <c:pt idx="6281">
                  <c:v>-2025961</c:v>
                </c:pt>
                <c:pt idx="6282">
                  <c:v>-2035688</c:v>
                </c:pt>
                <c:pt idx="6283">
                  <c:v>-2033944</c:v>
                </c:pt>
                <c:pt idx="6284">
                  <c:v>-2033079</c:v>
                </c:pt>
                <c:pt idx="6285">
                  <c:v>-1995179</c:v>
                </c:pt>
                <c:pt idx="6286">
                  <c:v>-2031463</c:v>
                </c:pt>
                <c:pt idx="6287">
                  <c:v>-2143849</c:v>
                </c:pt>
                <c:pt idx="6288">
                  <c:v>-2030563</c:v>
                </c:pt>
                <c:pt idx="6289">
                  <c:v>-2034740</c:v>
                </c:pt>
                <c:pt idx="6290">
                  <c:v>-2035165</c:v>
                </c:pt>
                <c:pt idx="6291">
                  <c:v>-1990128</c:v>
                </c:pt>
                <c:pt idx="6292">
                  <c:v>-2026086</c:v>
                </c:pt>
                <c:pt idx="6293">
                  <c:v>-2030815</c:v>
                </c:pt>
                <c:pt idx="6294">
                  <c:v>-2031451</c:v>
                </c:pt>
                <c:pt idx="6295">
                  <c:v>-2156467</c:v>
                </c:pt>
                <c:pt idx="6296">
                  <c:v>-2028491</c:v>
                </c:pt>
                <c:pt idx="6297">
                  <c:v>-1990140</c:v>
                </c:pt>
                <c:pt idx="6298">
                  <c:v>-2033766</c:v>
                </c:pt>
                <c:pt idx="6299">
                  <c:v>-2071486</c:v>
                </c:pt>
                <c:pt idx="6300">
                  <c:v>-2032832</c:v>
                </c:pt>
                <c:pt idx="6301">
                  <c:v>-2034759</c:v>
                </c:pt>
                <c:pt idx="6302">
                  <c:v>-2030269</c:v>
                </c:pt>
                <c:pt idx="6303">
                  <c:v>-2033265</c:v>
                </c:pt>
                <c:pt idx="6304">
                  <c:v>-2034588</c:v>
                </c:pt>
                <c:pt idx="6305">
                  <c:v>-2028830</c:v>
                </c:pt>
                <c:pt idx="6306">
                  <c:v>-2035016</c:v>
                </c:pt>
                <c:pt idx="6307">
                  <c:v>-2071151</c:v>
                </c:pt>
                <c:pt idx="6308">
                  <c:v>-2034143</c:v>
                </c:pt>
                <c:pt idx="6309">
                  <c:v>-2142819</c:v>
                </c:pt>
                <c:pt idx="6310">
                  <c:v>-2027952</c:v>
                </c:pt>
                <c:pt idx="6311">
                  <c:v>-2033593</c:v>
                </c:pt>
                <c:pt idx="6312">
                  <c:v>-2070735</c:v>
                </c:pt>
                <c:pt idx="6313">
                  <c:v>-2031556</c:v>
                </c:pt>
                <c:pt idx="6314">
                  <c:v>-2034166</c:v>
                </c:pt>
                <c:pt idx="6315">
                  <c:v>-2035430</c:v>
                </c:pt>
                <c:pt idx="6316">
                  <c:v>-1996505</c:v>
                </c:pt>
                <c:pt idx="6317">
                  <c:v>-2032905</c:v>
                </c:pt>
                <c:pt idx="6318">
                  <c:v>-2032556</c:v>
                </c:pt>
                <c:pt idx="6319">
                  <c:v>-2034798</c:v>
                </c:pt>
                <c:pt idx="6320">
                  <c:v>-1995179</c:v>
                </c:pt>
                <c:pt idx="6321">
                  <c:v>-2071486</c:v>
                </c:pt>
                <c:pt idx="6322">
                  <c:v>-2035272</c:v>
                </c:pt>
                <c:pt idx="6323">
                  <c:v>-2035407</c:v>
                </c:pt>
                <c:pt idx="6324">
                  <c:v>-2027363</c:v>
                </c:pt>
                <c:pt idx="6325">
                  <c:v>-2034168</c:v>
                </c:pt>
                <c:pt idx="6326">
                  <c:v>-2033323</c:v>
                </c:pt>
                <c:pt idx="6327">
                  <c:v>-2031756</c:v>
                </c:pt>
                <c:pt idx="6328">
                  <c:v>-2034168</c:v>
                </c:pt>
                <c:pt idx="6329">
                  <c:v>-2035047</c:v>
                </c:pt>
                <c:pt idx="6330">
                  <c:v>-2034950</c:v>
                </c:pt>
                <c:pt idx="6331">
                  <c:v>-2033400</c:v>
                </c:pt>
                <c:pt idx="6332">
                  <c:v>-2030269</c:v>
                </c:pt>
                <c:pt idx="6333">
                  <c:v>-2031703</c:v>
                </c:pt>
                <c:pt idx="6334">
                  <c:v>-1994923</c:v>
                </c:pt>
                <c:pt idx="6335">
                  <c:v>-2033253</c:v>
                </c:pt>
                <c:pt idx="6336">
                  <c:v>-2032130</c:v>
                </c:pt>
                <c:pt idx="6337">
                  <c:v>-2031463</c:v>
                </c:pt>
                <c:pt idx="6338">
                  <c:v>-2035798</c:v>
                </c:pt>
                <c:pt idx="6339">
                  <c:v>-2035165</c:v>
                </c:pt>
                <c:pt idx="6340">
                  <c:v>-2034016</c:v>
                </c:pt>
                <c:pt idx="6341">
                  <c:v>-2025409</c:v>
                </c:pt>
                <c:pt idx="6342">
                  <c:v>-2057667</c:v>
                </c:pt>
                <c:pt idx="6343">
                  <c:v>-2034166</c:v>
                </c:pt>
                <c:pt idx="6344">
                  <c:v>-2033714</c:v>
                </c:pt>
                <c:pt idx="6345">
                  <c:v>-2033792</c:v>
                </c:pt>
                <c:pt idx="6346">
                  <c:v>-2034923</c:v>
                </c:pt>
                <c:pt idx="6347">
                  <c:v>-2037841</c:v>
                </c:pt>
                <c:pt idx="6348">
                  <c:v>-2031814</c:v>
                </c:pt>
                <c:pt idx="6349">
                  <c:v>-2035430</c:v>
                </c:pt>
                <c:pt idx="6350">
                  <c:v>-2034094</c:v>
                </c:pt>
                <c:pt idx="6351">
                  <c:v>-2033792</c:v>
                </c:pt>
                <c:pt idx="6352">
                  <c:v>-2031734</c:v>
                </c:pt>
                <c:pt idx="6353">
                  <c:v>-2030801</c:v>
                </c:pt>
                <c:pt idx="6354">
                  <c:v>-2035855</c:v>
                </c:pt>
                <c:pt idx="6355">
                  <c:v>-2034260</c:v>
                </c:pt>
                <c:pt idx="6356">
                  <c:v>-2034923</c:v>
                </c:pt>
                <c:pt idx="6357">
                  <c:v>-2032905</c:v>
                </c:pt>
                <c:pt idx="6358">
                  <c:v>-2027087</c:v>
                </c:pt>
                <c:pt idx="6359">
                  <c:v>-2028338</c:v>
                </c:pt>
                <c:pt idx="6360">
                  <c:v>-2031379</c:v>
                </c:pt>
                <c:pt idx="6361">
                  <c:v>-2440667</c:v>
                </c:pt>
                <c:pt idx="6362">
                  <c:v>-2421307</c:v>
                </c:pt>
                <c:pt idx="6363">
                  <c:v>-2187434</c:v>
                </c:pt>
                <c:pt idx="6364">
                  <c:v>-2495302</c:v>
                </c:pt>
                <c:pt idx="6365">
                  <c:v>-2084801</c:v>
                </c:pt>
                <c:pt idx="6366">
                  <c:v>-2054000</c:v>
                </c:pt>
                <c:pt idx="6367">
                  <c:v>-2102038</c:v>
                </c:pt>
                <c:pt idx="6368">
                  <c:v>-2226698</c:v>
                </c:pt>
                <c:pt idx="6369">
                  <c:v>-2120082</c:v>
                </c:pt>
                <c:pt idx="6370">
                  <c:v>-2113090</c:v>
                </c:pt>
                <c:pt idx="6371">
                  <c:v>-2232109</c:v>
                </c:pt>
                <c:pt idx="6372">
                  <c:v>-2087915</c:v>
                </c:pt>
                <c:pt idx="6373">
                  <c:v>-2038853</c:v>
                </c:pt>
                <c:pt idx="6374">
                  <c:v>-2139083</c:v>
                </c:pt>
                <c:pt idx="6375">
                  <c:v>-2121180</c:v>
                </c:pt>
                <c:pt idx="6376">
                  <c:v>-2198405</c:v>
                </c:pt>
                <c:pt idx="6377">
                  <c:v>-2212688</c:v>
                </c:pt>
                <c:pt idx="6378">
                  <c:v>-2087328</c:v>
                </c:pt>
                <c:pt idx="6379">
                  <c:v>-2132460</c:v>
                </c:pt>
                <c:pt idx="6380">
                  <c:v>-2273422</c:v>
                </c:pt>
                <c:pt idx="6381">
                  <c:v>-2156914</c:v>
                </c:pt>
                <c:pt idx="6382">
                  <c:v>-2382159</c:v>
                </c:pt>
                <c:pt idx="6383">
                  <c:v>-2170766</c:v>
                </c:pt>
                <c:pt idx="6384">
                  <c:v>-2133273</c:v>
                </c:pt>
                <c:pt idx="6385">
                  <c:v>-2094007</c:v>
                </c:pt>
                <c:pt idx="6386">
                  <c:v>-2196088</c:v>
                </c:pt>
                <c:pt idx="6387">
                  <c:v>-2071720</c:v>
                </c:pt>
                <c:pt idx="6388">
                  <c:v>-2208543</c:v>
                </c:pt>
                <c:pt idx="6389">
                  <c:v>-2221948</c:v>
                </c:pt>
                <c:pt idx="6390">
                  <c:v>-2459785</c:v>
                </c:pt>
                <c:pt idx="6391">
                  <c:v>-2028585</c:v>
                </c:pt>
                <c:pt idx="6392">
                  <c:v>-2218404</c:v>
                </c:pt>
                <c:pt idx="6393">
                  <c:v>-2510421</c:v>
                </c:pt>
                <c:pt idx="6394">
                  <c:v>-2503663</c:v>
                </c:pt>
                <c:pt idx="6395">
                  <c:v>-2091171</c:v>
                </c:pt>
                <c:pt idx="6396">
                  <c:v>-2116450</c:v>
                </c:pt>
                <c:pt idx="6397">
                  <c:v>-2091180</c:v>
                </c:pt>
                <c:pt idx="6398">
                  <c:v>-2104316</c:v>
                </c:pt>
                <c:pt idx="6399">
                  <c:v>-2043247</c:v>
                </c:pt>
                <c:pt idx="6400">
                  <c:v>-2115581</c:v>
                </c:pt>
                <c:pt idx="6401">
                  <c:v>-2065446</c:v>
                </c:pt>
                <c:pt idx="6402">
                  <c:v>-2138284</c:v>
                </c:pt>
                <c:pt idx="6403">
                  <c:v>-2428248</c:v>
                </c:pt>
                <c:pt idx="6404">
                  <c:v>-2343840</c:v>
                </c:pt>
                <c:pt idx="6405">
                  <c:v>-2173193</c:v>
                </c:pt>
                <c:pt idx="6406">
                  <c:v>-2059530</c:v>
                </c:pt>
                <c:pt idx="6407">
                  <c:v>-2210728</c:v>
                </c:pt>
                <c:pt idx="6408">
                  <c:v>-2096909</c:v>
                </c:pt>
                <c:pt idx="6409">
                  <c:v>-2203290</c:v>
                </c:pt>
                <c:pt idx="6410">
                  <c:v>-2050874</c:v>
                </c:pt>
                <c:pt idx="6411">
                  <c:v>-2120352</c:v>
                </c:pt>
                <c:pt idx="6412">
                  <c:v>-2059542</c:v>
                </c:pt>
                <c:pt idx="6413">
                  <c:v>-2183967</c:v>
                </c:pt>
                <c:pt idx="6414">
                  <c:v>-2053918</c:v>
                </c:pt>
                <c:pt idx="6415">
                  <c:v>-2313594</c:v>
                </c:pt>
                <c:pt idx="6416">
                  <c:v>-2124631</c:v>
                </c:pt>
                <c:pt idx="6417">
                  <c:v>-2035348</c:v>
                </c:pt>
                <c:pt idx="6418">
                  <c:v>-2127911</c:v>
                </c:pt>
                <c:pt idx="6419">
                  <c:v>-2208791</c:v>
                </c:pt>
                <c:pt idx="6420">
                  <c:v>-2239596</c:v>
                </c:pt>
                <c:pt idx="6421">
                  <c:v>-2249176</c:v>
                </c:pt>
                <c:pt idx="6422">
                  <c:v>-2072752</c:v>
                </c:pt>
                <c:pt idx="6423">
                  <c:v>-2204128</c:v>
                </c:pt>
                <c:pt idx="6424">
                  <c:v>-2114472</c:v>
                </c:pt>
                <c:pt idx="6425">
                  <c:v>-2497316</c:v>
                </c:pt>
                <c:pt idx="6426">
                  <c:v>-2163591</c:v>
                </c:pt>
                <c:pt idx="6427">
                  <c:v>-2117462</c:v>
                </c:pt>
                <c:pt idx="6428">
                  <c:v>-2241146</c:v>
                </c:pt>
                <c:pt idx="6429">
                  <c:v>-2249259</c:v>
                </c:pt>
                <c:pt idx="6430">
                  <c:v>-2123914</c:v>
                </c:pt>
                <c:pt idx="6431">
                  <c:v>-2243201</c:v>
                </c:pt>
                <c:pt idx="6432">
                  <c:v>-2171220</c:v>
                </c:pt>
                <c:pt idx="6433">
                  <c:v>-2141872</c:v>
                </c:pt>
                <c:pt idx="6434">
                  <c:v>-2049140</c:v>
                </c:pt>
                <c:pt idx="6435">
                  <c:v>-2168315</c:v>
                </c:pt>
                <c:pt idx="6436">
                  <c:v>-2275365</c:v>
                </c:pt>
                <c:pt idx="6437">
                  <c:v>-2156623</c:v>
                </c:pt>
                <c:pt idx="6438">
                  <c:v>-2270579</c:v>
                </c:pt>
                <c:pt idx="6439">
                  <c:v>-2378302</c:v>
                </c:pt>
                <c:pt idx="6440">
                  <c:v>-2385190</c:v>
                </c:pt>
                <c:pt idx="6441">
                  <c:v>-2185087</c:v>
                </c:pt>
                <c:pt idx="6442">
                  <c:v>-2053321</c:v>
                </c:pt>
                <c:pt idx="6443">
                  <c:v>-2055887</c:v>
                </c:pt>
                <c:pt idx="6444">
                  <c:v>-2070923</c:v>
                </c:pt>
                <c:pt idx="6445">
                  <c:v>-2421272</c:v>
                </c:pt>
                <c:pt idx="6446">
                  <c:v>-2111904</c:v>
                </c:pt>
                <c:pt idx="6447">
                  <c:v>-2077196</c:v>
                </c:pt>
                <c:pt idx="6448">
                  <c:v>-2062384</c:v>
                </c:pt>
                <c:pt idx="6449">
                  <c:v>-2123773</c:v>
                </c:pt>
                <c:pt idx="6450">
                  <c:v>-2257629</c:v>
                </c:pt>
                <c:pt idx="6451">
                  <c:v>-2037595</c:v>
                </c:pt>
                <c:pt idx="6452">
                  <c:v>-2077979</c:v>
                </c:pt>
                <c:pt idx="6453">
                  <c:v>-2224323</c:v>
                </c:pt>
                <c:pt idx="6454">
                  <c:v>-2197520</c:v>
                </c:pt>
                <c:pt idx="6455">
                  <c:v>-2191019</c:v>
                </c:pt>
                <c:pt idx="6456">
                  <c:v>-2228102</c:v>
                </c:pt>
                <c:pt idx="6457">
                  <c:v>-2275883</c:v>
                </c:pt>
                <c:pt idx="6458">
                  <c:v>-2119824</c:v>
                </c:pt>
                <c:pt idx="6459">
                  <c:v>-2033666</c:v>
                </c:pt>
                <c:pt idx="6460">
                  <c:v>-2335144</c:v>
                </c:pt>
                <c:pt idx="6461">
                  <c:v>-2497916</c:v>
                </c:pt>
                <c:pt idx="6462">
                  <c:v>-2127229</c:v>
                </c:pt>
                <c:pt idx="6463">
                  <c:v>-2083530</c:v>
                </c:pt>
                <c:pt idx="6464">
                  <c:v>-2456757</c:v>
                </c:pt>
                <c:pt idx="6465">
                  <c:v>-2192909</c:v>
                </c:pt>
                <c:pt idx="6466">
                  <c:v>-2511537</c:v>
                </c:pt>
                <c:pt idx="6467">
                  <c:v>-2130953</c:v>
                </c:pt>
                <c:pt idx="6468">
                  <c:v>-2087204</c:v>
                </c:pt>
                <c:pt idx="6469">
                  <c:v>-2212263</c:v>
                </c:pt>
                <c:pt idx="6470">
                  <c:v>-2230247</c:v>
                </c:pt>
                <c:pt idx="6471">
                  <c:v>-2239524</c:v>
                </c:pt>
                <c:pt idx="6472">
                  <c:v>-2106818</c:v>
                </c:pt>
                <c:pt idx="6473">
                  <c:v>-2048037</c:v>
                </c:pt>
                <c:pt idx="6474">
                  <c:v>-2205346</c:v>
                </c:pt>
                <c:pt idx="6475">
                  <c:v>-2467028</c:v>
                </c:pt>
                <c:pt idx="6476">
                  <c:v>-2195384</c:v>
                </c:pt>
                <c:pt idx="6477">
                  <c:v>-2175879</c:v>
                </c:pt>
                <c:pt idx="6478">
                  <c:v>-2158398</c:v>
                </c:pt>
                <c:pt idx="6479">
                  <c:v>-2186408</c:v>
                </c:pt>
                <c:pt idx="6480">
                  <c:v>-2346918</c:v>
                </c:pt>
                <c:pt idx="6481">
                  <c:v>-2180925</c:v>
                </c:pt>
                <c:pt idx="6482">
                  <c:v>-2258298</c:v>
                </c:pt>
                <c:pt idx="6483">
                  <c:v>-2249933</c:v>
                </c:pt>
                <c:pt idx="6484">
                  <c:v>-2046868</c:v>
                </c:pt>
                <c:pt idx="6485">
                  <c:v>-2049373</c:v>
                </c:pt>
                <c:pt idx="6486">
                  <c:v>-2475017</c:v>
                </c:pt>
                <c:pt idx="6487">
                  <c:v>-2409535</c:v>
                </c:pt>
                <c:pt idx="6488">
                  <c:v>-2335044</c:v>
                </c:pt>
                <c:pt idx="6489">
                  <c:v>-2198653</c:v>
                </c:pt>
                <c:pt idx="6490">
                  <c:v>-2153876</c:v>
                </c:pt>
                <c:pt idx="6491">
                  <c:v>-2115400</c:v>
                </c:pt>
                <c:pt idx="6492">
                  <c:v>-2211223</c:v>
                </c:pt>
                <c:pt idx="6493">
                  <c:v>-2241077</c:v>
                </c:pt>
                <c:pt idx="6494">
                  <c:v>-2366228</c:v>
                </c:pt>
                <c:pt idx="6495">
                  <c:v>-2126483</c:v>
                </c:pt>
                <c:pt idx="6496">
                  <c:v>-2132438</c:v>
                </c:pt>
                <c:pt idx="6497">
                  <c:v>-2109801</c:v>
                </c:pt>
                <c:pt idx="6498">
                  <c:v>-2227585</c:v>
                </c:pt>
                <c:pt idx="6499">
                  <c:v>-2063367</c:v>
                </c:pt>
                <c:pt idx="6500">
                  <c:v>-2167066</c:v>
                </c:pt>
                <c:pt idx="6501">
                  <c:v>-2080456</c:v>
                </c:pt>
                <c:pt idx="6502">
                  <c:v>-2053052</c:v>
                </c:pt>
                <c:pt idx="6503">
                  <c:v>-2332928</c:v>
                </c:pt>
                <c:pt idx="6504">
                  <c:v>-2169069</c:v>
                </c:pt>
                <c:pt idx="6505">
                  <c:v>-2137707</c:v>
                </c:pt>
                <c:pt idx="6506">
                  <c:v>-2370637</c:v>
                </c:pt>
                <c:pt idx="6507">
                  <c:v>-2248487</c:v>
                </c:pt>
                <c:pt idx="6508">
                  <c:v>-2374311</c:v>
                </c:pt>
                <c:pt idx="6509">
                  <c:v>-2146002</c:v>
                </c:pt>
                <c:pt idx="6510">
                  <c:v>-2260087</c:v>
                </c:pt>
                <c:pt idx="6511">
                  <c:v>-2372096</c:v>
                </c:pt>
                <c:pt idx="6512">
                  <c:v>-2216242</c:v>
                </c:pt>
                <c:pt idx="6513">
                  <c:v>-2156938</c:v>
                </c:pt>
                <c:pt idx="6514">
                  <c:v>-2312916</c:v>
                </c:pt>
                <c:pt idx="6515">
                  <c:v>-2097506</c:v>
                </c:pt>
                <c:pt idx="6516">
                  <c:v>-2078410</c:v>
                </c:pt>
                <c:pt idx="6517">
                  <c:v>-2114276</c:v>
                </c:pt>
                <c:pt idx="6518">
                  <c:v>-2115946</c:v>
                </c:pt>
                <c:pt idx="6519">
                  <c:v>-2102766</c:v>
                </c:pt>
                <c:pt idx="6520">
                  <c:v>-2083479</c:v>
                </c:pt>
                <c:pt idx="6521">
                  <c:v>-2073432</c:v>
                </c:pt>
                <c:pt idx="6522">
                  <c:v>-2253071</c:v>
                </c:pt>
                <c:pt idx="6523">
                  <c:v>-2370590</c:v>
                </c:pt>
                <c:pt idx="6524">
                  <c:v>-2296893</c:v>
                </c:pt>
                <c:pt idx="6525">
                  <c:v>-2022948</c:v>
                </c:pt>
                <c:pt idx="6526">
                  <c:v>-2108709</c:v>
                </c:pt>
                <c:pt idx="6527">
                  <c:v>-2431450</c:v>
                </c:pt>
                <c:pt idx="6528">
                  <c:v>-2149745</c:v>
                </c:pt>
                <c:pt idx="6529">
                  <c:v>-2215050</c:v>
                </c:pt>
                <c:pt idx="6530">
                  <c:v>-2117697</c:v>
                </c:pt>
                <c:pt idx="6531">
                  <c:v>-2084586</c:v>
                </c:pt>
                <c:pt idx="6532">
                  <c:v>-2510338</c:v>
                </c:pt>
                <c:pt idx="6533">
                  <c:v>-2304984</c:v>
                </c:pt>
                <c:pt idx="6534">
                  <c:v>-2107769</c:v>
                </c:pt>
                <c:pt idx="6535">
                  <c:v>-2265691</c:v>
                </c:pt>
                <c:pt idx="6536">
                  <c:v>-2132885</c:v>
                </c:pt>
                <c:pt idx="6537">
                  <c:v>-2257331</c:v>
                </c:pt>
                <c:pt idx="6538">
                  <c:v>-2104281</c:v>
                </c:pt>
                <c:pt idx="6539">
                  <c:v>-2107451</c:v>
                </c:pt>
                <c:pt idx="6540">
                  <c:v>-2238887</c:v>
                </c:pt>
                <c:pt idx="6541">
                  <c:v>-2111223</c:v>
                </c:pt>
                <c:pt idx="6542">
                  <c:v>-2294728</c:v>
                </c:pt>
                <c:pt idx="6543">
                  <c:v>-2087630</c:v>
                </c:pt>
                <c:pt idx="6544">
                  <c:v>-2078094</c:v>
                </c:pt>
                <c:pt idx="6545">
                  <c:v>-2200446</c:v>
                </c:pt>
                <c:pt idx="6546">
                  <c:v>-2255969</c:v>
                </c:pt>
                <c:pt idx="6547">
                  <c:v>-2117781</c:v>
                </c:pt>
                <c:pt idx="6548">
                  <c:v>-2225071</c:v>
                </c:pt>
                <c:pt idx="6549">
                  <c:v>-2119483</c:v>
                </c:pt>
                <c:pt idx="6550">
                  <c:v>-2145873</c:v>
                </c:pt>
                <c:pt idx="6551">
                  <c:v>-2116028</c:v>
                </c:pt>
                <c:pt idx="6552">
                  <c:v>-2173853</c:v>
                </c:pt>
                <c:pt idx="6553">
                  <c:v>-2116110</c:v>
                </c:pt>
                <c:pt idx="6554">
                  <c:v>-2147779</c:v>
                </c:pt>
                <c:pt idx="6555">
                  <c:v>-2233243</c:v>
                </c:pt>
                <c:pt idx="6556">
                  <c:v>-2246171</c:v>
                </c:pt>
                <c:pt idx="6557">
                  <c:v>-2098551</c:v>
                </c:pt>
                <c:pt idx="6558">
                  <c:v>-2366915</c:v>
                </c:pt>
                <c:pt idx="6559">
                  <c:v>-2034698</c:v>
                </c:pt>
                <c:pt idx="6560">
                  <c:v>-2183873</c:v>
                </c:pt>
                <c:pt idx="6561">
                  <c:v>-2275391</c:v>
                </c:pt>
                <c:pt idx="6562">
                  <c:v>-2239808</c:v>
                </c:pt>
                <c:pt idx="6563">
                  <c:v>-2094067</c:v>
                </c:pt>
                <c:pt idx="6564">
                  <c:v>-2232465</c:v>
                </c:pt>
                <c:pt idx="6565">
                  <c:v>-2340535</c:v>
                </c:pt>
                <c:pt idx="6566">
                  <c:v>-2384201</c:v>
                </c:pt>
                <c:pt idx="6567">
                  <c:v>-2103389</c:v>
                </c:pt>
                <c:pt idx="6568">
                  <c:v>-2034549</c:v>
                </c:pt>
                <c:pt idx="6569">
                  <c:v>-2131288</c:v>
                </c:pt>
                <c:pt idx="6570">
                  <c:v>-2360345</c:v>
                </c:pt>
                <c:pt idx="6571">
                  <c:v>-2255530</c:v>
                </c:pt>
                <c:pt idx="6572">
                  <c:v>-2095035</c:v>
                </c:pt>
                <c:pt idx="6573">
                  <c:v>-2131521</c:v>
                </c:pt>
                <c:pt idx="6574">
                  <c:v>-2104458</c:v>
                </c:pt>
                <c:pt idx="6575">
                  <c:v>-2164703</c:v>
                </c:pt>
                <c:pt idx="6576">
                  <c:v>-2078229</c:v>
                </c:pt>
                <c:pt idx="6577">
                  <c:v>-2212818</c:v>
                </c:pt>
                <c:pt idx="6578">
                  <c:v>-2035019</c:v>
                </c:pt>
                <c:pt idx="6579">
                  <c:v>-2401277</c:v>
                </c:pt>
                <c:pt idx="6580">
                  <c:v>-2076164</c:v>
                </c:pt>
                <c:pt idx="6581">
                  <c:v>-2454363</c:v>
                </c:pt>
                <c:pt idx="6582">
                  <c:v>-2179959</c:v>
                </c:pt>
                <c:pt idx="6583">
                  <c:v>-2041408</c:v>
                </c:pt>
                <c:pt idx="6584">
                  <c:v>-2471376</c:v>
                </c:pt>
                <c:pt idx="6585">
                  <c:v>-2131960</c:v>
                </c:pt>
                <c:pt idx="6586">
                  <c:v>-2094185</c:v>
                </c:pt>
                <c:pt idx="6587">
                  <c:v>-2115295</c:v>
                </c:pt>
                <c:pt idx="6588">
                  <c:v>-2157314</c:v>
                </c:pt>
                <c:pt idx="6589">
                  <c:v>-2094607</c:v>
                </c:pt>
                <c:pt idx="6590">
                  <c:v>-2153676</c:v>
                </c:pt>
                <c:pt idx="6591">
                  <c:v>-2124866</c:v>
                </c:pt>
                <c:pt idx="6592">
                  <c:v>-2386406</c:v>
                </c:pt>
                <c:pt idx="6593">
                  <c:v>-2472094</c:v>
                </c:pt>
                <c:pt idx="6594">
                  <c:v>-2196470</c:v>
                </c:pt>
                <c:pt idx="6595">
                  <c:v>-2192694</c:v>
                </c:pt>
                <c:pt idx="6596">
                  <c:v>-2124773</c:v>
                </c:pt>
                <c:pt idx="6597">
                  <c:v>-2174218</c:v>
                </c:pt>
                <c:pt idx="6598">
                  <c:v>-2211708</c:v>
                </c:pt>
                <c:pt idx="6599">
                  <c:v>-2484581</c:v>
                </c:pt>
                <c:pt idx="6600">
                  <c:v>-2095335</c:v>
                </c:pt>
                <c:pt idx="6601">
                  <c:v>-2174867</c:v>
                </c:pt>
                <c:pt idx="6602">
                  <c:v>-2157456</c:v>
                </c:pt>
                <c:pt idx="6603">
                  <c:v>-2190382</c:v>
                </c:pt>
                <c:pt idx="6604">
                  <c:v>-2237289</c:v>
                </c:pt>
                <c:pt idx="6605">
                  <c:v>-2402327</c:v>
                </c:pt>
                <c:pt idx="6606">
                  <c:v>-2051494</c:v>
                </c:pt>
                <c:pt idx="6607">
                  <c:v>-2211058</c:v>
                </c:pt>
                <c:pt idx="6608">
                  <c:v>-2399108</c:v>
                </c:pt>
                <c:pt idx="6609">
                  <c:v>-2268246</c:v>
                </c:pt>
                <c:pt idx="6610">
                  <c:v>-2109296</c:v>
                </c:pt>
                <c:pt idx="6611">
                  <c:v>-2133130</c:v>
                </c:pt>
                <c:pt idx="6612">
                  <c:v>-2131333</c:v>
                </c:pt>
                <c:pt idx="6613">
                  <c:v>-2256157</c:v>
                </c:pt>
                <c:pt idx="6614">
                  <c:v>-2056470</c:v>
                </c:pt>
                <c:pt idx="6615">
                  <c:v>-2094028</c:v>
                </c:pt>
                <c:pt idx="6616">
                  <c:v>-2210444</c:v>
                </c:pt>
                <c:pt idx="6617">
                  <c:v>-2094149</c:v>
                </c:pt>
                <c:pt idx="6618">
                  <c:v>-2068109</c:v>
                </c:pt>
                <c:pt idx="6619">
                  <c:v>-2085363</c:v>
                </c:pt>
                <c:pt idx="6620">
                  <c:v>-2204612</c:v>
                </c:pt>
                <c:pt idx="6621">
                  <c:v>-2201721</c:v>
                </c:pt>
                <c:pt idx="6622">
                  <c:v>-2204884</c:v>
                </c:pt>
                <c:pt idx="6623">
                  <c:v>-2480074</c:v>
                </c:pt>
                <c:pt idx="6624">
                  <c:v>-2163014</c:v>
                </c:pt>
                <c:pt idx="6625">
                  <c:v>-2033329</c:v>
                </c:pt>
                <c:pt idx="6626">
                  <c:v>-2440691</c:v>
                </c:pt>
                <c:pt idx="6627">
                  <c:v>-2116208</c:v>
                </c:pt>
                <c:pt idx="6628">
                  <c:v>-2115628</c:v>
                </c:pt>
                <c:pt idx="6629">
                  <c:v>-2271701</c:v>
                </c:pt>
                <c:pt idx="6630">
                  <c:v>-2061054</c:v>
                </c:pt>
                <c:pt idx="6631">
                  <c:v>-2411982</c:v>
                </c:pt>
                <c:pt idx="6632">
                  <c:v>-2078240</c:v>
                </c:pt>
                <c:pt idx="6633">
                  <c:v>-2262195</c:v>
                </c:pt>
                <c:pt idx="6634">
                  <c:v>-2169611</c:v>
                </c:pt>
                <c:pt idx="6635">
                  <c:v>-2041622</c:v>
                </c:pt>
                <c:pt idx="6636">
                  <c:v>-2463089</c:v>
                </c:pt>
                <c:pt idx="6637">
                  <c:v>-2127805</c:v>
                </c:pt>
                <c:pt idx="6638">
                  <c:v>-2136458</c:v>
                </c:pt>
                <c:pt idx="6639">
                  <c:v>-2220022</c:v>
                </c:pt>
                <c:pt idx="6640">
                  <c:v>-2245120</c:v>
                </c:pt>
                <c:pt idx="6641">
                  <c:v>-2466417</c:v>
                </c:pt>
                <c:pt idx="6642">
                  <c:v>-2129216</c:v>
                </c:pt>
                <c:pt idx="6643">
                  <c:v>-2314883</c:v>
                </c:pt>
                <c:pt idx="6644">
                  <c:v>-2215404</c:v>
                </c:pt>
                <c:pt idx="6645">
                  <c:v>-2096910</c:v>
                </c:pt>
                <c:pt idx="6646">
                  <c:v>-2449876</c:v>
                </c:pt>
                <c:pt idx="6647">
                  <c:v>-2255155</c:v>
                </c:pt>
                <c:pt idx="6648">
                  <c:v>-2023648</c:v>
                </c:pt>
                <c:pt idx="6649">
                  <c:v>-2041851</c:v>
                </c:pt>
                <c:pt idx="6650">
                  <c:v>-2475509</c:v>
                </c:pt>
                <c:pt idx="6651">
                  <c:v>-2241805</c:v>
                </c:pt>
                <c:pt idx="6652">
                  <c:v>-2059460</c:v>
                </c:pt>
                <c:pt idx="6653">
                  <c:v>-2072318</c:v>
                </c:pt>
                <c:pt idx="6654">
                  <c:v>-2219194</c:v>
                </c:pt>
                <c:pt idx="6655">
                  <c:v>-2119648</c:v>
                </c:pt>
                <c:pt idx="6656">
                  <c:v>-2233057</c:v>
                </c:pt>
                <c:pt idx="6657">
                  <c:v>-2440177</c:v>
                </c:pt>
                <c:pt idx="6658">
                  <c:v>-2048097</c:v>
                </c:pt>
                <c:pt idx="6659">
                  <c:v>-2035908</c:v>
                </c:pt>
                <c:pt idx="6660">
                  <c:v>-2260423</c:v>
                </c:pt>
                <c:pt idx="6661">
                  <c:v>-2539078</c:v>
                </c:pt>
                <c:pt idx="6662">
                  <c:v>-2075765</c:v>
                </c:pt>
                <c:pt idx="6663">
                  <c:v>-2070045</c:v>
                </c:pt>
                <c:pt idx="6664">
                  <c:v>-2245922</c:v>
                </c:pt>
                <c:pt idx="6665">
                  <c:v>-2390448</c:v>
                </c:pt>
                <c:pt idx="6666">
                  <c:v>-2092182</c:v>
                </c:pt>
                <c:pt idx="6667">
                  <c:v>-2367383</c:v>
                </c:pt>
                <c:pt idx="6668">
                  <c:v>-2342736</c:v>
                </c:pt>
                <c:pt idx="6669">
                  <c:v>-2462382</c:v>
                </c:pt>
                <c:pt idx="6670">
                  <c:v>-2380576</c:v>
                </c:pt>
                <c:pt idx="6671">
                  <c:v>-2101186</c:v>
                </c:pt>
                <c:pt idx="6672">
                  <c:v>-2449218</c:v>
                </c:pt>
                <c:pt idx="6673">
                  <c:v>-2067901</c:v>
                </c:pt>
                <c:pt idx="6674">
                  <c:v>-2035035</c:v>
                </c:pt>
                <c:pt idx="6675">
                  <c:v>-2084163</c:v>
                </c:pt>
                <c:pt idx="6676">
                  <c:v>-2277035</c:v>
                </c:pt>
                <c:pt idx="6677">
                  <c:v>-2253270</c:v>
                </c:pt>
                <c:pt idx="6678">
                  <c:v>-2139679</c:v>
                </c:pt>
                <c:pt idx="6679">
                  <c:v>-2487314</c:v>
                </c:pt>
                <c:pt idx="6680">
                  <c:v>-2041786</c:v>
                </c:pt>
                <c:pt idx="6681">
                  <c:v>-2052263</c:v>
                </c:pt>
                <c:pt idx="6682">
                  <c:v>-2223932</c:v>
                </c:pt>
                <c:pt idx="6683">
                  <c:v>-2043374</c:v>
                </c:pt>
                <c:pt idx="6684">
                  <c:v>-2369833</c:v>
                </c:pt>
                <c:pt idx="6685">
                  <c:v>-2343850</c:v>
                </c:pt>
                <c:pt idx="6686">
                  <c:v>-2212829</c:v>
                </c:pt>
                <c:pt idx="6687">
                  <c:v>-2520112</c:v>
                </c:pt>
                <c:pt idx="6688">
                  <c:v>-2090664</c:v>
                </c:pt>
                <c:pt idx="6689">
                  <c:v>-2249757</c:v>
                </c:pt>
                <c:pt idx="6690">
                  <c:v>-2057826</c:v>
                </c:pt>
                <c:pt idx="6691">
                  <c:v>-2300998</c:v>
                </c:pt>
                <c:pt idx="6692">
                  <c:v>-2310832</c:v>
                </c:pt>
                <c:pt idx="6693">
                  <c:v>-2162955</c:v>
                </c:pt>
                <c:pt idx="6694">
                  <c:v>-2259014</c:v>
                </c:pt>
                <c:pt idx="6695">
                  <c:v>-2210066</c:v>
                </c:pt>
                <c:pt idx="6696">
                  <c:v>-2226036</c:v>
                </c:pt>
                <c:pt idx="6697">
                  <c:v>-2169882</c:v>
                </c:pt>
                <c:pt idx="6698">
                  <c:v>-2514275</c:v>
                </c:pt>
                <c:pt idx="6699">
                  <c:v>-2072154</c:v>
                </c:pt>
                <c:pt idx="6700">
                  <c:v>-2173040</c:v>
                </c:pt>
                <c:pt idx="6701">
                  <c:v>-2123291</c:v>
                </c:pt>
                <c:pt idx="6702">
                  <c:v>-2315050</c:v>
                </c:pt>
                <c:pt idx="6703">
                  <c:v>-2270542</c:v>
                </c:pt>
                <c:pt idx="6704">
                  <c:v>-2117109</c:v>
                </c:pt>
                <c:pt idx="6705">
                  <c:v>-2368463</c:v>
                </c:pt>
                <c:pt idx="6706">
                  <c:v>-2051635</c:v>
                </c:pt>
                <c:pt idx="6707">
                  <c:v>-2143578</c:v>
                </c:pt>
                <c:pt idx="6708">
                  <c:v>-2093669</c:v>
                </c:pt>
                <c:pt idx="6709">
                  <c:v>-2174985</c:v>
                </c:pt>
                <c:pt idx="6710">
                  <c:v>-2065390</c:v>
                </c:pt>
                <c:pt idx="6711">
                  <c:v>-2070817</c:v>
                </c:pt>
                <c:pt idx="6712">
                  <c:v>-2088962</c:v>
                </c:pt>
                <c:pt idx="6713">
                  <c:v>-2461556</c:v>
                </c:pt>
                <c:pt idx="6714">
                  <c:v>-2369179</c:v>
                </c:pt>
                <c:pt idx="6715">
                  <c:v>-2091803</c:v>
                </c:pt>
                <c:pt idx="6716">
                  <c:v>-2095854</c:v>
                </c:pt>
                <c:pt idx="6717">
                  <c:v>-2250922</c:v>
                </c:pt>
                <c:pt idx="6718">
                  <c:v>-2258569</c:v>
                </c:pt>
                <c:pt idx="6719">
                  <c:v>-2235514</c:v>
                </c:pt>
                <c:pt idx="6720">
                  <c:v>-2178626</c:v>
                </c:pt>
                <c:pt idx="6721">
                  <c:v>-2129498</c:v>
                </c:pt>
                <c:pt idx="6722">
                  <c:v>-2445367</c:v>
                </c:pt>
                <c:pt idx="6723">
                  <c:v>-2227908</c:v>
                </c:pt>
                <c:pt idx="6724">
                  <c:v>-2266190</c:v>
                </c:pt>
                <c:pt idx="6725">
                  <c:v>-2323684</c:v>
                </c:pt>
                <c:pt idx="6726">
                  <c:v>-2062580</c:v>
                </c:pt>
                <c:pt idx="6727">
                  <c:v>-2374919</c:v>
                </c:pt>
                <c:pt idx="6728">
                  <c:v>-2171072</c:v>
                </c:pt>
                <c:pt idx="6729">
                  <c:v>-2205510</c:v>
                </c:pt>
                <c:pt idx="6730">
                  <c:v>-2060573</c:v>
                </c:pt>
                <c:pt idx="6731">
                  <c:v>-2304901</c:v>
                </c:pt>
                <c:pt idx="6732">
                  <c:v>-2210987</c:v>
                </c:pt>
                <c:pt idx="6733">
                  <c:v>-2185804</c:v>
                </c:pt>
                <c:pt idx="6734">
                  <c:v>-2484137</c:v>
                </c:pt>
                <c:pt idx="6735">
                  <c:v>-2080914</c:v>
                </c:pt>
                <c:pt idx="6736">
                  <c:v>-2369419</c:v>
                </c:pt>
                <c:pt idx="6737">
                  <c:v>-2471136</c:v>
                </c:pt>
                <c:pt idx="6738">
                  <c:v>-2237360</c:v>
                </c:pt>
                <c:pt idx="6739">
                  <c:v>-2194956</c:v>
                </c:pt>
                <c:pt idx="6740">
                  <c:v>-2470753</c:v>
                </c:pt>
                <c:pt idx="6741">
                  <c:v>-2371536</c:v>
                </c:pt>
                <c:pt idx="6742">
                  <c:v>-2058218</c:v>
                </c:pt>
                <c:pt idx="6743">
                  <c:v>-2032745</c:v>
                </c:pt>
                <c:pt idx="6744">
                  <c:v>-2200653</c:v>
                </c:pt>
                <c:pt idx="6745">
                  <c:v>-2266022</c:v>
                </c:pt>
                <c:pt idx="6746">
                  <c:v>-2129628</c:v>
                </c:pt>
                <c:pt idx="6747">
                  <c:v>-2490360</c:v>
                </c:pt>
                <c:pt idx="6748">
                  <c:v>-2457606</c:v>
                </c:pt>
                <c:pt idx="6749">
                  <c:v>-2214376</c:v>
                </c:pt>
                <c:pt idx="6750">
                  <c:v>-2252476</c:v>
                </c:pt>
                <c:pt idx="6751">
                  <c:v>-2196793</c:v>
                </c:pt>
                <c:pt idx="6752">
                  <c:v>-2115429</c:v>
                </c:pt>
                <c:pt idx="6753">
                  <c:v>-2214884</c:v>
                </c:pt>
                <c:pt idx="6754">
                  <c:v>-2184710</c:v>
                </c:pt>
                <c:pt idx="6755">
                  <c:v>-2474011</c:v>
                </c:pt>
                <c:pt idx="6756">
                  <c:v>-2192470</c:v>
                </c:pt>
                <c:pt idx="6757">
                  <c:v>-2031176</c:v>
                </c:pt>
                <c:pt idx="6758">
                  <c:v>-2307203</c:v>
                </c:pt>
                <c:pt idx="6759">
                  <c:v>-2093821</c:v>
                </c:pt>
                <c:pt idx="6760">
                  <c:v>-2453418</c:v>
                </c:pt>
                <c:pt idx="6761">
                  <c:v>-2409809</c:v>
                </c:pt>
                <c:pt idx="6762">
                  <c:v>-2063819</c:v>
                </c:pt>
                <c:pt idx="6763">
                  <c:v>-2412507</c:v>
                </c:pt>
                <c:pt idx="6764">
                  <c:v>-2469351</c:v>
                </c:pt>
                <c:pt idx="6765">
                  <c:v>-2134967</c:v>
                </c:pt>
                <c:pt idx="6766">
                  <c:v>-2338717</c:v>
                </c:pt>
                <c:pt idx="6767">
                  <c:v>-2049245</c:v>
                </c:pt>
                <c:pt idx="6768">
                  <c:v>-2466729</c:v>
                </c:pt>
                <c:pt idx="6769">
                  <c:v>-2464657</c:v>
                </c:pt>
                <c:pt idx="6770">
                  <c:v>-2245402</c:v>
                </c:pt>
                <c:pt idx="6771">
                  <c:v>-2211696</c:v>
                </c:pt>
                <c:pt idx="6772">
                  <c:v>-2296193</c:v>
                </c:pt>
                <c:pt idx="6773">
                  <c:v>-2363486</c:v>
                </c:pt>
                <c:pt idx="6774">
                  <c:v>-2209110</c:v>
                </c:pt>
                <c:pt idx="6775">
                  <c:v>-2184616</c:v>
                </c:pt>
                <c:pt idx="6776">
                  <c:v>-2243332</c:v>
                </c:pt>
                <c:pt idx="6777">
                  <c:v>-2037296</c:v>
                </c:pt>
                <c:pt idx="6778">
                  <c:v>-2220944</c:v>
                </c:pt>
                <c:pt idx="6779">
                  <c:v>-2065191</c:v>
                </c:pt>
                <c:pt idx="6780">
                  <c:v>-2298459</c:v>
                </c:pt>
                <c:pt idx="6781">
                  <c:v>-2396887</c:v>
                </c:pt>
                <c:pt idx="6782">
                  <c:v>-2192989</c:v>
                </c:pt>
                <c:pt idx="6783">
                  <c:v>-2301587</c:v>
                </c:pt>
                <c:pt idx="6784">
                  <c:v>-2226131</c:v>
                </c:pt>
                <c:pt idx="6785">
                  <c:v>-2048729</c:v>
                </c:pt>
                <c:pt idx="6786">
                  <c:v>-2113929</c:v>
                </c:pt>
                <c:pt idx="6787">
                  <c:v>-2042045</c:v>
                </c:pt>
                <c:pt idx="6788">
                  <c:v>-2084445</c:v>
                </c:pt>
                <c:pt idx="6789">
                  <c:v>-2481488</c:v>
                </c:pt>
                <c:pt idx="6790">
                  <c:v>-2141227</c:v>
                </c:pt>
                <c:pt idx="6791">
                  <c:v>-2050334</c:v>
                </c:pt>
                <c:pt idx="6792">
                  <c:v>-2231342</c:v>
                </c:pt>
                <c:pt idx="6793">
                  <c:v>-2305756</c:v>
                </c:pt>
                <c:pt idx="6794">
                  <c:v>-2043780</c:v>
                </c:pt>
                <c:pt idx="6795">
                  <c:v>-2273946</c:v>
                </c:pt>
                <c:pt idx="6796">
                  <c:v>-2312172</c:v>
                </c:pt>
                <c:pt idx="6797">
                  <c:v>-2344019</c:v>
                </c:pt>
                <c:pt idx="6798">
                  <c:v>-2038076</c:v>
                </c:pt>
                <c:pt idx="6799">
                  <c:v>-2112950</c:v>
                </c:pt>
                <c:pt idx="6800">
                  <c:v>-2225457</c:v>
                </c:pt>
                <c:pt idx="6801">
                  <c:v>-2373120</c:v>
                </c:pt>
                <c:pt idx="6802">
                  <c:v>-2133602</c:v>
                </c:pt>
                <c:pt idx="6803">
                  <c:v>-2293714</c:v>
                </c:pt>
                <c:pt idx="6804">
                  <c:v>-2418549</c:v>
                </c:pt>
                <c:pt idx="6805">
                  <c:v>-2124596</c:v>
                </c:pt>
                <c:pt idx="6806">
                  <c:v>-2130862</c:v>
                </c:pt>
                <c:pt idx="6807">
                  <c:v>-2079002</c:v>
                </c:pt>
                <c:pt idx="6808">
                  <c:v>-2135237</c:v>
                </c:pt>
                <c:pt idx="6809">
                  <c:v>-2093369</c:v>
                </c:pt>
                <c:pt idx="6810">
                  <c:v>-2248873</c:v>
                </c:pt>
                <c:pt idx="6811">
                  <c:v>-2201142</c:v>
                </c:pt>
                <c:pt idx="6812">
                  <c:v>-2066749</c:v>
                </c:pt>
                <c:pt idx="6813">
                  <c:v>-2218748</c:v>
                </c:pt>
                <c:pt idx="6814">
                  <c:v>-2076692</c:v>
                </c:pt>
                <c:pt idx="6815">
                  <c:v>-2084633</c:v>
                </c:pt>
                <c:pt idx="6816">
                  <c:v>-2217707</c:v>
                </c:pt>
                <c:pt idx="6817">
                  <c:v>-2386257</c:v>
                </c:pt>
                <c:pt idx="6818">
                  <c:v>-2042109</c:v>
                </c:pt>
                <c:pt idx="6819">
                  <c:v>-2204268</c:v>
                </c:pt>
                <c:pt idx="6820">
                  <c:v>-2492830</c:v>
                </c:pt>
                <c:pt idx="6821">
                  <c:v>-2295576</c:v>
                </c:pt>
                <c:pt idx="6822">
                  <c:v>-2410430</c:v>
                </c:pt>
                <c:pt idx="6823">
                  <c:v>-2063538</c:v>
                </c:pt>
                <c:pt idx="6824">
                  <c:v>-2125146</c:v>
                </c:pt>
                <c:pt idx="6825">
                  <c:v>-2231711</c:v>
                </c:pt>
                <c:pt idx="6826">
                  <c:v>-2207823</c:v>
                </c:pt>
                <c:pt idx="6827">
                  <c:v>-2071042</c:v>
                </c:pt>
                <c:pt idx="6828">
                  <c:v>-2101382</c:v>
                </c:pt>
                <c:pt idx="6829">
                  <c:v>-2264843</c:v>
                </c:pt>
                <c:pt idx="6830">
                  <c:v>-2099113</c:v>
                </c:pt>
                <c:pt idx="6831">
                  <c:v>-2092659</c:v>
                </c:pt>
                <c:pt idx="6832">
                  <c:v>-2482950</c:v>
                </c:pt>
                <c:pt idx="6833">
                  <c:v>-2087223</c:v>
                </c:pt>
                <c:pt idx="6834">
                  <c:v>-2282297</c:v>
                </c:pt>
                <c:pt idx="6835">
                  <c:v>-2093238</c:v>
                </c:pt>
                <c:pt idx="6836">
                  <c:v>-2480781</c:v>
                </c:pt>
                <c:pt idx="6837">
                  <c:v>-2056350</c:v>
                </c:pt>
                <c:pt idx="6838">
                  <c:v>-2194650</c:v>
                </c:pt>
                <c:pt idx="6839">
                  <c:v>-2109637</c:v>
                </c:pt>
                <c:pt idx="6840">
                  <c:v>-2382827</c:v>
                </c:pt>
                <c:pt idx="6841">
                  <c:v>-2124861</c:v>
                </c:pt>
                <c:pt idx="6842">
                  <c:v>-2486199</c:v>
                </c:pt>
                <c:pt idx="6843">
                  <c:v>-2057948</c:v>
                </c:pt>
                <c:pt idx="6844">
                  <c:v>-2138119</c:v>
                </c:pt>
                <c:pt idx="6845">
                  <c:v>-2224783</c:v>
                </c:pt>
                <c:pt idx="6846">
                  <c:v>-2249128</c:v>
                </c:pt>
                <c:pt idx="6847">
                  <c:v>-2316746</c:v>
                </c:pt>
                <c:pt idx="6848">
                  <c:v>-2346565</c:v>
                </c:pt>
                <c:pt idx="6849">
                  <c:v>-2040302</c:v>
                </c:pt>
                <c:pt idx="6850">
                  <c:v>-2233049</c:v>
                </c:pt>
                <c:pt idx="6851">
                  <c:v>-2108568</c:v>
                </c:pt>
                <c:pt idx="6852">
                  <c:v>-2131015</c:v>
                </c:pt>
                <c:pt idx="6853">
                  <c:v>-2080421</c:v>
                </c:pt>
                <c:pt idx="6854">
                  <c:v>-2079098</c:v>
                </c:pt>
                <c:pt idx="6855">
                  <c:v>-2468058</c:v>
                </c:pt>
                <c:pt idx="6856">
                  <c:v>-2324730</c:v>
                </c:pt>
                <c:pt idx="6857">
                  <c:v>-2424114</c:v>
                </c:pt>
                <c:pt idx="6858">
                  <c:v>-2102222</c:v>
                </c:pt>
                <c:pt idx="6859">
                  <c:v>-2171225</c:v>
                </c:pt>
                <c:pt idx="6860">
                  <c:v>-2174454</c:v>
                </c:pt>
                <c:pt idx="6861">
                  <c:v>-2066667</c:v>
                </c:pt>
                <c:pt idx="6862">
                  <c:v>-2260194</c:v>
                </c:pt>
                <c:pt idx="6863">
                  <c:v>-2164098</c:v>
                </c:pt>
                <c:pt idx="6864">
                  <c:v>-2384074</c:v>
                </c:pt>
                <c:pt idx="6865">
                  <c:v>-2257531</c:v>
                </c:pt>
                <c:pt idx="6866">
                  <c:v>-2140695</c:v>
                </c:pt>
                <c:pt idx="6867">
                  <c:v>-2276396</c:v>
                </c:pt>
                <c:pt idx="6868">
                  <c:v>-2176788</c:v>
                </c:pt>
                <c:pt idx="6869">
                  <c:v>-2062460</c:v>
                </c:pt>
                <c:pt idx="6870">
                  <c:v>-2119612</c:v>
                </c:pt>
                <c:pt idx="6871">
                  <c:v>-2047336</c:v>
                </c:pt>
                <c:pt idx="6872">
                  <c:v>-2474610</c:v>
                </c:pt>
                <c:pt idx="6873">
                  <c:v>-2205510</c:v>
                </c:pt>
                <c:pt idx="6874">
                  <c:v>-2280188</c:v>
                </c:pt>
                <c:pt idx="6875">
                  <c:v>-2158515</c:v>
                </c:pt>
                <c:pt idx="6876">
                  <c:v>-2128229</c:v>
                </c:pt>
                <c:pt idx="6877">
                  <c:v>-2209554</c:v>
                </c:pt>
                <c:pt idx="6878">
                  <c:v>-2062726</c:v>
                </c:pt>
                <c:pt idx="6879">
                  <c:v>-2297793</c:v>
                </c:pt>
                <c:pt idx="6880">
                  <c:v>-2388826</c:v>
                </c:pt>
                <c:pt idx="6881">
                  <c:v>-2245213</c:v>
                </c:pt>
                <c:pt idx="6882">
                  <c:v>-2457618</c:v>
                </c:pt>
                <c:pt idx="6883">
                  <c:v>-2051330</c:v>
                </c:pt>
                <c:pt idx="6884">
                  <c:v>-2112574</c:v>
                </c:pt>
                <c:pt idx="6885">
                  <c:v>-2396398</c:v>
                </c:pt>
                <c:pt idx="6886">
                  <c:v>-2168645</c:v>
                </c:pt>
                <c:pt idx="6887">
                  <c:v>-2129534</c:v>
                </c:pt>
                <c:pt idx="6888">
                  <c:v>-2075703</c:v>
                </c:pt>
                <c:pt idx="6889">
                  <c:v>-2126688</c:v>
                </c:pt>
                <c:pt idx="6890">
                  <c:v>-2261520</c:v>
                </c:pt>
                <c:pt idx="6891">
                  <c:v>-2258726</c:v>
                </c:pt>
                <c:pt idx="6892">
                  <c:v>-2075714</c:v>
                </c:pt>
                <c:pt idx="6893">
                  <c:v>-2092351</c:v>
                </c:pt>
                <c:pt idx="6894">
                  <c:v>-2108474</c:v>
                </c:pt>
                <c:pt idx="6895">
                  <c:v>-2361616</c:v>
                </c:pt>
                <c:pt idx="6896">
                  <c:v>-2058874</c:v>
                </c:pt>
                <c:pt idx="6897">
                  <c:v>-2143954</c:v>
                </c:pt>
                <c:pt idx="6898">
                  <c:v>-2069750</c:v>
                </c:pt>
                <c:pt idx="6899">
                  <c:v>-2052591</c:v>
                </c:pt>
                <c:pt idx="6900">
                  <c:v>-2281515</c:v>
                </c:pt>
                <c:pt idx="6901">
                  <c:v>-2129440</c:v>
                </c:pt>
                <c:pt idx="6902">
                  <c:v>-2155630</c:v>
                </c:pt>
                <c:pt idx="6903">
                  <c:v>-2288675</c:v>
                </c:pt>
                <c:pt idx="6904">
                  <c:v>-2257803</c:v>
                </c:pt>
                <c:pt idx="6905">
                  <c:v>-2125856</c:v>
                </c:pt>
                <c:pt idx="6906">
                  <c:v>-2106395</c:v>
                </c:pt>
                <c:pt idx="6907">
                  <c:v>-2119657</c:v>
                </c:pt>
                <c:pt idx="6908">
                  <c:v>-2159065</c:v>
                </c:pt>
                <c:pt idx="6909">
                  <c:v>-2140860</c:v>
                </c:pt>
                <c:pt idx="6910">
                  <c:v>-2381986</c:v>
                </c:pt>
                <c:pt idx="6911">
                  <c:v>-2078663</c:v>
                </c:pt>
                <c:pt idx="6912">
                  <c:v>-2200328</c:v>
                </c:pt>
                <c:pt idx="6913">
                  <c:v>-2060594</c:v>
                </c:pt>
                <c:pt idx="6914">
                  <c:v>-2094739</c:v>
                </c:pt>
                <c:pt idx="6915">
                  <c:v>-2256686</c:v>
                </c:pt>
                <c:pt idx="6916">
                  <c:v>-2148014</c:v>
                </c:pt>
                <c:pt idx="6917">
                  <c:v>-2160411</c:v>
                </c:pt>
                <c:pt idx="6918">
                  <c:v>-2193036</c:v>
                </c:pt>
                <c:pt idx="6919">
                  <c:v>-2166984</c:v>
                </c:pt>
                <c:pt idx="6920">
                  <c:v>-2165500</c:v>
                </c:pt>
                <c:pt idx="6921">
                  <c:v>-2069034</c:v>
                </c:pt>
                <c:pt idx="6922">
                  <c:v>-2071732</c:v>
                </c:pt>
                <c:pt idx="6923">
                  <c:v>-2245260</c:v>
                </c:pt>
                <c:pt idx="6924">
                  <c:v>-2252749</c:v>
                </c:pt>
                <c:pt idx="6925">
                  <c:v>-2127041</c:v>
                </c:pt>
                <c:pt idx="6926">
                  <c:v>-2294058</c:v>
                </c:pt>
                <c:pt idx="6927">
                  <c:v>-2253779</c:v>
                </c:pt>
                <c:pt idx="6928">
                  <c:v>-2257081</c:v>
                </c:pt>
                <c:pt idx="6929">
                  <c:v>-2056015</c:v>
                </c:pt>
                <c:pt idx="6930">
                  <c:v>-2257045</c:v>
                </c:pt>
                <c:pt idx="6931">
                  <c:v>-2281568</c:v>
                </c:pt>
                <c:pt idx="6932">
                  <c:v>-2148238</c:v>
                </c:pt>
                <c:pt idx="6933">
                  <c:v>-2063690</c:v>
                </c:pt>
                <c:pt idx="6934">
                  <c:v>-2073361</c:v>
                </c:pt>
                <c:pt idx="6935">
                  <c:v>-2068116</c:v>
                </c:pt>
                <c:pt idx="6936">
                  <c:v>-2244490</c:v>
                </c:pt>
                <c:pt idx="6937">
                  <c:v>-2067308</c:v>
                </c:pt>
                <c:pt idx="6938">
                  <c:v>-2152381</c:v>
                </c:pt>
                <c:pt idx="6939">
                  <c:v>-2091908</c:v>
                </c:pt>
                <c:pt idx="6940">
                  <c:v>-2422502</c:v>
                </c:pt>
                <c:pt idx="6941">
                  <c:v>-2323700</c:v>
                </c:pt>
                <c:pt idx="6942">
                  <c:v>-2080170</c:v>
                </c:pt>
                <c:pt idx="6943">
                  <c:v>-2197449</c:v>
                </c:pt>
                <c:pt idx="6944">
                  <c:v>-2205005</c:v>
                </c:pt>
                <c:pt idx="6945">
                  <c:v>-2240151</c:v>
                </c:pt>
                <c:pt idx="6946">
                  <c:v>-2219692</c:v>
                </c:pt>
                <c:pt idx="6947">
                  <c:v>-2057503</c:v>
                </c:pt>
                <c:pt idx="6948">
                  <c:v>-2168869</c:v>
                </c:pt>
                <c:pt idx="6949">
                  <c:v>-2217423</c:v>
                </c:pt>
                <c:pt idx="6950">
                  <c:v>-2079224</c:v>
                </c:pt>
                <c:pt idx="6951">
                  <c:v>-2093915</c:v>
                </c:pt>
                <c:pt idx="6952">
                  <c:v>-2478624</c:v>
                </c:pt>
                <c:pt idx="6953">
                  <c:v>-2080234</c:v>
                </c:pt>
                <c:pt idx="6954">
                  <c:v>-2114353</c:v>
                </c:pt>
                <c:pt idx="6955">
                  <c:v>-2241909</c:v>
                </c:pt>
                <c:pt idx="6956">
                  <c:v>-2310290</c:v>
                </c:pt>
                <c:pt idx="6957">
                  <c:v>-2086404</c:v>
                </c:pt>
                <c:pt idx="6958">
                  <c:v>-2130851</c:v>
                </c:pt>
                <c:pt idx="6959">
                  <c:v>-2269807</c:v>
                </c:pt>
                <c:pt idx="6960">
                  <c:v>-2120910</c:v>
                </c:pt>
                <c:pt idx="6961">
                  <c:v>-2052923</c:v>
                </c:pt>
                <c:pt idx="6962">
                  <c:v>-2384953</c:v>
                </c:pt>
                <c:pt idx="6963">
                  <c:v>-1863562</c:v>
                </c:pt>
                <c:pt idx="6964">
                  <c:v>-2366184</c:v>
                </c:pt>
                <c:pt idx="6965">
                  <c:v>-2051646</c:v>
                </c:pt>
                <c:pt idx="6966">
                  <c:v>-2461856</c:v>
                </c:pt>
                <c:pt idx="6967">
                  <c:v>-2345697</c:v>
                </c:pt>
                <c:pt idx="6968">
                  <c:v>-2236536</c:v>
                </c:pt>
                <c:pt idx="6969">
                  <c:v>-2056343</c:v>
                </c:pt>
                <c:pt idx="6970">
                  <c:v>-2048849</c:v>
                </c:pt>
                <c:pt idx="6971">
                  <c:v>-2152134</c:v>
                </c:pt>
                <c:pt idx="6972">
                  <c:v>-2349254</c:v>
                </c:pt>
                <c:pt idx="6973">
                  <c:v>-2511296</c:v>
                </c:pt>
                <c:pt idx="6974">
                  <c:v>-2231035</c:v>
                </c:pt>
                <c:pt idx="6975">
                  <c:v>-2369928</c:v>
                </c:pt>
                <c:pt idx="6976">
                  <c:v>-2058089</c:v>
                </c:pt>
                <c:pt idx="6977">
                  <c:v>-2197024</c:v>
                </c:pt>
                <c:pt idx="6978">
                  <c:v>-2385381</c:v>
                </c:pt>
                <c:pt idx="6979">
                  <c:v>-2101393</c:v>
                </c:pt>
                <c:pt idx="6980">
                  <c:v>-2423481</c:v>
                </c:pt>
                <c:pt idx="6981">
                  <c:v>-2500219</c:v>
                </c:pt>
                <c:pt idx="6982">
                  <c:v>-2459665</c:v>
                </c:pt>
                <c:pt idx="6983">
                  <c:v>-2041493</c:v>
                </c:pt>
                <c:pt idx="6984">
                  <c:v>-2365065</c:v>
                </c:pt>
                <c:pt idx="6985">
                  <c:v>-2031440</c:v>
                </c:pt>
                <c:pt idx="6986">
                  <c:v>-2273173</c:v>
                </c:pt>
                <c:pt idx="6987">
                  <c:v>-2254000</c:v>
                </c:pt>
                <c:pt idx="6988">
                  <c:v>-2311951</c:v>
                </c:pt>
                <c:pt idx="6989">
                  <c:v>-2285773</c:v>
                </c:pt>
                <c:pt idx="6990">
                  <c:v>-2114395</c:v>
                </c:pt>
                <c:pt idx="6991">
                  <c:v>-2074710</c:v>
                </c:pt>
                <c:pt idx="6992">
                  <c:v>-2179361</c:v>
                </c:pt>
                <c:pt idx="6993">
                  <c:v>-2366491</c:v>
                </c:pt>
                <c:pt idx="6994">
                  <c:v>-2114710</c:v>
                </c:pt>
                <c:pt idx="6995">
                  <c:v>-2040700</c:v>
                </c:pt>
                <c:pt idx="6996">
                  <c:v>-2361558</c:v>
                </c:pt>
                <c:pt idx="6997">
                  <c:v>-2064754</c:v>
                </c:pt>
                <c:pt idx="6998">
                  <c:v>-2060866</c:v>
                </c:pt>
                <c:pt idx="6999">
                  <c:v>-2107148</c:v>
                </c:pt>
                <c:pt idx="7000">
                  <c:v>-2413701</c:v>
                </c:pt>
                <c:pt idx="7001">
                  <c:v>-2108627</c:v>
                </c:pt>
                <c:pt idx="7002">
                  <c:v>-2248603</c:v>
                </c:pt>
                <c:pt idx="7003">
                  <c:v>-2410323</c:v>
                </c:pt>
                <c:pt idx="7004">
                  <c:v>-2180300</c:v>
                </c:pt>
                <c:pt idx="7005">
                  <c:v>-2170002</c:v>
                </c:pt>
                <c:pt idx="7006">
                  <c:v>-2510625</c:v>
                </c:pt>
                <c:pt idx="7007">
                  <c:v>-2036366</c:v>
                </c:pt>
                <c:pt idx="7008">
                  <c:v>-2069516</c:v>
                </c:pt>
                <c:pt idx="7009">
                  <c:v>-2177227</c:v>
                </c:pt>
                <c:pt idx="7010">
                  <c:v>-2069190</c:v>
                </c:pt>
                <c:pt idx="7011">
                  <c:v>-2169564</c:v>
                </c:pt>
                <c:pt idx="7012">
                  <c:v>-2031413</c:v>
                </c:pt>
                <c:pt idx="7013">
                  <c:v>-2294004</c:v>
                </c:pt>
                <c:pt idx="7014">
                  <c:v>-2298957</c:v>
                </c:pt>
                <c:pt idx="7015">
                  <c:v>-2106012</c:v>
                </c:pt>
                <c:pt idx="7016">
                  <c:v>-2056531</c:v>
                </c:pt>
                <c:pt idx="7017">
                  <c:v>-2115335</c:v>
                </c:pt>
                <c:pt idx="7018">
                  <c:v>-2269844</c:v>
                </c:pt>
                <c:pt idx="7019">
                  <c:v>-2483094</c:v>
                </c:pt>
                <c:pt idx="7020">
                  <c:v>-2247153</c:v>
                </c:pt>
                <c:pt idx="7021">
                  <c:v>-2193827</c:v>
                </c:pt>
                <c:pt idx="7022">
                  <c:v>-2130874</c:v>
                </c:pt>
                <c:pt idx="7023">
                  <c:v>-2246548</c:v>
                </c:pt>
                <c:pt idx="7024">
                  <c:v>-2325454</c:v>
                </c:pt>
                <c:pt idx="7025">
                  <c:v>-2155207</c:v>
                </c:pt>
                <c:pt idx="7026">
                  <c:v>-2413820</c:v>
                </c:pt>
                <c:pt idx="7027">
                  <c:v>-2218924</c:v>
                </c:pt>
                <c:pt idx="7028">
                  <c:v>-2460659</c:v>
                </c:pt>
                <c:pt idx="7029">
                  <c:v>-2296122</c:v>
                </c:pt>
                <c:pt idx="7030">
                  <c:v>-2125077</c:v>
                </c:pt>
                <c:pt idx="7031">
                  <c:v>-2059437</c:v>
                </c:pt>
                <c:pt idx="7032">
                  <c:v>-2076891</c:v>
                </c:pt>
                <c:pt idx="7033">
                  <c:v>-2115300</c:v>
                </c:pt>
                <c:pt idx="7034">
                  <c:v>-2181633</c:v>
                </c:pt>
                <c:pt idx="7035">
                  <c:v>-2223898</c:v>
                </c:pt>
                <c:pt idx="7036">
                  <c:v>-2051536</c:v>
                </c:pt>
                <c:pt idx="7037">
                  <c:v>-2215002</c:v>
                </c:pt>
                <c:pt idx="7038">
                  <c:v>-2126559</c:v>
                </c:pt>
                <c:pt idx="7039">
                  <c:v>-2396835</c:v>
                </c:pt>
                <c:pt idx="7040">
                  <c:v>-2498504</c:v>
                </c:pt>
                <c:pt idx="7041">
                  <c:v>-2068449</c:v>
                </c:pt>
                <c:pt idx="7042">
                  <c:v>-2039395</c:v>
                </c:pt>
                <c:pt idx="7043">
                  <c:v>-2302409</c:v>
                </c:pt>
                <c:pt idx="7044">
                  <c:v>-2067652</c:v>
                </c:pt>
                <c:pt idx="7045">
                  <c:v>-2224360</c:v>
                </c:pt>
                <c:pt idx="7046">
                  <c:v>-2223696</c:v>
                </c:pt>
                <c:pt idx="7047">
                  <c:v>-2135919</c:v>
                </c:pt>
                <c:pt idx="7048">
                  <c:v>-2057863</c:v>
                </c:pt>
                <c:pt idx="7049">
                  <c:v>-2186409</c:v>
                </c:pt>
                <c:pt idx="7050">
                  <c:v>-2098962</c:v>
                </c:pt>
                <c:pt idx="7051">
                  <c:v>-2071650</c:v>
                </c:pt>
                <c:pt idx="7052">
                  <c:v>-2141623</c:v>
                </c:pt>
                <c:pt idx="7053">
                  <c:v>-2177107</c:v>
                </c:pt>
                <c:pt idx="7054">
                  <c:v>-2316845</c:v>
                </c:pt>
                <c:pt idx="7055">
                  <c:v>-2199419</c:v>
                </c:pt>
                <c:pt idx="7056">
                  <c:v>-2503915</c:v>
                </c:pt>
                <c:pt idx="7057">
                  <c:v>-2171608</c:v>
                </c:pt>
                <c:pt idx="7058">
                  <c:v>-2499619</c:v>
                </c:pt>
                <c:pt idx="7059">
                  <c:v>-2138790</c:v>
                </c:pt>
                <c:pt idx="7060">
                  <c:v>-2199408</c:v>
                </c:pt>
                <c:pt idx="7061">
                  <c:v>-2033776</c:v>
                </c:pt>
                <c:pt idx="7062">
                  <c:v>-2089029</c:v>
                </c:pt>
                <c:pt idx="7063">
                  <c:v>-2106254</c:v>
                </c:pt>
                <c:pt idx="7064">
                  <c:v>-2228151</c:v>
                </c:pt>
                <c:pt idx="7065">
                  <c:v>-2210527</c:v>
                </c:pt>
                <c:pt idx="7066">
                  <c:v>-2284793</c:v>
                </c:pt>
                <c:pt idx="7067">
                  <c:v>-2172333</c:v>
                </c:pt>
                <c:pt idx="7068">
                  <c:v>-2225457</c:v>
                </c:pt>
                <c:pt idx="7069">
                  <c:v>-2156973</c:v>
                </c:pt>
                <c:pt idx="7070">
                  <c:v>-2037092</c:v>
                </c:pt>
                <c:pt idx="7071">
                  <c:v>-2243190</c:v>
                </c:pt>
                <c:pt idx="7072">
                  <c:v>-2214014</c:v>
                </c:pt>
                <c:pt idx="7073">
                  <c:v>-2053426</c:v>
                </c:pt>
                <c:pt idx="7074">
                  <c:v>-2117250</c:v>
                </c:pt>
                <c:pt idx="7075">
                  <c:v>-2224110</c:v>
                </c:pt>
                <c:pt idx="7076">
                  <c:v>-2534821</c:v>
                </c:pt>
                <c:pt idx="7077">
                  <c:v>-2351622</c:v>
                </c:pt>
                <c:pt idx="7078">
                  <c:v>-2125912</c:v>
                </c:pt>
                <c:pt idx="7079">
                  <c:v>-2476635</c:v>
                </c:pt>
                <c:pt idx="7080">
                  <c:v>-2033630</c:v>
                </c:pt>
                <c:pt idx="7081">
                  <c:v>-2276941</c:v>
                </c:pt>
                <c:pt idx="7082">
                  <c:v>-2272306</c:v>
                </c:pt>
                <c:pt idx="7083">
                  <c:v>-2091591</c:v>
                </c:pt>
                <c:pt idx="7084">
                  <c:v>-2465974</c:v>
                </c:pt>
                <c:pt idx="7085">
                  <c:v>-2254145</c:v>
                </c:pt>
                <c:pt idx="7086">
                  <c:v>-2139789</c:v>
                </c:pt>
                <c:pt idx="7087">
                  <c:v>-2073502</c:v>
                </c:pt>
                <c:pt idx="7088">
                  <c:v>-2091309</c:v>
                </c:pt>
                <c:pt idx="7089">
                  <c:v>-2205510</c:v>
                </c:pt>
                <c:pt idx="7090">
                  <c:v>-2061369</c:v>
                </c:pt>
                <c:pt idx="7091">
                  <c:v>-2297925</c:v>
                </c:pt>
                <c:pt idx="7092">
                  <c:v>-2325395</c:v>
                </c:pt>
                <c:pt idx="7093">
                  <c:v>-2221649</c:v>
                </c:pt>
                <c:pt idx="7094">
                  <c:v>-2219892</c:v>
                </c:pt>
                <c:pt idx="7095">
                  <c:v>-2216833</c:v>
                </c:pt>
                <c:pt idx="7096">
                  <c:v>-2233843</c:v>
                </c:pt>
                <c:pt idx="7097">
                  <c:v>-2061806</c:v>
                </c:pt>
                <c:pt idx="7098">
                  <c:v>-2457929</c:v>
                </c:pt>
                <c:pt idx="7099">
                  <c:v>-2159446</c:v>
                </c:pt>
                <c:pt idx="7100">
                  <c:v>-2122080</c:v>
                </c:pt>
                <c:pt idx="7101">
                  <c:v>-2267347</c:v>
                </c:pt>
                <c:pt idx="7102">
                  <c:v>-2077196</c:v>
                </c:pt>
                <c:pt idx="7103">
                  <c:v>-2170012</c:v>
                </c:pt>
                <c:pt idx="7104">
                  <c:v>-2321181</c:v>
                </c:pt>
                <c:pt idx="7105">
                  <c:v>-2130957</c:v>
                </c:pt>
                <c:pt idx="7106">
                  <c:v>-2074744</c:v>
                </c:pt>
                <c:pt idx="7107">
                  <c:v>-2272522</c:v>
                </c:pt>
                <c:pt idx="7108">
                  <c:v>-2054110</c:v>
                </c:pt>
                <c:pt idx="7109">
                  <c:v>-2046751</c:v>
                </c:pt>
                <c:pt idx="7110">
                  <c:v>-2218857</c:v>
                </c:pt>
                <c:pt idx="7111">
                  <c:v>-2055243</c:v>
                </c:pt>
                <c:pt idx="7112">
                  <c:v>-2433327</c:v>
                </c:pt>
                <c:pt idx="7113">
                  <c:v>-2150969</c:v>
                </c:pt>
                <c:pt idx="7114">
                  <c:v>-2060901</c:v>
                </c:pt>
                <c:pt idx="7115">
                  <c:v>-2156620</c:v>
                </c:pt>
                <c:pt idx="7116">
                  <c:v>-2109116</c:v>
                </c:pt>
                <c:pt idx="7117">
                  <c:v>-2071181</c:v>
                </c:pt>
                <c:pt idx="7118">
                  <c:v>-2051067</c:v>
                </c:pt>
                <c:pt idx="7119">
                  <c:v>-2165017</c:v>
                </c:pt>
                <c:pt idx="7120">
                  <c:v>-2249614</c:v>
                </c:pt>
                <c:pt idx="7121">
                  <c:v>-2370333</c:v>
                </c:pt>
                <c:pt idx="7122">
                  <c:v>-2048266</c:v>
                </c:pt>
                <c:pt idx="7123">
                  <c:v>-2253877</c:v>
                </c:pt>
                <c:pt idx="7124">
                  <c:v>-2416841</c:v>
                </c:pt>
                <c:pt idx="7125">
                  <c:v>-2385441</c:v>
                </c:pt>
                <c:pt idx="7126">
                  <c:v>-2139237</c:v>
                </c:pt>
                <c:pt idx="7127">
                  <c:v>-2317900</c:v>
                </c:pt>
                <c:pt idx="7128">
                  <c:v>-2520376</c:v>
                </c:pt>
                <c:pt idx="7129">
                  <c:v>-2155242</c:v>
                </c:pt>
                <c:pt idx="7130">
                  <c:v>-2112515</c:v>
                </c:pt>
                <c:pt idx="7131">
                  <c:v>-2047114</c:v>
                </c:pt>
                <c:pt idx="7132">
                  <c:v>-2070243</c:v>
                </c:pt>
                <c:pt idx="7133">
                  <c:v>-2208307</c:v>
                </c:pt>
                <c:pt idx="7134">
                  <c:v>-2130110</c:v>
                </c:pt>
                <c:pt idx="7135">
                  <c:v>-2135566</c:v>
                </c:pt>
                <c:pt idx="7136">
                  <c:v>-2046403</c:v>
                </c:pt>
                <c:pt idx="7137">
                  <c:v>-2233707</c:v>
                </c:pt>
                <c:pt idx="7138">
                  <c:v>-2428810</c:v>
                </c:pt>
                <c:pt idx="7139">
                  <c:v>-2275329</c:v>
                </c:pt>
                <c:pt idx="7140">
                  <c:v>-2041480</c:v>
                </c:pt>
                <c:pt idx="7141">
                  <c:v>-2103635</c:v>
                </c:pt>
                <c:pt idx="7142">
                  <c:v>-2178723</c:v>
                </c:pt>
                <c:pt idx="7143">
                  <c:v>-2212393</c:v>
                </c:pt>
                <c:pt idx="7144">
                  <c:v>-2224314</c:v>
                </c:pt>
                <c:pt idx="7145">
                  <c:v>-2120349</c:v>
                </c:pt>
                <c:pt idx="7146">
                  <c:v>-2205356</c:v>
                </c:pt>
                <c:pt idx="7147">
                  <c:v>-2167149</c:v>
                </c:pt>
                <c:pt idx="7148">
                  <c:v>-2257585</c:v>
                </c:pt>
                <c:pt idx="7149">
                  <c:v>-2456433</c:v>
                </c:pt>
                <c:pt idx="7150">
                  <c:v>-2042524</c:v>
                </c:pt>
                <c:pt idx="7151">
                  <c:v>-2107639</c:v>
                </c:pt>
                <c:pt idx="7152">
                  <c:v>-2123796</c:v>
                </c:pt>
                <c:pt idx="7153">
                  <c:v>-2053239</c:v>
                </c:pt>
                <c:pt idx="7154">
                  <c:v>-2287133</c:v>
                </c:pt>
                <c:pt idx="7155">
                  <c:v>-2190170</c:v>
                </c:pt>
                <c:pt idx="7156">
                  <c:v>-2215404</c:v>
                </c:pt>
                <c:pt idx="7157">
                  <c:v>-2063604</c:v>
                </c:pt>
                <c:pt idx="7158">
                  <c:v>-2070184</c:v>
                </c:pt>
                <c:pt idx="7159">
                  <c:v>-2362755</c:v>
                </c:pt>
                <c:pt idx="7160">
                  <c:v>-2066456</c:v>
                </c:pt>
                <c:pt idx="7161">
                  <c:v>-2154229</c:v>
                </c:pt>
                <c:pt idx="7162">
                  <c:v>-2055557</c:v>
                </c:pt>
                <c:pt idx="7163">
                  <c:v>-2039003</c:v>
                </c:pt>
                <c:pt idx="7164">
                  <c:v>-2029216</c:v>
                </c:pt>
                <c:pt idx="7165">
                  <c:v>-2299950</c:v>
                </c:pt>
                <c:pt idx="7166">
                  <c:v>-2093985</c:v>
                </c:pt>
                <c:pt idx="7167">
                  <c:v>-2192541</c:v>
                </c:pt>
                <c:pt idx="7168">
                  <c:v>-2107946</c:v>
                </c:pt>
                <c:pt idx="7169">
                  <c:v>-2182234</c:v>
                </c:pt>
                <c:pt idx="7170">
                  <c:v>-2258158</c:v>
                </c:pt>
                <c:pt idx="7171">
                  <c:v>-2067476</c:v>
                </c:pt>
                <c:pt idx="7172">
                  <c:v>-2233839</c:v>
                </c:pt>
                <c:pt idx="7173">
                  <c:v>-2109893</c:v>
                </c:pt>
                <c:pt idx="7174">
                  <c:v>-2269868</c:v>
                </c:pt>
                <c:pt idx="7175">
                  <c:v>-2213845</c:v>
                </c:pt>
                <c:pt idx="7176">
                  <c:v>-2274358</c:v>
                </c:pt>
                <c:pt idx="7177">
                  <c:v>-2063321</c:v>
                </c:pt>
                <c:pt idx="7178">
                  <c:v>-2322069</c:v>
                </c:pt>
                <c:pt idx="7179">
                  <c:v>-2454734</c:v>
                </c:pt>
                <c:pt idx="7180">
                  <c:v>-2127182</c:v>
                </c:pt>
                <c:pt idx="7181">
                  <c:v>-2477414</c:v>
                </c:pt>
                <c:pt idx="7182">
                  <c:v>-2117086</c:v>
                </c:pt>
                <c:pt idx="7183">
                  <c:v>-2175114</c:v>
                </c:pt>
                <c:pt idx="7184">
                  <c:v>-2102226</c:v>
                </c:pt>
                <c:pt idx="7185">
                  <c:v>-2345510</c:v>
                </c:pt>
                <c:pt idx="7186">
                  <c:v>-2063870</c:v>
                </c:pt>
                <c:pt idx="7187">
                  <c:v>-2253223</c:v>
                </c:pt>
                <c:pt idx="7188">
                  <c:v>-2059940</c:v>
                </c:pt>
                <c:pt idx="7189">
                  <c:v>-2132262</c:v>
                </c:pt>
                <c:pt idx="7190">
                  <c:v>-2242426</c:v>
                </c:pt>
                <c:pt idx="7191">
                  <c:v>-2267422</c:v>
                </c:pt>
                <c:pt idx="7192">
                  <c:v>-2237324</c:v>
                </c:pt>
                <c:pt idx="7193">
                  <c:v>-2292090</c:v>
                </c:pt>
                <c:pt idx="7194">
                  <c:v>-2105172</c:v>
                </c:pt>
                <c:pt idx="7195">
                  <c:v>-2242422</c:v>
                </c:pt>
                <c:pt idx="7196">
                  <c:v>-2042915</c:v>
                </c:pt>
                <c:pt idx="7197">
                  <c:v>-2084879</c:v>
                </c:pt>
                <c:pt idx="7198">
                  <c:v>-2170943</c:v>
                </c:pt>
                <c:pt idx="7199">
                  <c:v>-2177672</c:v>
                </c:pt>
                <c:pt idx="7200">
                  <c:v>-2043852</c:v>
                </c:pt>
                <c:pt idx="7201">
                  <c:v>-2084175</c:v>
                </c:pt>
                <c:pt idx="7202">
                  <c:v>-2479618</c:v>
                </c:pt>
                <c:pt idx="7203">
                  <c:v>-2101416</c:v>
                </c:pt>
                <c:pt idx="7204">
                  <c:v>-2331495</c:v>
                </c:pt>
                <c:pt idx="7205">
                  <c:v>-2163356</c:v>
                </c:pt>
                <c:pt idx="7206">
                  <c:v>-2134096</c:v>
                </c:pt>
                <c:pt idx="7207">
                  <c:v>-2104504</c:v>
                </c:pt>
                <c:pt idx="7208">
                  <c:v>-2122844</c:v>
                </c:pt>
                <c:pt idx="7209">
                  <c:v>-2127406</c:v>
                </c:pt>
                <c:pt idx="7210">
                  <c:v>-2282238</c:v>
                </c:pt>
                <c:pt idx="7211">
                  <c:v>-2112357</c:v>
                </c:pt>
                <c:pt idx="7212">
                  <c:v>-2282681</c:v>
                </c:pt>
                <c:pt idx="7213">
                  <c:v>-2280839</c:v>
                </c:pt>
                <c:pt idx="7214">
                  <c:v>-2280631</c:v>
                </c:pt>
                <c:pt idx="7215">
                  <c:v>-2142648</c:v>
                </c:pt>
                <c:pt idx="7216">
                  <c:v>-2285650</c:v>
                </c:pt>
                <c:pt idx="7217">
                  <c:v>-2089924</c:v>
                </c:pt>
                <c:pt idx="7218">
                  <c:v>-2048121</c:v>
                </c:pt>
                <c:pt idx="7219">
                  <c:v>-2260099</c:v>
                </c:pt>
                <c:pt idx="7220">
                  <c:v>-2252394</c:v>
                </c:pt>
                <c:pt idx="7221">
                  <c:v>-2060797</c:v>
                </c:pt>
                <c:pt idx="7222">
                  <c:v>-2074194</c:v>
                </c:pt>
                <c:pt idx="7223">
                  <c:v>-2434857</c:v>
                </c:pt>
                <c:pt idx="7224">
                  <c:v>-2507864</c:v>
                </c:pt>
                <c:pt idx="7225">
                  <c:v>-2256557</c:v>
                </c:pt>
                <c:pt idx="7226">
                  <c:v>-2054495</c:v>
                </c:pt>
                <c:pt idx="7227">
                  <c:v>-2057780</c:v>
                </c:pt>
                <c:pt idx="7228">
                  <c:v>-2245777</c:v>
                </c:pt>
                <c:pt idx="7229">
                  <c:v>-2231319</c:v>
                </c:pt>
                <c:pt idx="7230">
                  <c:v>-2062604</c:v>
                </c:pt>
                <c:pt idx="7231">
                  <c:v>-2323886</c:v>
                </c:pt>
                <c:pt idx="7232">
                  <c:v>-2381329</c:v>
                </c:pt>
                <c:pt idx="7233">
                  <c:v>-2304570</c:v>
                </c:pt>
                <c:pt idx="7234">
                  <c:v>-1868427</c:v>
                </c:pt>
                <c:pt idx="7235">
                  <c:v>-2097737</c:v>
                </c:pt>
                <c:pt idx="7236">
                  <c:v>-2338432</c:v>
                </c:pt>
                <c:pt idx="7237">
                  <c:v>-2046193</c:v>
                </c:pt>
                <c:pt idx="7238">
                  <c:v>-2309929</c:v>
                </c:pt>
                <c:pt idx="7239">
                  <c:v>-2248006</c:v>
                </c:pt>
                <c:pt idx="7240">
                  <c:v>-2497592</c:v>
                </c:pt>
                <c:pt idx="7241">
                  <c:v>-2332227</c:v>
                </c:pt>
                <c:pt idx="7242">
                  <c:v>-2045183</c:v>
                </c:pt>
                <c:pt idx="7243">
                  <c:v>-2040307</c:v>
                </c:pt>
                <c:pt idx="7244">
                  <c:v>-2272807</c:v>
                </c:pt>
                <c:pt idx="7245">
                  <c:v>-2215746</c:v>
                </c:pt>
                <c:pt idx="7246">
                  <c:v>-2243885</c:v>
                </c:pt>
                <c:pt idx="7247">
                  <c:v>-2061393</c:v>
                </c:pt>
                <c:pt idx="7248">
                  <c:v>-2052867</c:v>
                </c:pt>
                <c:pt idx="7249">
                  <c:v>-2176092</c:v>
                </c:pt>
                <c:pt idx="7250">
                  <c:v>-2220198</c:v>
                </c:pt>
                <c:pt idx="7251">
                  <c:v>-2177431</c:v>
                </c:pt>
                <c:pt idx="7252">
                  <c:v>-2288165</c:v>
                </c:pt>
                <c:pt idx="7253">
                  <c:v>-2259827</c:v>
                </c:pt>
                <c:pt idx="7254">
                  <c:v>-2210860</c:v>
                </c:pt>
                <c:pt idx="7255">
                  <c:v>-2057412</c:v>
                </c:pt>
                <c:pt idx="7256">
                  <c:v>-2171759</c:v>
                </c:pt>
                <c:pt idx="7257">
                  <c:v>-2268507</c:v>
                </c:pt>
                <c:pt idx="7258">
                  <c:v>-2229097</c:v>
                </c:pt>
                <c:pt idx="7259">
                  <c:v>-2474969</c:v>
                </c:pt>
                <c:pt idx="7260">
                  <c:v>-2153947</c:v>
                </c:pt>
                <c:pt idx="7261">
                  <c:v>-2078597</c:v>
                </c:pt>
                <c:pt idx="7262">
                  <c:v>-2522527</c:v>
                </c:pt>
                <c:pt idx="7263">
                  <c:v>-2100911</c:v>
                </c:pt>
                <c:pt idx="7264">
                  <c:v>-2170683</c:v>
                </c:pt>
                <c:pt idx="7265">
                  <c:v>-2203208</c:v>
                </c:pt>
                <c:pt idx="7266">
                  <c:v>-2237183</c:v>
                </c:pt>
                <c:pt idx="7267">
                  <c:v>-2043179</c:v>
                </c:pt>
                <c:pt idx="7268">
                  <c:v>-2385859</c:v>
                </c:pt>
                <c:pt idx="7269">
                  <c:v>-2248122</c:v>
                </c:pt>
                <c:pt idx="7270">
                  <c:v>-2136437</c:v>
                </c:pt>
                <c:pt idx="7271">
                  <c:v>-2063327</c:v>
                </c:pt>
                <c:pt idx="7272">
                  <c:v>-2040681</c:v>
                </c:pt>
                <c:pt idx="7273">
                  <c:v>-2118449</c:v>
                </c:pt>
                <c:pt idx="7274">
                  <c:v>-2169511</c:v>
                </c:pt>
                <c:pt idx="7275">
                  <c:v>-2464789</c:v>
                </c:pt>
                <c:pt idx="7276">
                  <c:v>-2198003</c:v>
                </c:pt>
                <c:pt idx="7277">
                  <c:v>-2089188</c:v>
                </c:pt>
                <c:pt idx="7278">
                  <c:v>-2105572</c:v>
                </c:pt>
                <c:pt idx="7279">
                  <c:v>-2137860</c:v>
                </c:pt>
                <c:pt idx="7280">
                  <c:v>-2468525</c:v>
                </c:pt>
                <c:pt idx="7281">
                  <c:v>-2147426</c:v>
                </c:pt>
                <c:pt idx="7282">
                  <c:v>-2075179</c:v>
                </c:pt>
                <c:pt idx="7283">
                  <c:v>-2060825</c:v>
                </c:pt>
                <c:pt idx="7284">
                  <c:v>-2020061</c:v>
                </c:pt>
                <c:pt idx="7285">
                  <c:v>-2136207</c:v>
                </c:pt>
                <c:pt idx="7286">
                  <c:v>-2128539</c:v>
                </c:pt>
                <c:pt idx="7287">
                  <c:v>-2102661</c:v>
                </c:pt>
                <c:pt idx="7288">
                  <c:v>-2112139</c:v>
                </c:pt>
                <c:pt idx="7289">
                  <c:v>-2049093</c:v>
                </c:pt>
                <c:pt idx="7290">
                  <c:v>-2292363</c:v>
                </c:pt>
                <c:pt idx="7291">
                  <c:v>-2202204</c:v>
                </c:pt>
                <c:pt idx="7292">
                  <c:v>-2224533</c:v>
                </c:pt>
                <c:pt idx="7293">
                  <c:v>-2055734</c:v>
                </c:pt>
                <c:pt idx="7294">
                  <c:v>-2226769</c:v>
                </c:pt>
                <c:pt idx="7295">
                  <c:v>-2416208</c:v>
                </c:pt>
                <c:pt idx="7296">
                  <c:v>-2210279</c:v>
                </c:pt>
                <c:pt idx="7297">
                  <c:v>-2278390</c:v>
                </c:pt>
                <c:pt idx="7298">
                  <c:v>-2329337</c:v>
                </c:pt>
                <c:pt idx="7299">
                  <c:v>-2177790</c:v>
                </c:pt>
                <c:pt idx="7300">
                  <c:v>-2223248</c:v>
                </c:pt>
                <c:pt idx="7301">
                  <c:v>-2130098</c:v>
                </c:pt>
                <c:pt idx="7302">
                  <c:v>-2102485</c:v>
                </c:pt>
                <c:pt idx="7303">
                  <c:v>-2320121</c:v>
                </c:pt>
                <c:pt idx="7304">
                  <c:v>-2247759</c:v>
                </c:pt>
                <c:pt idx="7305">
                  <c:v>-2122815</c:v>
                </c:pt>
                <c:pt idx="7306">
                  <c:v>-2033031</c:v>
                </c:pt>
                <c:pt idx="7307">
                  <c:v>-2164993</c:v>
                </c:pt>
                <c:pt idx="7308">
                  <c:v>-2321035</c:v>
                </c:pt>
                <c:pt idx="7309">
                  <c:v>-2132038</c:v>
                </c:pt>
                <c:pt idx="7310">
                  <c:v>-2078732</c:v>
                </c:pt>
                <c:pt idx="7311">
                  <c:v>-2186892</c:v>
                </c:pt>
                <c:pt idx="7312">
                  <c:v>-2143872</c:v>
                </c:pt>
                <c:pt idx="7313">
                  <c:v>-2166883</c:v>
                </c:pt>
                <c:pt idx="7314">
                  <c:v>-2212818</c:v>
                </c:pt>
                <c:pt idx="7315">
                  <c:v>-2362974</c:v>
                </c:pt>
                <c:pt idx="7316">
                  <c:v>-2509904</c:v>
                </c:pt>
                <c:pt idx="7317">
                  <c:v>-2247306</c:v>
                </c:pt>
                <c:pt idx="7318">
                  <c:v>-2040138</c:v>
                </c:pt>
                <c:pt idx="7319">
                  <c:v>-2204707</c:v>
                </c:pt>
                <c:pt idx="7320">
                  <c:v>-2514563</c:v>
                </c:pt>
                <c:pt idx="7321">
                  <c:v>-2305117</c:v>
                </c:pt>
                <c:pt idx="7322">
                  <c:v>-2083736</c:v>
                </c:pt>
                <c:pt idx="7323">
                  <c:v>-2149262</c:v>
                </c:pt>
                <c:pt idx="7324">
                  <c:v>-2319601</c:v>
                </c:pt>
                <c:pt idx="7325">
                  <c:v>-2164274</c:v>
                </c:pt>
                <c:pt idx="7326">
                  <c:v>-2187233</c:v>
                </c:pt>
                <c:pt idx="7327">
                  <c:v>-2110260</c:v>
                </c:pt>
                <c:pt idx="7328">
                  <c:v>-2056367</c:v>
                </c:pt>
                <c:pt idx="7329">
                  <c:v>-2208307</c:v>
                </c:pt>
                <c:pt idx="7330">
                  <c:v>-2110530</c:v>
                </c:pt>
                <c:pt idx="7331">
                  <c:v>-2164004</c:v>
                </c:pt>
                <c:pt idx="7332">
                  <c:v>-2400072</c:v>
                </c:pt>
                <c:pt idx="7333">
                  <c:v>-2073983</c:v>
                </c:pt>
                <c:pt idx="7334">
                  <c:v>-2041809</c:v>
                </c:pt>
                <c:pt idx="7335">
                  <c:v>-2160835</c:v>
                </c:pt>
                <c:pt idx="7336">
                  <c:v>-2504995</c:v>
                </c:pt>
                <c:pt idx="7337">
                  <c:v>-2215002</c:v>
                </c:pt>
                <c:pt idx="7338">
                  <c:v>-2162743</c:v>
                </c:pt>
                <c:pt idx="7339">
                  <c:v>-2192046</c:v>
                </c:pt>
                <c:pt idx="7340">
                  <c:v>-2127135</c:v>
                </c:pt>
                <c:pt idx="7341">
                  <c:v>-2126171</c:v>
                </c:pt>
                <c:pt idx="7342">
                  <c:v>-2454854</c:v>
                </c:pt>
                <c:pt idx="7343">
                  <c:v>-2246800</c:v>
                </c:pt>
                <c:pt idx="7344">
                  <c:v>-2252500</c:v>
                </c:pt>
                <c:pt idx="7345">
                  <c:v>-2149662</c:v>
                </c:pt>
                <c:pt idx="7346">
                  <c:v>-2037595</c:v>
                </c:pt>
                <c:pt idx="7347">
                  <c:v>-2491091</c:v>
                </c:pt>
                <c:pt idx="7348">
                  <c:v>-2153829</c:v>
                </c:pt>
                <c:pt idx="7349">
                  <c:v>-2237780</c:v>
                </c:pt>
                <c:pt idx="7350">
                  <c:v>-2111509</c:v>
                </c:pt>
                <c:pt idx="7351">
                  <c:v>-2127969</c:v>
                </c:pt>
                <c:pt idx="7352">
                  <c:v>-2133532</c:v>
                </c:pt>
                <c:pt idx="7353">
                  <c:v>-2055379</c:v>
                </c:pt>
                <c:pt idx="7354">
                  <c:v>-2080983</c:v>
                </c:pt>
                <c:pt idx="7355">
                  <c:v>-2441695</c:v>
                </c:pt>
                <c:pt idx="7356">
                  <c:v>-2081266</c:v>
                </c:pt>
                <c:pt idx="7357">
                  <c:v>-2232678</c:v>
                </c:pt>
                <c:pt idx="7358">
                  <c:v>-2197767</c:v>
                </c:pt>
                <c:pt idx="7359">
                  <c:v>-2420830</c:v>
                </c:pt>
                <c:pt idx="7360">
                  <c:v>-2042816</c:v>
                </c:pt>
                <c:pt idx="7361">
                  <c:v>-2088317</c:v>
                </c:pt>
                <c:pt idx="7362">
                  <c:v>-2056095</c:v>
                </c:pt>
                <c:pt idx="7363">
                  <c:v>-2148273</c:v>
                </c:pt>
                <c:pt idx="7364">
                  <c:v>-2044786</c:v>
                </c:pt>
                <c:pt idx="7365">
                  <c:v>-2125901</c:v>
                </c:pt>
                <c:pt idx="7366">
                  <c:v>-2265403</c:v>
                </c:pt>
                <c:pt idx="7367">
                  <c:v>-2455368</c:v>
                </c:pt>
                <c:pt idx="7368">
                  <c:v>-2206855</c:v>
                </c:pt>
                <c:pt idx="7369">
                  <c:v>-2492314</c:v>
                </c:pt>
                <c:pt idx="7370">
                  <c:v>-2262057</c:v>
                </c:pt>
                <c:pt idx="7371">
                  <c:v>-2302396</c:v>
                </c:pt>
                <c:pt idx="7372">
                  <c:v>-2106404</c:v>
                </c:pt>
                <c:pt idx="7373">
                  <c:v>-2171225</c:v>
                </c:pt>
                <c:pt idx="7374">
                  <c:v>-2053117</c:v>
                </c:pt>
                <c:pt idx="7375">
                  <c:v>-2391002</c:v>
                </c:pt>
                <c:pt idx="7376">
                  <c:v>-2189179</c:v>
                </c:pt>
                <c:pt idx="7377">
                  <c:v>-2285602</c:v>
                </c:pt>
                <c:pt idx="7378">
                  <c:v>-2059988</c:v>
                </c:pt>
                <c:pt idx="7379">
                  <c:v>-2226580</c:v>
                </c:pt>
                <c:pt idx="7380">
                  <c:v>-2254631</c:v>
                </c:pt>
                <c:pt idx="7381">
                  <c:v>-2080922</c:v>
                </c:pt>
                <c:pt idx="7382">
                  <c:v>-2066258</c:v>
                </c:pt>
                <c:pt idx="7383">
                  <c:v>-2052993</c:v>
                </c:pt>
                <c:pt idx="7384">
                  <c:v>-2230768</c:v>
                </c:pt>
                <c:pt idx="7385">
                  <c:v>-2064394</c:v>
                </c:pt>
                <c:pt idx="7386">
                  <c:v>-2089755</c:v>
                </c:pt>
                <c:pt idx="7387">
                  <c:v>-2115335</c:v>
                </c:pt>
                <c:pt idx="7388">
                  <c:v>-2548521</c:v>
                </c:pt>
                <c:pt idx="7389">
                  <c:v>-2471232</c:v>
                </c:pt>
                <c:pt idx="7390">
                  <c:v>-2056261</c:v>
                </c:pt>
                <c:pt idx="7391">
                  <c:v>-2268518</c:v>
                </c:pt>
                <c:pt idx="7392">
                  <c:v>-2180866</c:v>
                </c:pt>
                <c:pt idx="7393">
                  <c:v>-2029148</c:v>
                </c:pt>
                <c:pt idx="7394">
                  <c:v>-2089819</c:v>
                </c:pt>
                <c:pt idx="7395">
                  <c:v>-2177023</c:v>
                </c:pt>
                <c:pt idx="7396">
                  <c:v>-2270698</c:v>
                </c:pt>
                <c:pt idx="7397">
                  <c:v>-2160141</c:v>
                </c:pt>
                <c:pt idx="7398">
                  <c:v>-2169729</c:v>
                </c:pt>
                <c:pt idx="7399">
                  <c:v>-2299508</c:v>
                </c:pt>
                <c:pt idx="7400">
                  <c:v>-2059811</c:v>
                </c:pt>
                <c:pt idx="7401">
                  <c:v>-2387637</c:v>
                </c:pt>
                <c:pt idx="7402">
                  <c:v>-2248694</c:v>
                </c:pt>
                <c:pt idx="7403">
                  <c:v>-2077464</c:v>
                </c:pt>
                <c:pt idx="7404">
                  <c:v>-2069492</c:v>
                </c:pt>
                <c:pt idx="7405">
                  <c:v>-2135790</c:v>
                </c:pt>
                <c:pt idx="7406">
                  <c:v>-2114388</c:v>
                </c:pt>
                <c:pt idx="7407">
                  <c:v>-2094830</c:v>
                </c:pt>
                <c:pt idx="7408">
                  <c:v>-2117244</c:v>
                </c:pt>
                <c:pt idx="7409">
                  <c:v>-2491055</c:v>
                </c:pt>
                <c:pt idx="7410">
                  <c:v>-2217849</c:v>
                </c:pt>
                <c:pt idx="7411">
                  <c:v>-2082357</c:v>
                </c:pt>
                <c:pt idx="7412">
                  <c:v>-2177165</c:v>
                </c:pt>
                <c:pt idx="7413">
                  <c:v>-2082685</c:v>
                </c:pt>
                <c:pt idx="7414">
                  <c:v>-2460347</c:v>
                </c:pt>
                <c:pt idx="7415">
                  <c:v>-2284464</c:v>
                </c:pt>
                <c:pt idx="7416">
                  <c:v>-2497496</c:v>
                </c:pt>
                <c:pt idx="7417">
                  <c:v>-2389806</c:v>
                </c:pt>
                <c:pt idx="7418">
                  <c:v>-2066590</c:v>
                </c:pt>
                <c:pt idx="7419">
                  <c:v>-2241840</c:v>
                </c:pt>
                <c:pt idx="7420">
                  <c:v>-2157314</c:v>
                </c:pt>
                <c:pt idx="7421">
                  <c:v>-2405167</c:v>
                </c:pt>
                <c:pt idx="7422">
                  <c:v>-2457463</c:v>
                </c:pt>
                <c:pt idx="7423">
                  <c:v>-2313856</c:v>
                </c:pt>
                <c:pt idx="7424">
                  <c:v>-2269631</c:v>
                </c:pt>
                <c:pt idx="7425">
                  <c:v>-2159952</c:v>
                </c:pt>
                <c:pt idx="7426">
                  <c:v>-2091805</c:v>
                </c:pt>
                <c:pt idx="7427">
                  <c:v>-2143601</c:v>
                </c:pt>
                <c:pt idx="7428">
                  <c:v>-2322805</c:v>
                </c:pt>
                <c:pt idx="7429">
                  <c:v>-2174678</c:v>
                </c:pt>
                <c:pt idx="7430">
                  <c:v>-2148591</c:v>
                </c:pt>
                <c:pt idx="7431">
                  <c:v>-2107276</c:v>
                </c:pt>
                <c:pt idx="7432">
                  <c:v>-2312023</c:v>
                </c:pt>
                <c:pt idx="7433">
                  <c:v>-2263604</c:v>
                </c:pt>
                <c:pt idx="7434">
                  <c:v>-2278208</c:v>
                </c:pt>
                <c:pt idx="7435">
                  <c:v>-2110401</c:v>
                </c:pt>
                <c:pt idx="7436">
                  <c:v>-2186549</c:v>
                </c:pt>
                <c:pt idx="7437">
                  <c:v>-2500747</c:v>
                </c:pt>
                <c:pt idx="7438">
                  <c:v>-2105326</c:v>
                </c:pt>
                <c:pt idx="7439">
                  <c:v>-2086674</c:v>
                </c:pt>
                <c:pt idx="7440">
                  <c:v>-2049854</c:v>
                </c:pt>
                <c:pt idx="7441">
                  <c:v>-2279002</c:v>
                </c:pt>
                <c:pt idx="7442">
                  <c:v>-2444553</c:v>
                </c:pt>
                <c:pt idx="7443">
                  <c:v>-2308829</c:v>
                </c:pt>
                <c:pt idx="7444">
                  <c:v>-2394583</c:v>
                </c:pt>
                <c:pt idx="7445">
                  <c:v>-2127817</c:v>
                </c:pt>
                <c:pt idx="7446">
                  <c:v>-2206867</c:v>
                </c:pt>
                <c:pt idx="7447">
                  <c:v>-2215687</c:v>
                </c:pt>
                <c:pt idx="7448">
                  <c:v>-2228246</c:v>
                </c:pt>
                <c:pt idx="7449">
                  <c:v>-2088809</c:v>
                </c:pt>
                <c:pt idx="7450">
                  <c:v>-2352462</c:v>
                </c:pt>
                <c:pt idx="7451">
                  <c:v>-2224571</c:v>
                </c:pt>
                <c:pt idx="7452">
                  <c:v>-2048621</c:v>
                </c:pt>
                <c:pt idx="7453">
                  <c:v>-2254999</c:v>
                </c:pt>
                <c:pt idx="7454">
                  <c:v>-2094341</c:v>
                </c:pt>
                <c:pt idx="7455">
                  <c:v>-2093110</c:v>
                </c:pt>
                <c:pt idx="7456">
                  <c:v>-2094771</c:v>
                </c:pt>
                <c:pt idx="7457">
                  <c:v>-2322425</c:v>
                </c:pt>
                <c:pt idx="7458">
                  <c:v>-2054844</c:v>
                </c:pt>
                <c:pt idx="7459">
                  <c:v>-2394851</c:v>
                </c:pt>
                <c:pt idx="7460">
                  <c:v>-2473136</c:v>
                </c:pt>
                <c:pt idx="7461">
                  <c:v>-2262905</c:v>
                </c:pt>
                <c:pt idx="7462">
                  <c:v>-2383248</c:v>
                </c:pt>
                <c:pt idx="7463">
                  <c:v>-2075437</c:v>
                </c:pt>
                <c:pt idx="7464">
                  <c:v>-2395369</c:v>
                </c:pt>
                <c:pt idx="7465">
                  <c:v>-2120571</c:v>
                </c:pt>
                <c:pt idx="7466">
                  <c:v>-2083972</c:v>
                </c:pt>
                <c:pt idx="7467">
                  <c:v>-2179422</c:v>
                </c:pt>
                <c:pt idx="7468">
                  <c:v>-2134108</c:v>
                </c:pt>
                <c:pt idx="7469">
                  <c:v>-2431247</c:v>
                </c:pt>
                <c:pt idx="7470">
                  <c:v>-2114606</c:v>
                </c:pt>
                <c:pt idx="7471">
                  <c:v>-2146049</c:v>
                </c:pt>
                <c:pt idx="7472">
                  <c:v>-2296513</c:v>
                </c:pt>
                <c:pt idx="7473">
                  <c:v>-2262704</c:v>
                </c:pt>
                <c:pt idx="7474">
                  <c:v>-2092016</c:v>
                </c:pt>
                <c:pt idx="7475">
                  <c:v>-2061909</c:v>
                </c:pt>
                <c:pt idx="7476">
                  <c:v>-2124561</c:v>
                </c:pt>
                <c:pt idx="7477">
                  <c:v>-2207174</c:v>
                </c:pt>
                <c:pt idx="7478">
                  <c:v>-2142037</c:v>
                </c:pt>
                <c:pt idx="7479">
                  <c:v>-2133179</c:v>
                </c:pt>
                <c:pt idx="7480">
                  <c:v>-2112244</c:v>
                </c:pt>
                <c:pt idx="7481">
                  <c:v>-2038637</c:v>
                </c:pt>
                <c:pt idx="7482">
                  <c:v>-2199478</c:v>
                </c:pt>
                <c:pt idx="7483">
                  <c:v>-2347041</c:v>
                </c:pt>
                <c:pt idx="7484">
                  <c:v>-2115063</c:v>
                </c:pt>
                <c:pt idx="7485">
                  <c:v>-2034513</c:v>
                </c:pt>
                <c:pt idx="7486">
                  <c:v>-2362877</c:v>
                </c:pt>
                <c:pt idx="7487">
                  <c:v>-2387479</c:v>
                </c:pt>
                <c:pt idx="7488">
                  <c:v>-2115831</c:v>
                </c:pt>
                <c:pt idx="7489">
                  <c:v>-2065091</c:v>
                </c:pt>
                <c:pt idx="7490">
                  <c:v>-2075814</c:v>
                </c:pt>
                <c:pt idx="7491">
                  <c:v>-2059015</c:v>
                </c:pt>
                <c:pt idx="7492">
                  <c:v>-2365980</c:v>
                </c:pt>
                <c:pt idx="7493">
                  <c:v>-2240541</c:v>
                </c:pt>
                <c:pt idx="7494">
                  <c:v>-2085067</c:v>
                </c:pt>
                <c:pt idx="7495">
                  <c:v>-2327367</c:v>
                </c:pt>
                <c:pt idx="7496">
                  <c:v>-2086909</c:v>
                </c:pt>
                <c:pt idx="7497">
                  <c:v>-2418298</c:v>
                </c:pt>
                <c:pt idx="7498">
                  <c:v>-2256520</c:v>
                </c:pt>
                <c:pt idx="7499">
                  <c:v>-2213951</c:v>
                </c:pt>
                <c:pt idx="7500">
                  <c:v>-2456673</c:v>
                </c:pt>
                <c:pt idx="7501">
                  <c:v>-2128205</c:v>
                </c:pt>
                <c:pt idx="7502">
                  <c:v>-2048238</c:v>
                </c:pt>
                <c:pt idx="7503">
                  <c:v>-2201353</c:v>
                </c:pt>
                <c:pt idx="7504">
                  <c:v>-2098798</c:v>
                </c:pt>
                <c:pt idx="7505">
                  <c:v>-2211389</c:v>
                </c:pt>
                <c:pt idx="7506">
                  <c:v>-2124372</c:v>
                </c:pt>
                <c:pt idx="7507">
                  <c:v>-2240499</c:v>
                </c:pt>
                <c:pt idx="7508">
                  <c:v>-2234934</c:v>
                </c:pt>
                <c:pt idx="7509">
                  <c:v>-2063829</c:v>
                </c:pt>
                <c:pt idx="7510">
                  <c:v>-2102297</c:v>
                </c:pt>
                <c:pt idx="7511">
                  <c:v>-2113545</c:v>
                </c:pt>
                <c:pt idx="7512">
                  <c:v>-2475868</c:v>
                </c:pt>
                <c:pt idx="7513">
                  <c:v>-2183920</c:v>
                </c:pt>
                <c:pt idx="7514">
                  <c:v>-2239559</c:v>
                </c:pt>
                <c:pt idx="7515">
                  <c:v>-2118666</c:v>
                </c:pt>
                <c:pt idx="7516">
                  <c:v>-2124478</c:v>
                </c:pt>
                <c:pt idx="7517">
                  <c:v>-2106947</c:v>
                </c:pt>
                <c:pt idx="7518">
                  <c:v>-2165064</c:v>
                </c:pt>
                <c:pt idx="7519">
                  <c:v>-2123197</c:v>
                </c:pt>
                <c:pt idx="7520">
                  <c:v>-2054719</c:v>
                </c:pt>
                <c:pt idx="7521">
                  <c:v>-2347280</c:v>
                </c:pt>
                <c:pt idx="7522">
                  <c:v>-2147179</c:v>
                </c:pt>
                <c:pt idx="7523">
                  <c:v>-2262582</c:v>
                </c:pt>
                <c:pt idx="7524">
                  <c:v>-2104364</c:v>
                </c:pt>
                <c:pt idx="7525">
                  <c:v>-2321291</c:v>
                </c:pt>
                <c:pt idx="7526">
                  <c:v>-2035613</c:v>
                </c:pt>
                <c:pt idx="7527">
                  <c:v>-2145743</c:v>
                </c:pt>
                <c:pt idx="7528">
                  <c:v>-2124784</c:v>
                </c:pt>
                <c:pt idx="7529">
                  <c:v>-2239610</c:v>
                </c:pt>
                <c:pt idx="7530">
                  <c:v>-2348251</c:v>
                </c:pt>
                <c:pt idx="7531">
                  <c:v>-2240461</c:v>
                </c:pt>
                <c:pt idx="7532">
                  <c:v>-2349658</c:v>
                </c:pt>
                <c:pt idx="7533">
                  <c:v>-2307066</c:v>
                </c:pt>
                <c:pt idx="7534">
                  <c:v>-2213077</c:v>
                </c:pt>
                <c:pt idx="7535">
                  <c:v>-2077595</c:v>
                </c:pt>
                <c:pt idx="7536">
                  <c:v>-2036667</c:v>
                </c:pt>
                <c:pt idx="7537">
                  <c:v>-2059964</c:v>
                </c:pt>
                <c:pt idx="7538">
                  <c:v>-2208000</c:v>
                </c:pt>
                <c:pt idx="7539">
                  <c:v>-2051370</c:v>
                </c:pt>
                <c:pt idx="7540">
                  <c:v>-2222827</c:v>
                </c:pt>
                <c:pt idx="7541">
                  <c:v>-2098260</c:v>
                </c:pt>
                <c:pt idx="7542">
                  <c:v>-2214636</c:v>
                </c:pt>
                <c:pt idx="7543">
                  <c:v>-2265774</c:v>
                </c:pt>
                <c:pt idx="7544">
                  <c:v>-2216809</c:v>
                </c:pt>
                <c:pt idx="7545">
                  <c:v>-2414549</c:v>
                </c:pt>
                <c:pt idx="7546">
                  <c:v>-2141872</c:v>
                </c:pt>
                <c:pt idx="7547">
                  <c:v>-2376253</c:v>
                </c:pt>
                <c:pt idx="7548">
                  <c:v>-2116016</c:v>
                </c:pt>
                <c:pt idx="7549">
                  <c:v>-2324730</c:v>
                </c:pt>
                <c:pt idx="7550">
                  <c:v>-2057960</c:v>
                </c:pt>
                <c:pt idx="7551">
                  <c:v>-2107706</c:v>
                </c:pt>
                <c:pt idx="7552">
                  <c:v>-2102050</c:v>
                </c:pt>
                <c:pt idx="7553">
                  <c:v>-2350931</c:v>
                </c:pt>
                <c:pt idx="7554">
                  <c:v>-2256122</c:v>
                </c:pt>
                <c:pt idx="7555">
                  <c:v>-2131674</c:v>
                </c:pt>
                <c:pt idx="7556">
                  <c:v>-2370083</c:v>
                </c:pt>
                <c:pt idx="7557">
                  <c:v>-2122175</c:v>
                </c:pt>
                <c:pt idx="7558">
                  <c:v>-2040334</c:v>
                </c:pt>
                <c:pt idx="7559">
                  <c:v>-2177106</c:v>
                </c:pt>
                <c:pt idx="7560">
                  <c:v>-2213621</c:v>
                </c:pt>
                <c:pt idx="7561">
                  <c:v>-2482327</c:v>
                </c:pt>
                <c:pt idx="7562">
                  <c:v>-2439388</c:v>
                </c:pt>
                <c:pt idx="7563">
                  <c:v>-2182434</c:v>
                </c:pt>
                <c:pt idx="7564">
                  <c:v>-2210669</c:v>
                </c:pt>
                <c:pt idx="7565">
                  <c:v>-2130639</c:v>
                </c:pt>
                <c:pt idx="7566">
                  <c:v>-2209936</c:v>
                </c:pt>
                <c:pt idx="7567">
                  <c:v>-2198499</c:v>
                </c:pt>
                <c:pt idx="7568">
                  <c:v>-2262076</c:v>
                </c:pt>
                <c:pt idx="7569">
                  <c:v>-2369440</c:v>
                </c:pt>
                <c:pt idx="7570">
                  <c:v>-2098387</c:v>
                </c:pt>
                <c:pt idx="7571">
                  <c:v>-2118893</c:v>
                </c:pt>
                <c:pt idx="7572">
                  <c:v>-2236426</c:v>
                </c:pt>
                <c:pt idx="7573">
                  <c:v>-2093844</c:v>
                </c:pt>
                <c:pt idx="7574">
                  <c:v>-2177486</c:v>
                </c:pt>
                <c:pt idx="7575">
                  <c:v>-2078345</c:v>
                </c:pt>
                <c:pt idx="7576">
                  <c:v>-2116157</c:v>
                </c:pt>
                <c:pt idx="7577">
                  <c:v>-2083975</c:v>
                </c:pt>
                <c:pt idx="7578">
                  <c:v>-2045626</c:v>
                </c:pt>
                <c:pt idx="7579">
                  <c:v>-2115903</c:v>
                </c:pt>
                <c:pt idx="7580">
                  <c:v>-2213597</c:v>
                </c:pt>
                <c:pt idx="7581">
                  <c:v>-2225481</c:v>
                </c:pt>
                <c:pt idx="7582">
                  <c:v>-2158398</c:v>
                </c:pt>
                <c:pt idx="7583">
                  <c:v>-2046515</c:v>
                </c:pt>
                <c:pt idx="7584">
                  <c:v>-2366568</c:v>
                </c:pt>
                <c:pt idx="7585">
                  <c:v>-2063261</c:v>
                </c:pt>
                <c:pt idx="7586">
                  <c:v>-2167785</c:v>
                </c:pt>
                <c:pt idx="7587">
                  <c:v>-2179970</c:v>
                </c:pt>
                <c:pt idx="7588">
                  <c:v>-2462981</c:v>
                </c:pt>
                <c:pt idx="7589">
                  <c:v>-2158256</c:v>
                </c:pt>
                <c:pt idx="7590">
                  <c:v>-2147779</c:v>
                </c:pt>
                <c:pt idx="7591">
                  <c:v>-2074100</c:v>
                </c:pt>
                <c:pt idx="7592">
                  <c:v>-2215439</c:v>
                </c:pt>
                <c:pt idx="7593">
                  <c:v>-2220329</c:v>
                </c:pt>
                <c:pt idx="7594">
                  <c:v>-2242906</c:v>
                </c:pt>
                <c:pt idx="7595">
                  <c:v>-2045463</c:v>
                </c:pt>
                <c:pt idx="7596">
                  <c:v>-2194794</c:v>
                </c:pt>
                <c:pt idx="7597">
                  <c:v>-2437053</c:v>
                </c:pt>
                <c:pt idx="7598">
                  <c:v>-2282807</c:v>
                </c:pt>
                <c:pt idx="7599">
                  <c:v>-2274451</c:v>
                </c:pt>
                <c:pt idx="7600">
                  <c:v>-2109919</c:v>
                </c:pt>
                <c:pt idx="7601">
                  <c:v>-2123428</c:v>
                </c:pt>
                <c:pt idx="7602">
                  <c:v>-2151715</c:v>
                </c:pt>
                <c:pt idx="7603">
                  <c:v>-2119012</c:v>
                </c:pt>
                <c:pt idx="7604">
                  <c:v>-2083947</c:v>
                </c:pt>
                <c:pt idx="7605">
                  <c:v>-2055334</c:v>
                </c:pt>
                <c:pt idx="7606">
                  <c:v>-2213137</c:v>
                </c:pt>
                <c:pt idx="7607">
                  <c:v>-2489292</c:v>
                </c:pt>
                <c:pt idx="7608">
                  <c:v>-2204258</c:v>
                </c:pt>
                <c:pt idx="7609">
                  <c:v>-2453358</c:v>
                </c:pt>
                <c:pt idx="7610">
                  <c:v>-2043103</c:v>
                </c:pt>
                <c:pt idx="7611">
                  <c:v>-2339906</c:v>
                </c:pt>
                <c:pt idx="7612">
                  <c:v>-2393627</c:v>
                </c:pt>
                <c:pt idx="7613">
                  <c:v>-2172651</c:v>
                </c:pt>
                <c:pt idx="7614">
                  <c:v>-2196069</c:v>
                </c:pt>
                <c:pt idx="7615">
                  <c:v>-2411003</c:v>
                </c:pt>
                <c:pt idx="7616">
                  <c:v>-2071978</c:v>
                </c:pt>
                <c:pt idx="7617">
                  <c:v>-2306266</c:v>
                </c:pt>
                <c:pt idx="7618">
                  <c:v>-2404451</c:v>
                </c:pt>
                <c:pt idx="7619">
                  <c:v>-2173323</c:v>
                </c:pt>
                <c:pt idx="7620">
                  <c:v>-2351800</c:v>
                </c:pt>
                <c:pt idx="7621">
                  <c:v>-2287906</c:v>
                </c:pt>
                <c:pt idx="7622">
                  <c:v>-2245434</c:v>
                </c:pt>
                <c:pt idx="7623">
                  <c:v>-2152423</c:v>
                </c:pt>
                <c:pt idx="7624">
                  <c:v>-2094431</c:v>
                </c:pt>
                <c:pt idx="7625">
                  <c:v>-2115795</c:v>
                </c:pt>
                <c:pt idx="7626">
                  <c:v>-2107356</c:v>
                </c:pt>
                <c:pt idx="7627">
                  <c:v>-2177224</c:v>
                </c:pt>
                <c:pt idx="7628">
                  <c:v>-2341454</c:v>
                </c:pt>
                <c:pt idx="7629">
                  <c:v>-2045322</c:v>
                </c:pt>
                <c:pt idx="7630">
                  <c:v>-2264326</c:v>
                </c:pt>
                <c:pt idx="7631">
                  <c:v>-2217612</c:v>
                </c:pt>
                <c:pt idx="7632">
                  <c:v>-2256800</c:v>
                </c:pt>
                <c:pt idx="7633">
                  <c:v>-2308272</c:v>
                </c:pt>
                <c:pt idx="7634">
                  <c:v>-2459665</c:v>
                </c:pt>
                <c:pt idx="7635">
                  <c:v>-2308401</c:v>
                </c:pt>
                <c:pt idx="7636">
                  <c:v>-2217825</c:v>
                </c:pt>
                <c:pt idx="7637">
                  <c:v>-2268648</c:v>
                </c:pt>
                <c:pt idx="7638">
                  <c:v>-2521433</c:v>
                </c:pt>
                <c:pt idx="7639">
                  <c:v>-2077923</c:v>
                </c:pt>
                <c:pt idx="7640">
                  <c:v>-2222063</c:v>
                </c:pt>
                <c:pt idx="7641">
                  <c:v>-2234416</c:v>
                </c:pt>
                <c:pt idx="7642">
                  <c:v>-2384034</c:v>
                </c:pt>
                <c:pt idx="7643">
                  <c:v>-2249259</c:v>
                </c:pt>
                <c:pt idx="7644">
                  <c:v>-2076328</c:v>
                </c:pt>
                <c:pt idx="7645">
                  <c:v>-2071567</c:v>
                </c:pt>
                <c:pt idx="7646">
                  <c:v>-2210291</c:v>
                </c:pt>
                <c:pt idx="7647">
                  <c:v>-2039304</c:v>
                </c:pt>
                <c:pt idx="7648">
                  <c:v>-2385894</c:v>
                </c:pt>
                <c:pt idx="7649">
                  <c:v>-2361058</c:v>
                </c:pt>
                <c:pt idx="7650">
                  <c:v>-2200937</c:v>
                </c:pt>
                <c:pt idx="7651">
                  <c:v>-2139319</c:v>
                </c:pt>
                <c:pt idx="7652">
                  <c:v>-2030740</c:v>
                </c:pt>
                <c:pt idx="7653">
                  <c:v>-2050647</c:v>
                </c:pt>
                <c:pt idx="7654">
                  <c:v>-2052257</c:v>
                </c:pt>
                <c:pt idx="7655">
                  <c:v>-2237592</c:v>
                </c:pt>
                <c:pt idx="7656">
                  <c:v>-2219266</c:v>
                </c:pt>
                <c:pt idx="7657">
                  <c:v>-2100359</c:v>
                </c:pt>
                <c:pt idx="7658">
                  <c:v>-2383015</c:v>
                </c:pt>
                <c:pt idx="7659">
                  <c:v>-2224890</c:v>
                </c:pt>
                <c:pt idx="7660">
                  <c:v>-2412364</c:v>
                </c:pt>
                <c:pt idx="7661">
                  <c:v>-2433518</c:v>
                </c:pt>
                <c:pt idx="7662">
                  <c:v>-2203951</c:v>
                </c:pt>
                <c:pt idx="7663">
                  <c:v>-2133953</c:v>
                </c:pt>
                <c:pt idx="7664">
                  <c:v>-2245389</c:v>
                </c:pt>
                <c:pt idx="7665">
                  <c:v>-2274516</c:v>
                </c:pt>
                <c:pt idx="7666">
                  <c:v>-2048051</c:v>
                </c:pt>
                <c:pt idx="7667">
                  <c:v>-2491196</c:v>
                </c:pt>
                <c:pt idx="7668">
                  <c:v>-2118085</c:v>
                </c:pt>
                <c:pt idx="7669">
                  <c:v>-2213325</c:v>
                </c:pt>
                <c:pt idx="7670">
                  <c:v>-2101815</c:v>
                </c:pt>
                <c:pt idx="7671">
                  <c:v>-2251111</c:v>
                </c:pt>
                <c:pt idx="7672">
                  <c:v>-2146772</c:v>
                </c:pt>
                <c:pt idx="7673">
                  <c:v>-2465304</c:v>
                </c:pt>
                <c:pt idx="7674">
                  <c:v>-2453729</c:v>
                </c:pt>
                <c:pt idx="7675">
                  <c:v>-2055113</c:v>
                </c:pt>
                <c:pt idx="7676">
                  <c:v>-2046966</c:v>
                </c:pt>
                <c:pt idx="7677">
                  <c:v>-2095218</c:v>
                </c:pt>
                <c:pt idx="7678">
                  <c:v>-2220980</c:v>
                </c:pt>
                <c:pt idx="7679">
                  <c:v>-2071275</c:v>
                </c:pt>
                <c:pt idx="7680">
                  <c:v>-2356847</c:v>
                </c:pt>
                <c:pt idx="7681">
                  <c:v>-2056045</c:v>
                </c:pt>
                <c:pt idx="7682">
                  <c:v>-2128584</c:v>
                </c:pt>
                <c:pt idx="7683">
                  <c:v>-2107006</c:v>
                </c:pt>
                <c:pt idx="7684">
                  <c:v>-2090652</c:v>
                </c:pt>
                <c:pt idx="7685">
                  <c:v>-2162544</c:v>
                </c:pt>
                <c:pt idx="7686">
                  <c:v>-2178709</c:v>
                </c:pt>
                <c:pt idx="7687">
                  <c:v>-2083436</c:v>
                </c:pt>
                <c:pt idx="7688">
                  <c:v>-2181195</c:v>
                </c:pt>
                <c:pt idx="7689">
                  <c:v>-2035477</c:v>
                </c:pt>
                <c:pt idx="7690">
                  <c:v>-2213951</c:v>
                </c:pt>
                <c:pt idx="7691">
                  <c:v>-2279856</c:v>
                </c:pt>
                <c:pt idx="7692">
                  <c:v>-2311412</c:v>
                </c:pt>
                <c:pt idx="7693">
                  <c:v>-2228864</c:v>
                </c:pt>
                <c:pt idx="7694">
                  <c:v>-2154412</c:v>
                </c:pt>
                <c:pt idx="7695">
                  <c:v>-2043542</c:v>
                </c:pt>
                <c:pt idx="7696">
                  <c:v>-2327055</c:v>
                </c:pt>
                <c:pt idx="7697">
                  <c:v>-2457917</c:v>
                </c:pt>
                <c:pt idx="7698">
                  <c:v>-2371662</c:v>
                </c:pt>
                <c:pt idx="7699">
                  <c:v>-2263629</c:v>
                </c:pt>
                <c:pt idx="7700">
                  <c:v>-2467184</c:v>
                </c:pt>
                <c:pt idx="7701">
                  <c:v>-2077395</c:v>
                </c:pt>
                <c:pt idx="7702">
                  <c:v>-2112820</c:v>
                </c:pt>
                <c:pt idx="7703">
                  <c:v>-2459677</c:v>
                </c:pt>
                <c:pt idx="7704">
                  <c:v>-2171379</c:v>
                </c:pt>
                <c:pt idx="7705">
                  <c:v>-2511069</c:v>
                </c:pt>
                <c:pt idx="7706">
                  <c:v>-2251732</c:v>
                </c:pt>
                <c:pt idx="7707">
                  <c:v>-2127605</c:v>
                </c:pt>
                <c:pt idx="7708">
                  <c:v>-2420424</c:v>
                </c:pt>
                <c:pt idx="7709">
                  <c:v>-2196894</c:v>
                </c:pt>
                <c:pt idx="7710">
                  <c:v>-2470369</c:v>
                </c:pt>
                <c:pt idx="7711">
                  <c:v>-2258347</c:v>
                </c:pt>
                <c:pt idx="7712">
                  <c:v>-2052807</c:v>
                </c:pt>
                <c:pt idx="7713">
                  <c:v>-2455045</c:v>
                </c:pt>
                <c:pt idx="7714">
                  <c:v>-2213609</c:v>
                </c:pt>
                <c:pt idx="7715">
                  <c:v>-2068097</c:v>
                </c:pt>
                <c:pt idx="7716">
                  <c:v>-2188566</c:v>
                </c:pt>
                <c:pt idx="7717">
                  <c:v>-2071251</c:v>
                </c:pt>
                <c:pt idx="7718">
                  <c:v>-2416483</c:v>
                </c:pt>
                <c:pt idx="7719">
                  <c:v>-2048868</c:v>
                </c:pt>
                <c:pt idx="7720">
                  <c:v>-2130075</c:v>
                </c:pt>
                <c:pt idx="7721">
                  <c:v>-2034974</c:v>
                </c:pt>
                <c:pt idx="7722">
                  <c:v>-2324536</c:v>
                </c:pt>
                <c:pt idx="7723">
                  <c:v>-2107535</c:v>
                </c:pt>
                <c:pt idx="7724">
                  <c:v>-2127829</c:v>
                </c:pt>
                <c:pt idx="7725">
                  <c:v>-2249343</c:v>
                </c:pt>
                <c:pt idx="7726">
                  <c:v>-2063344</c:v>
                </c:pt>
                <c:pt idx="7727">
                  <c:v>-2088816</c:v>
                </c:pt>
                <c:pt idx="7728">
                  <c:v>-2049995</c:v>
                </c:pt>
                <c:pt idx="7729">
                  <c:v>-2197036</c:v>
                </c:pt>
                <c:pt idx="7730">
                  <c:v>-2453932</c:v>
                </c:pt>
                <c:pt idx="7731">
                  <c:v>-2124826</c:v>
                </c:pt>
                <c:pt idx="7732">
                  <c:v>-2148120</c:v>
                </c:pt>
                <c:pt idx="7733">
                  <c:v>-2200092</c:v>
                </c:pt>
                <c:pt idx="7734">
                  <c:v>-2168256</c:v>
                </c:pt>
                <c:pt idx="7735">
                  <c:v>-2156643</c:v>
                </c:pt>
                <c:pt idx="7736">
                  <c:v>-2081117</c:v>
                </c:pt>
                <c:pt idx="7737">
                  <c:v>-2088848</c:v>
                </c:pt>
                <c:pt idx="7738">
                  <c:v>-2277955</c:v>
                </c:pt>
                <c:pt idx="7739">
                  <c:v>-2279369</c:v>
                </c:pt>
                <c:pt idx="7740">
                  <c:v>-2354979</c:v>
                </c:pt>
                <c:pt idx="7741">
                  <c:v>-2461197</c:v>
                </c:pt>
                <c:pt idx="7742">
                  <c:v>-2278422</c:v>
                </c:pt>
                <c:pt idx="7743">
                  <c:v>-2220046</c:v>
                </c:pt>
                <c:pt idx="7744">
                  <c:v>-2051221</c:v>
                </c:pt>
                <c:pt idx="7745">
                  <c:v>-2119816</c:v>
                </c:pt>
                <c:pt idx="7746">
                  <c:v>-2212381</c:v>
                </c:pt>
                <c:pt idx="7747">
                  <c:v>-2208602</c:v>
                </c:pt>
                <c:pt idx="7748">
                  <c:v>-2284859</c:v>
                </c:pt>
                <c:pt idx="7749">
                  <c:v>-2048974</c:v>
                </c:pt>
                <c:pt idx="7750">
                  <c:v>-2439890</c:v>
                </c:pt>
                <c:pt idx="7751">
                  <c:v>-2092647</c:v>
                </c:pt>
                <c:pt idx="7752">
                  <c:v>-2115934</c:v>
                </c:pt>
                <c:pt idx="7753">
                  <c:v>-2477030</c:v>
                </c:pt>
                <c:pt idx="7754">
                  <c:v>-2288828</c:v>
                </c:pt>
                <c:pt idx="7755">
                  <c:v>-2092905</c:v>
                </c:pt>
                <c:pt idx="7756">
                  <c:v>-2118519</c:v>
                </c:pt>
                <c:pt idx="7757">
                  <c:v>-2134560</c:v>
                </c:pt>
                <c:pt idx="7758">
                  <c:v>-2044835</c:v>
                </c:pt>
                <c:pt idx="7759">
                  <c:v>-2286695</c:v>
                </c:pt>
                <c:pt idx="7760">
                  <c:v>-2078732</c:v>
                </c:pt>
                <c:pt idx="7761">
                  <c:v>-2142001</c:v>
                </c:pt>
                <c:pt idx="7762">
                  <c:v>-2287711</c:v>
                </c:pt>
                <c:pt idx="7763">
                  <c:v>-2054793</c:v>
                </c:pt>
                <c:pt idx="7764">
                  <c:v>-2147569</c:v>
                </c:pt>
                <c:pt idx="7765">
                  <c:v>-2247870</c:v>
                </c:pt>
                <c:pt idx="7766">
                  <c:v>-2144152</c:v>
                </c:pt>
                <c:pt idx="7767">
                  <c:v>-2067575</c:v>
                </c:pt>
                <c:pt idx="7768">
                  <c:v>-2066634</c:v>
                </c:pt>
                <c:pt idx="7769">
                  <c:v>-2261105</c:v>
                </c:pt>
                <c:pt idx="7770">
                  <c:v>-2062700</c:v>
                </c:pt>
                <c:pt idx="7771">
                  <c:v>-2181963</c:v>
                </c:pt>
                <c:pt idx="7772">
                  <c:v>-2131627</c:v>
                </c:pt>
                <c:pt idx="7773">
                  <c:v>-2274520</c:v>
                </c:pt>
                <c:pt idx="7774">
                  <c:v>-2099005</c:v>
                </c:pt>
                <c:pt idx="7775">
                  <c:v>-2137072</c:v>
                </c:pt>
                <c:pt idx="7776">
                  <c:v>-2097976</c:v>
                </c:pt>
                <c:pt idx="7777">
                  <c:v>-2138731</c:v>
                </c:pt>
                <c:pt idx="7778">
                  <c:v>-2275721</c:v>
                </c:pt>
                <c:pt idx="7779">
                  <c:v>-2176528</c:v>
                </c:pt>
                <c:pt idx="7780">
                  <c:v>-2037504</c:v>
                </c:pt>
                <c:pt idx="7781">
                  <c:v>-2239476</c:v>
                </c:pt>
                <c:pt idx="7782">
                  <c:v>-2081184</c:v>
                </c:pt>
                <c:pt idx="7783">
                  <c:v>-2480889</c:v>
                </c:pt>
                <c:pt idx="7784">
                  <c:v>-2104974</c:v>
                </c:pt>
                <c:pt idx="7785">
                  <c:v>-2058111</c:v>
                </c:pt>
                <c:pt idx="7786">
                  <c:v>-2524088</c:v>
                </c:pt>
                <c:pt idx="7787">
                  <c:v>-2503495</c:v>
                </c:pt>
                <c:pt idx="7788">
                  <c:v>-2075273</c:v>
                </c:pt>
                <c:pt idx="7789">
                  <c:v>-2376832</c:v>
                </c:pt>
                <c:pt idx="7790">
                  <c:v>-2110664</c:v>
                </c:pt>
                <c:pt idx="7791">
                  <c:v>-2448967</c:v>
                </c:pt>
                <c:pt idx="7792">
                  <c:v>-2122318</c:v>
                </c:pt>
                <c:pt idx="7793">
                  <c:v>-2121352</c:v>
                </c:pt>
                <c:pt idx="7794">
                  <c:v>-2041947</c:v>
                </c:pt>
                <c:pt idx="7795">
                  <c:v>-2048724</c:v>
                </c:pt>
                <c:pt idx="7796">
                  <c:v>-2110154</c:v>
                </c:pt>
                <c:pt idx="7797">
                  <c:v>-2505343</c:v>
                </c:pt>
                <c:pt idx="7798">
                  <c:v>-2144731</c:v>
                </c:pt>
                <c:pt idx="7799">
                  <c:v>-2123503</c:v>
                </c:pt>
                <c:pt idx="7800">
                  <c:v>-2174313</c:v>
                </c:pt>
                <c:pt idx="7801">
                  <c:v>-2239461</c:v>
                </c:pt>
                <c:pt idx="7802">
                  <c:v>-2231229</c:v>
                </c:pt>
                <c:pt idx="7803">
                  <c:v>-2139366</c:v>
                </c:pt>
                <c:pt idx="7804">
                  <c:v>-2239264</c:v>
                </c:pt>
                <c:pt idx="7805">
                  <c:v>-2222645</c:v>
                </c:pt>
                <c:pt idx="7806">
                  <c:v>-2406169</c:v>
                </c:pt>
                <c:pt idx="7807">
                  <c:v>-2237088</c:v>
                </c:pt>
                <c:pt idx="7808">
                  <c:v>-2166513</c:v>
                </c:pt>
                <c:pt idx="7809">
                  <c:v>-2078357</c:v>
                </c:pt>
                <c:pt idx="7810">
                  <c:v>-2432156</c:v>
                </c:pt>
                <c:pt idx="7811">
                  <c:v>-2200222</c:v>
                </c:pt>
                <c:pt idx="7812">
                  <c:v>-2231798</c:v>
                </c:pt>
                <c:pt idx="7813">
                  <c:v>-2453765</c:v>
                </c:pt>
                <c:pt idx="7814">
                  <c:v>-2224358</c:v>
                </c:pt>
                <c:pt idx="7815">
                  <c:v>-2043609</c:v>
                </c:pt>
                <c:pt idx="7816">
                  <c:v>-2242823</c:v>
                </c:pt>
                <c:pt idx="7817">
                  <c:v>-2077172</c:v>
                </c:pt>
                <c:pt idx="7818">
                  <c:v>-2219257</c:v>
                </c:pt>
                <c:pt idx="7819">
                  <c:v>-2138295</c:v>
                </c:pt>
                <c:pt idx="7820">
                  <c:v>-2289514</c:v>
                </c:pt>
                <c:pt idx="7821">
                  <c:v>-2214943</c:v>
                </c:pt>
                <c:pt idx="7822">
                  <c:v>-2261603</c:v>
                </c:pt>
                <c:pt idx="7823">
                  <c:v>-2394598</c:v>
                </c:pt>
                <c:pt idx="7824">
                  <c:v>-2477497</c:v>
                </c:pt>
                <c:pt idx="7825">
                  <c:v>-2112130</c:v>
                </c:pt>
                <c:pt idx="7826">
                  <c:v>-2290249</c:v>
                </c:pt>
                <c:pt idx="7827">
                  <c:v>-2180383</c:v>
                </c:pt>
                <c:pt idx="7828">
                  <c:v>-2511429</c:v>
                </c:pt>
                <c:pt idx="7829">
                  <c:v>-2319940</c:v>
                </c:pt>
                <c:pt idx="7830">
                  <c:v>-2267743</c:v>
                </c:pt>
                <c:pt idx="7831">
                  <c:v>-2460886</c:v>
                </c:pt>
                <c:pt idx="7832">
                  <c:v>-2486307</c:v>
                </c:pt>
                <c:pt idx="7833">
                  <c:v>-2194582</c:v>
                </c:pt>
                <c:pt idx="7834">
                  <c:v>-2219266</c:v>
                </c:pt>
                <c:pt idx="7835">
                  <c:v>-2156620</c:v>
                </c:pt>
                <c:pt idx="7836">
                  <c:v>-2093915</c:v>
                </c:pt>
                <c:pt idx="7837">
                  <c:v>-2278280</c:v>
                </c:pt>
                <c:pt idx="7838">
                  <c:v>-2230146</c:v>
                </c:pt>
                <c:pt idx="7839">
                  <c:v>-2462634</c:v>
                </c:pt>
                <c:pt idx="7840">
                  <c:v>-2102720</c:v>
                </c:pt>
                <c:pt idx="7841">
                  <c:v>-2091499</c:v>
                </c:pt>
                <c:pt idx="7842">
                  <c:v>-2034257</c:v>
                </c:pt>
                <c:pt idx="7843">
                  <c:v>-2121916</c:v>
                </c:pt>
                <c:pt idx="7844">
                  <c:v>-2308687</c:v>
                </c:pt>
                <c:pt idx="7845">
                  <c:v>-2224547</c:v>
                </c:pt>
                <c:pt idx="7846">
                  <c:v>-2188944</c:v>
                </c:pt>
                <c:pt idx="7847">
                  <c:v>-2099819</c:v>
                </c:pt>
                <c:pt idx="7848">
                  <c:v>-2185989</c:v>
                </c:pt>
                <c:pt idx="7849">
                  <c:v>-2132956</c:v>
                </c:pt>
                <c:pt idx="7850">
                  <c:v>-2165205</c:v>
                </c:pt>
                <c:pt idx="7851">
                  <c:v>-2317496</c:v>
                </c:pt>
                <c:pt idx="7852">
                  <c:v>-2079263</c:v>
                </c:pt>
                <c:pt idx="7853">
                  <c:v>-2099573</c:v>
                </c:pt>
                <c:pt idx="7854">
                  <c:v>-2075167</c:v>
                </c:pt>
                <c:pt idx="7855">
                  <c:v>-2049447</c:v>
                </c:pt>
                <c:pt idx="7856">
                  <c:v>-2062269</c:v>
                </c:pt>
                <c:pt idx="7857">
                  <c:v>-2144437</c:v>
                </c:pt>
                <c:pt idx="7858">
                  <c:v>-2231908</c:v>
                </c:pt>
                <c:pt idx="7859">
                  <c:v>-2295793</c:v>
                </c:pt>
                <c:pt idx="7860">
                  <c:v>-2278611</c:v>
                </c:pt>
                <c:pt idx="7861">
                  <c:v>-2240789</c:v>
                </c:pt>
                <c:pt idx="7862">
                  <c:v>-2196587</c:v>
                </c:pt>
                <c:pt idx="7863">
                  <c:v>-2220093</c:v>
                </c:pt>
                <c:pt idx="7864">
                  <c:v>-2317443</c:v>
                </c:pt>
                <c:pt idx="7865">
                  <c:v>-2351502</c:v>
                </c:pt>
                <c:pt idx="7866">
                  <c:v>-2257876</c:v>
                </c:pt>
                <c:pt idx="7867">
                  <c:v>-2207658</c:v>
                </c:pt>
                <c:pt idx="7868">
                  <c:v>-2269703</c:v>
                </c:pt>
                <c:pt idx="7869">
                  <c:v>-2059671</c:v>
                </c:pt>
                <c:pt idx="7870">
                  <c:v>-2266931</c:v>
                </c:pt>
                <c:pt idx="7871">
                  <c:v>-2157879</c:v>
                </c:pt>
                <c:pt idx="7872">
                  <c:v>-2157479</c:v>
                </c:pt>
                <c:pt idx="7873">
                  <c:v>-2247819</c:v>
                </c:pt>
                <c:pt idx="7874">
                  <c:v>-2217636</c:v>
                </c:pt>
                <c:pt idx="7875">
                  <c:v>-2140919</c:v>
                </c:pt>
                <c:pt idx="7876">
                  <c:v>-2205581</c:v>
                </c:pt>
                <c:pt idx="7877">
                  <c:v>-2124925</c:v>
                </c:pt>
                <c:pt idx="7878">
                  <c:v>-2381341</c:v>
                </c:pt>
                <c:pt idx="7879">
                  <c:v>-2223233</c:v>
                </c:pt>
                <c:pt idx="7880">
                  <c:v>-2207941</c:v>
                </c:pt>
                <c:pt idx="7881">
                  <c:v>-2088278</c:v>
                </c:pt>
                <c:pt idx="7882">
                  <c:v>-2107964</c:v>
                </c:pt>
                <c:pt idx="7883">
                  <c:v>-2048992</c:v>
                </c:pt>
                <c:pt idx="7884">
                  <c:v>-2122750</c:v>
                </c:pt>
                <c:pt idx="7885">
                  <c:v>-2043906</c:v>
                </c:pt>
                <c:pt idx="7886">
                  <c:v>-2252678</c:v>
                </c:pt>
                <c:pt idx="7887">
                  <c:v>-2183212</c:v>
                </c:pt>
                <c:pt idx="7888">
                  <c:v>-2235848</c:v>
                </c:pt>
                <c:pt idx="7889">
                  <c:v>-2191326</c:v>
                </c:pt>
                <c:pt idx="7890">
                  <c:v>-2104102</c:v>
                </c:pt>
                <c:pt idx="7891">
                  <c:v>-2424473</c:v>
                </c:pt>
                <c:pt idx="7892">
                  <c:v>-2077701</c:v>
                </c:pt>
                <c:pt idx="7893">
                  <c:v>-2056492</c:v>
                </c:pt>
                <c:pt idx="7894">
                  <c:v>-2228376</c:v>
                </c:pt>
                <c:pt idx="7895">
                  <c:v>-2314423</c:v>
                </c:pt>
                <c:pt idx="7896">
                  <c:v>-2505115</c:v>
                </c:pt>
                <c:pt idx="7897">
                  <c:v>-2389065</c:v>
                </c:pt>
                <c:pt idx="7898">
                  <c:v>-2181826</c:v>
                </c:pt>
                <c:pt idx="7899">
                  <c:v>-2448943</c:v>
                </c:pt>
                <c:pt idx="7900">
                  <c:v>-2078369</c:v>
                </c:pt>
                <c:pt idx="7901">
                  <c:v>-2438969</c:v>
                </c:pt>
                <c:pt idx="7902">
                  <c:v>-2381377</c:v>
                </c:pt>
                <c:pt idx="7903">
                  <c:v>-2437905</c:v>
                </c:pt>
                <c:pt idx="7904">
                  <c:v>-2084222</c:v>
                </c:pt>
                <c:pt idx="7905">
                  <c:v>-2127088</c:v>
                </c:pt>
                <c:pt idx="7906">
                  <c:v>-2080914</c:v>
                </c:pt>
                <c:pt idx="7907">
                  <c:v>-2504779</c:v>
                </c:pt>
                <c:pt idx="7908">
                  <c:v>-2082239</c:v>
                </c:pt>
                <c:pt idx="7909">
                  <c:v>-2108428</c:v>
                </c:pt>
                <c:pt idx="7910">
                  <c:v>-2170542</c:v>
                </c:pt>
                <c:pt idx="7911">
                  <c:v>-2430937</c:v>
                </c:pt>
                <c:pt idx="7912">
                  <c:v>-2109296</c:v>
                </c:pt>
                <c:pt idx="7913">
                  <c:v>-2052489</c:v>
                </c:pt>
                <c:pt idx="7914">
                  <c:v>-2077704</c:v>
                </c:pt>
                <c:pt idx="7915">
                  <c:v>-2150333</c:v>
                </c:pt>
                <c:pt idx="7916">
                  <c:v>-2376170</c:v>
                </c:pt>
                <c:pt idx="7917">
                  <c:v>-2493501</c:v>
                </c:pt>
                <c:pt idx="7918">
                  <c:v>-2038405</c:v>
                </c:pt>
                <c:pt idx="7919">
                  <c:v>-2198898</c:v>
                </c:pt>
                <c:pt idx="7920">
                  <c:v>-2481860</c:v>
                </c:pt>
                <c:pt idx="7921">
                  <c:v>-2110330</c:v>
                </c:pt>
                <c:pt idx="7922">
                  <c:v>-2055629</c:v>
                </c:pt>
                <c:pt idx="7923">
                  <c:v>-2242161</c:v>
                </c:pt>
                <c:pt idx="7924">
                  <c:v>-2426910</c:v>
                </c:pt>
                <c:pt idx="7925">
                  <c:v>-2056267</c:v>
                </c:pt>
                <c:pt idx="7926">
                  <c:v>-2241048</c:v>
                </c:pt>
                <c:pt idx="7927">
                  <c:v>-2381031</c:v>
                </c:pt>
                <c:pt idx="7928">
                  <c:v>-2131838</c:v>
                </c:pt>
                <c:pt idx="7929">
                  <c:v>-2049263</c:v>
                </c:pt>
                <c:pt idx="7930">
                  <c:v>-2319052</c:v>
                </c:pt>
                <c:pt idx="7931">
                  <c:v>-2215239</c:v>
                </c:pt>
                <c:pt idx="7932">
                  <c:v>-2252347</c:v>
                </c:pt>
                <c:pt idx="7933">
                  <c:v>-2185064</c:v>
                </c:pt>
                <c:pt idx="7934">
                  <c:v>-2153453</c:v>
                </c:pt>
                <c:pt idx="7935">
                  <c:v>-2306587</c:v>
                </c:pt>
                <c:pt idx="7936">
                  <c:v>-2388016</c:v>
                </c:pt>
                <c:pt idx="7937">
                  <c:v>-2514491</c:v>
                </c:pt>
                <c:pt idx="7938">
                  <c:v>-2152252</c:v>
                </c:pt>
                <c:pt idx="7939">
                  <c:v>-2071392</c:v>
                </c:pt>
                <c:pt idx="7940">
                  <c:v>-2212644</c:v>
                </c:pt>
                <c:pt idx="7941">
                  <c:v>-2068486</c:v>
                </c:pt>
                <c:pt idx="7942">
                  <c:v>-2261274</c:v>
                </c:pt>
                <c:pt idx="7943">
                  <c:v>-2244042</c:v>
                </c:pt>
                <c:pt idx="7944">
                  <c:v>-2511801</c:v>
                </c:pt>
                <c:pt idx="7945">
                  <c:v>-2080093</c:v>
                </c:pt>
                <c:pt idx="7946">
                  <c:v>-2039023</c:v>
                </c:pt>
                <c:pt idx="7947">
                  <c:v>-2441456</c:v>
                </c:pt>
                <c:pt idx="7948">
                  <c:v>-2488237</c:v>
                </c:pt>
                <c:pt idx="7949">
                  <c:v>-2095982</c:v>
                </c:pt>
                <c:pt idx="7950">
                  <c:v>-2151816</c:v>
                </c:pt>
                <c:pt idx="7951">
                  <c:v>-2064745</c:v>
                </c:pt>
                <c:pt idx="7952">
                  <c:v>-2441301</c:v>
                </c:pt>
                <c:pt idx="7953">
                  <c:v>-2057292</c:v>
                </c:pt>
                <c:pt idx="7954">
                  <c:v>-2087284</c:v>
                </c:pt>
                <c:pt idx="7955">
                  <c:v>-2223859</c:v>
                </c:pt>
                <c:pt idx="7956">
                  <c:v>-2223574</c:v>
                </c:pt>
                <c:pt idx="7957">
                  <c:v>-2328249</c:v>
                </c:pt>
                <c:pt idx="7958">
                  <c:v>-2224151</c:v>
                </c:pt>
                <c:pt idx="7959">
                  <c:v>-2223677</c:v>
                </c:pt>
                <c:pt idx="7960">
                  <c:v>-2224293</c:v>
                </c:pt>
                <c:pt idx="7961">
                  <c:v>-2521974</c:v>
                </c:pt>
                <c:pt idx="7962">
                  <c:v>-2223984</c:v>
                </c:pt>
                <c:pt idx="7963">
                  <c:v>-2223569</c:v>
                </c:pt>
                <c:pt idx="7964">
                  <c:v>-2224122</c:v>
                </c:pt>
                <c:pt idx="7965">
                  <c:v>-2224429</c:v>
                </c:pt>
                <c:pt idx="7966">
                  <c:v>-2224076</c:v>
                </c:pt>
                <c:pt idx="7967">
                  <c:v>-2222511</c:v>
                </c:pt>
                <c:pt idx="7968">
                  <c:v>-2326749</c:v>
                </c:pt>
                <c:pt idx="7969">
                  <c:v>-2522370</c:v>
                </c:pt>
                <c:pt idx="7970">
                  <c:v>-2222977</c:v>
                </c:pt>
                <c:pt idx="7971">
                  <c:v>-2522827</c:v>
                </c:pt>
                <c:pt idx="7972">
                  <c:v>-2224671</c:v>
                </c:pt>
                <c:pt idx="7973">
                  <c:v>-2087249</c:v>
                </c:pt>
                <c:pt idx="7974">
                  <c:v>-2224145</c:v>
                </c:pt>
                <c:pt idx="7975">
                  <c:v>-2522370</c:v>
                </c:pt>
                <c:pt idx="7976">
                  <c:v>-2223557</c:v>
                </c:pt>
                <c:pt idx="7977">
                  <c:v>-2327925</c:v>
                </c:pt>
                <c:pt idx="7978">
                  <c:v>-2224236</c:v>
                </c:pt>
                <c:pt idx="7979">
                  <c:v>-2087343</c:v>
                </c:pt>
                <c:pt idx="7980">
                  <c:v>-2443561</c:v>
                </c:pt>
                <c:pt idx="7981">
                  <c:v>-2225209</c:v>
                </c:pt>
                <c:pt idx="7982">
                  <c:v>-2223481</c:v>
                </c:pt>
                <c:pt idx="7983">
                  <c:v>-2382734</c:v>
                </c:pt>
                <c:pt idx="7984">
                  <c:v>-2221289</c:v>
                </c:pt>
                <c:pt idx="7985">
                  <c:v>-2224803</c:v>
                </c:pt>
                <c:pt idx="7986">
                  <c:v>-2224476</c:v>
                </c:pt>
                <c:pt idx="7987">
                  <c:v>-2220550</c:v>
                </c:pt>
                <c:pt idx="7988">
                  <c:v>-2327866</c:v>
                </c:pt>
                <c:pt idx="7989">
                  <c:v>-2086275</c:v>
                </c:pt>
                <c:pt idx="7990">
                  <c:v>-2224007</c:v>
                </c:pt>
                <c:pt idx="7991">
                  <c:v>-2223659</c:v>
                </c:pt>
                <c:pt idx="7992">
                  <c:v>-2327890</c:v>
                </c:pt>
                <c:pt idx="7993">
                  <c:v>-2224620</c:v>
                </c:pt>
                <c:pt idx="7994">
                  <c:v>-2223388</c:v>
                </c:pt>
                <c:pt idx="7995">
                  <c:v>-2224007</c:v>
                </c:pt>
                <c:pt idx="7996">
                  <c:v>-1863439</c:v>
                </c:pt>
                <c:pt idx="7997">
                  <c:v>-2224476</c:v>
                </c:pt>
                <c:pt idx="7998">
                  <c:v>-2223843</c:v>
                </c:pt>
                <c:pt idx="7999">
                  <c:v>-2521541</c:v>
                </c:pt>
                <c:pt idx="8000">
                  <c:v>-2223731</c:v>
                </c:pt>
                <c:pt idx="8001">
                  <c:v>-2521707</c:v>
                </c:pt>
                <c:pt idx="8002">
                  <c:v>-2444697</c:v>
                </c:pt>
                <c:pt idx="8003">
                  <c:v>-2224473</c:v>
                </c:pt>
                <c:pt idx="8004">
                  <c:v>-2224524</c:v>
                </c:pt>
                <c:pt idx="8005">
                  <c:v>-2092283</c:v>
                </c:pt>
                <c:pt idx="8006">
                  <c:v>-2221413</c:v>
                </c:pt>
                <c:pt idx="8007">
                  <c:v>-2521013</c:v>
                </c:pt>
                <c:pt idx="8008">
                  <c:v>-2224112</c:v>
                </c:pt>
                <c:pt idx="8009">
                  <c:v>-2223650</c:v>
                </c:pt>
                <c:pt idx="8010">
                  <c:v>-2444003</c:v>
                </c:pt>
                <c:pt idx="8011">
                  <c:v>-2223557</c:v>
                </c:pt>
                <c:pt idx="8012">
                  <c:v>-2222940</c:v>
                </c:pt>
                <c:pt idx="8013">
                  <c:v>-2080257</c:v>
                </c:pt>
                <c:pt idx="8014">
                  <c:v>-2222399</c:v>
                </c:pt>
                <c:pt idx="8015">
                  <c:v>-2091890</c:v>
                </c:pt>
                <c:pt idx="8016">
                  <c:v>-2225127</c:v>
                </c:pt>
                <c:pt idx="8017">
                  <c:v>-2087249</c:v>
                </c:pt>
                <c:pt idx="8018">
                  <c:v>-2087249</c:v>
                </c:pt>
                <c:pt idx="8019">
                  <c:v>-2223541</c:v>
                </c:pt>
                <c:pt idx="8020">
                  <c:v>-2226096</c:v>
                </c:pt>
                <c:pt idx="8021">
                  <c:v>-2221798</c:v>
                </c:pt>
                <c:pt idx="8022">
                  <c:v>-1838349</c:v>
                </c:pt>
                <c:pt idx="8023">
                  <c:v>-2522502</c:v>
                </c:pt>
                <c:pt idx="8024">
                  <c:v>-2521707</c:v>
                </c:pt>
                <c:pt idx="8025">
                  <c:v>-2443250</c:v>
                </c:pt>
                <c:pt idx="8026">
                  <c:v>-2225388</c:v>
                </c:pt>
                <c:pt idx="8027">
                  <c:v>-2519491</c:v>
                </c:pt>
                <c:pt idx="8028">
                  <c:v>-2092458</c:v>
                </c:pt>
                <c:pt idx="8029">
                  <c:v>-2224559</c:v>
                </c:pt>
                <c:pt idx="8030">
                  <c:v>-2445128</c:v>
                </c:pt>
                <c:pt idx="8031">
                  <c:v>-2220436</c:v>
                </c:pt>
                <c:pt idx="8032">
                  <c:v>-2328886</c:v>
                </c:pt>
                <c:pt idx="8033">
                  <c:v>-2223659</c:v>
                </c:pt>
                <c:pt idx="8034">
                  <c:v>-2223023</c:v>
                </c:pt>
                <c:pt idx="8035">
                  <c:v>-2520917</c:v>
                </c:pt>
                <c:pt idx="8036">
                  <c:v>-2384416</c:v>
                </c:pt>
                <c:pt idx="8037">
                  <c:v>-2224394</c:v>
                </c:pt>
                <c:pt idx="8038">
                  <c:v>-2224036</c:v>
                </c:pt>
                <c:pt idx="8039">
                  <c:v>-2327866</c:v>
                </c:pt>
                <c:pt idx="8040">
                  <c:v>-2446001</c:v>
                </c:pt>
                <c:pt idx="8041">
                  <c:v>-2224382</c:v>
                </c:pt>
                <c:pt idx="8042">
                  <c:v>-2092283</c:v>
                </c:pt>
                <c:pt idx="8043">
                  <c:v>-2224620</c:v>
                </c:pt>
                <c:pt idx="8044">
                  <c:v>-2444625</c:v>
                </c:pt>
                <c:pt idx="8045">
                  <c:v>-2444697</c:v>
                </c:pt>
                <c:pt idx="8046">
                  <c:v>-2223731</c:v>
                </c:pt>
                <c:pt idx="8047">
                  <c:v>-2444446</c:v>
                </c:pt>
                <c:pt idx="8048">
                  <c:v>-2222064</c:v>
                </c:pt>
                <c:pt idx="8049">
                  <c:v>-2220164</c:v>
                </c:pt>
                <c:pt idx="8050">
                  <c:v>-2225127</c:v>
                </c:pt>
                <c:pt idx="8051">
                  <c:v>-2224417</c:v>
                </c:pt>
                <c:pt idx="8052">
                  <c:v>-2443250</c:v>
                </c:pt>
                <c:pt idx="8053">
                  <c:v>-2087249</c:v>
                </c:pt>
                <c:pt idx="8054">
                  <c:v>-2222433</c:v>
                </c:pt>
                <c:pt idx="8055">
                  <c:v>-2221907</c:v>
                </c:pt>
                <c:pt idx="8056">
                  <c:v>-2087179</c:v>
                </c:pt>
                <c:pt idx="8057">
                  <c:v>-2221142</c:v>
                </c:pt>
                <c:pt idx="8058">
                  <c:v>-2223283</c:v>
                </c:pt>
                <c:pt idx="8059">
                  <c:v>-2224878</c:v>
                </c:pt>
                <c:pt idx="8060">
                  <c:v>-2522178</c:v>
                </c:pt>
                <c:pt idx="8061">
                  <c:v>-2223578</c:v>
                </c:pt>
                <c:pt idx="8062">
                  <c:v>-2224783</c:v>
                </c:pt>
                <c:pt idx="8063">
                  <c:v>-2195148</c:v>
                </c:pt>
                <c:pt idx="8064">
                  <c:v>-2224789</c:v>
                </c:pt>
                <c:pt idx="8065">
                  <c:v>-2445367</c:v>
                </c:pt>
                <c:pt idx="8066">
                  <c:v>-2327284</c:v>
                </c:pt>
                <c:pt idx="8067">
                  <c:v>-2223283</c:v>
                </c:pt>
                <c:pt idx="8068">
                  <c:v>-2443609</c:v>
                </c:pt>
                <c:pt idx="8069">
                  <c:v>-2224754</c:v>
                </c:pt>
                <c:pt idx="8070">
                  <c:v>-2224524</c:v>
                </c:pt>
                <c:pt idx="8071">
                  <c:v>-2087542</c:v>
                </c:pt>
                <c:pt idx="8072">
                  <c:v>-2225178</c:v>
                </c:pt>
                <c:pt idx="8073">
                  <c:v>-2442138</c:v>
                </c:pt>
                <c:pt idx="8074">
                  <c:v>-2598216</c:v>
                </c:pt>
                <c:pt idx="8075">
                  <c:v>-2433148</c:v>
                </c:pt>
                <c:pt idx="8076">
                  <c:v>-2449553</c:v>
                </c:pt>
                <c:pt idx="8077">
                  <c:v>-2490263</c:v>
                </c:pt>
                <c:pt idx="8078">
                  <c:v>-2437750</c:v>
                </c:pt>
                <c:pt idx="8079">
                  <c:v>-2496932</c:v>
                </c:pt>
                <c:pt idx="8080">
                  <c:v>-2435753</c:v>
                </c:pt>
                <c:pt idx="8081">
                  <c:v>-2506687</c:v>
                </c:pt>
                <c:pt idx="8082">
                  <c:v>-2436456</c:v>
                </c:pt>
                <c:pt idx="8083">
                  <c:v>-2449821</c:v>
                </c:pt>
                <c:pt idx="8084">
                  <c:v>-2394979</c:v>
                </c:pt>
                <c:pt idx="8085">
                  <c:v>-2532705</c:v>
                </c:pt>
                <c:pt idx="8086">
                  <c:v>-2484893</c:v>
                </c:pt>
                <c:pt idx="8087">
                  <c:v>-2543810</c:v>
                </c:pt>
                <c:pt idx="8088">
                  <c:v>-2491034</c:v>
                </c:pt>
                <c:pt idx="8089">
                  <c:v>-2404488</c:v>
                </c:pt>
                <c:pt idx="8090">
                  <c:v>-2475437</c:v>
                </c:pt>
                <c:pt idx="8091">
                  <c:v>-2421472</c:v>
                </c:pt>
                <c:pt idx="8092">
                  <c:v>-2513699</c:v>
                </c:pt>
                <c:pt idx="8093">
                  <c:v>-2501779</c:v>
                </c:pt>
                <c:pt idx="8094">
                  <c:v>-2496800</c:v>
                </c:pt>
                <c:pt idx="8095">
                  <c:v>-2563660</c:v>
                </c:pt>
                <c:pt idx="8096">
                  <c:v>-2483200</c:v>
                </c:pt>
                <c:pt idx="8097">
                  <c:v>-2401830</c:v>
                </c:pt>
                <c:pt idx="8098">
                  <c:v>-2437598</c:v>
                </c:pt>
                <c:pt idx="8099">
                  <c:v>-2478169</c:v>
                </c:pt>
                <c:pt idx="8100">
                  <c:v>-2506791</c:v>
                </c:pt>
                <c:pt idx="8101">
                  <c:v>-2413253</c:v>
                </c:pt>
                <c:pt idx="8102">
                  <c:v>-2481069</c:v>
                </c:pt>
                <c:pt idx="8103">
                  <c:v>-2422203</c:v>
                </c:pt>
                <c:pt idx="8104">
                  <c:v>-2470369</c:v>
                </c:pt>
                <c:pt idx="8105">
                  <c:v>-2489719</c:v>
                </c:pt>
                <c:pt idx="8106">
                  <c:v>-2498792</c:v>
                </c:pt>
                <c:pt idx="8107">
                  <c:v>-2404009</c:v>
                </c:pt>
                <c:pt idx="8108">
                  <c:v>-2584452</c:v>
                </c:pt>
                <c:pt idx="8109">
                  <c:v>-2474896</c:v>
                </c:pt>
                <c:pt idx="8110">
                  <c:v>-2442867</c:v>
                </c:pt>
                <c:pt idx="8111">
                  <c:v>-2397795</c:v>
                </c:pt>
                <c:pt idx="8112">
                  <c:v>-2407446</c:v>
                </c:pt>
                <c:pt idx="8113">
                  <c:v>-2428750</c:v>
                </c:pt>
                <c:pt idx="8114">
                  <c:v>-2444506</c:v>
                </c:pt>
                <c:pt idx="8115">
                  <c:v>-2456062</c:v>
                </c:pt>
                <c:pt idx="8116">
                  <c:v>-2488297</c:v>
                </c:pt>
                <c:pt idx="8117">
                  <c:v>-2455285</c:v>
                </c:pt>
                <c:pt idx="8118">
                  <c:v>-2499223</c:v>
                </c:pt>
                <c:pt idx="8119">
                  <c:v>-2443838</c:v>
                </c:pt>
                <c:pt idx="8120">
                  <c:v>-2454914</c:v>
                </c:pt>
                <c:pt idx="8121">
                  <c:v>-2447613</c:v>
                </c:pt>
                <c:pt idx="8122">
                  <c:v>-2467004</c:v>
                </c:pt>
                <c:pt idx="8123">
                  <c:v>-2570061</c:v>
                </c:pt>
                <c:pt idx="8124">
                  <c:v>-2426838</c:v>
                </c:pt>
                <c:pt idx="8125">
                  <c:v>-2421045</c:v>
                </c:pt>
                <c:pt idx="8126">
                  <c:v>-2421450</c:v>
                </c:pt>
                <c:pt idx="8127">
                  <c:v>-2446684</c:v>
                </c:pt>
                <c:pt idx="8128">
                  <c:v>-2516220</c:v>
                </c:pt>
                <c:pt idx="8129">
                  <c:v>-2436758</c:v>
                </c:pt>
                <c:pt idx="8130">
                  <c:v>-2439770</c:v>
                </c:pt>
                <c:pt idx="8131">
                  <c:v>-2472228</c:v>
                </c:pt>
                <c:pt idx="8132">
                  <c:v>-2445003</c:v>
                </c:pt>
                <c:pt idx="8133">
                  <c:v>-2417881</c:v>
                </c:pt>
                <c:pt idx="8134">
                  <c:v>-2425225</c:v>
                </c:pt>
                <c:pt idx="8135">
                  <c:v>-2505415</c:v>
                </c:pt>
                <c:pt idx="8136">
                  <c:v>-2506334</c:v>
                </c:pt>
                <c:pt idx="8137">
                  <c:v>-2447038</c:v>
                </c:pt>
                <c:pt idx="8138">
                  <c:v>-2523157</c:v>
                </c:pt>
                <c:pt idx="8139">
                  <c:v>-2429108</c:v>
                </c:pt>
                <c:pt idx="8140">
                  <c:v>-2403940</c:v>
                </c:pt>
                <c:pt idx="8141">
                  <c:v>-2397423</c:v>
                </c:pt>
                <c:pt idx="8142">
                  <c:v>-2487602</c:v>
                </c:pt>
                <c:pt idx="8143">
                  <c:v>-2420901</c:v>
                </c:pt>
                <c:pt idx="8144">
                  <c:v>-2509472</c:v>
                </c:pt>
                <c:pt idx="8145">
                  <c:v>-2481817</c:v>
                </c:pt>
                <c:pt idx="8146">
                  <c:v>-2512162</c:v>
                </c:pt>
                <c:pt idx="8147">
                  <c:v>-2456769</c:v>
                </c:pt>
                <c:pt idx="8148">
                  <c:v>-2511165</c:v>
                </c:pt>
                <c:pt idx="8149">
                  <c:v>-2475413</c:v>
                </c:pt>
                <c:pt idx="8150">
                  <c:v>-2459166</c:v>
                </c:pt>
                <c:pt idx="8151">
                  <c:v>-2415408</c:v>
                </c:pt>
                <c:pt idx="8152">
                  <c:v>-2481114</c:v>
                </c:pt>
                <c:pt idx="8153">
                  <c:v>-2471018</c:v>
                </c:pt>
                <c:pt idx="8154">
                  <c:v>-2503483</c:v>
                </c:pt>
                <c:pt idx="8155">
                  <c:v>-2461149</c:v>
                </c:pt>
                <c:pt idx="8156">
                  <c:v>-2501088</c:v>
                </c:pt>
                <c:pt idx="8157">
                  <c:v>-2489918</c:v>
                </c:pt>
                <c:pt idx="8158">
                  <c:v>-2471483</c:v>
                </c:pt>
                <c:pt idx="8159">
                  <c:v>-2452150</c:v>
                </c:pt>
                <c:pt idx="8160">
                  <c:v>-2470286</c:v>
                </c:pt>
                <c:pt idx="8161">
                  <c:v>-2429408</c:v>
                </c:pt>
                <c:pt idx="8162">
                  <c:v>-2433972</c:v>
                </c:pt>
                <c:pt idx="8163">
                  <c:v>-2504694</c:v>
                </c:pt>
                <c:pt idx="8164">
                  <c:v>-2479559</c:v>
                </c:pt>
                <c:pt idx="8165">
                  <c:v>-2520590</c:v>
                </c:pt>
                <c:pt idx="8166">
                  <c:v>-2485343</c:v>
                </c:pt>
                <c:pt idx="8167">
                  <c:v>-2495915</c:v>
                </c:pt>
                <c:pt idx="8168">
                  <c:v>-2481128</c:v>
                </c:pt>
                <c:pt idx="8169">
                  <c:v>-2486372</c:v>
                </c:pt>
                <c:pt idx="8170">
                  <c:v>-2456144</c:v>
                </c:pt>
                <c:pt idx="8171">
                  <c:v>-2394073</c:v>
                </c:pt>
                <c:pt idx="8172">
                  <c:v>-2522987</c:v>
                </c:pt>
                <c:pt idx="8173">
                  <c:v>-2476068</c:v>
                </c:pt>
                <c:pt idx="8174">
                  <c:v>-2487917</c:v>
                </c:pt>
                <c:pt idx="8175">
                  <c:v>-2489928</c:v>
                </c:pt>
                <c:pt idx="8176">
                  <c:v>-2467100</c:v>
                </c:pt>
                <c:pt idx="8177">
                  <c:v>-2492278</c:v>
                </c:pt>
                <c:pt idx="8178">
                  <c:v>-2446969</c:v>
                </c:pt>
                <c:pt idx="8179">
                  <c:v>-2578263</c:v>
                </c:pt>
                <c:pt idx="8180">
                  <c:v>-2444864</c:v>
                </c:pt>
                <c:pt idx="8181">
                  <c:v>-2396454</c:v>
                </c:pt>
                <c:pt idx="8182">
                  <c:v>-2420113</c:v>
                </c:pt>
                <c:pt idx="8183">
                  <c:v>-2458875</c:v>
                </c:pt>
                <c:pt idx="8184">
                  <c:v>-2416271</c:v>
                </c:pt>
                <c:pt idx="8185">
                  <c:v>-2474481</c:v>
                </c:pt>
                <c:pt idx="8186">
                  <c:v>-2405441</c:v>
                </c:pt>
                <c:pt idx="8187">
                  <c:v>-2434068</c:v>
                </c:pt>
                <c:pt idx="8188">
                  <c:v>-2512750</c:v>
                </c:pt>
                <c:pt idx="8189">
                  <c:v>-2433609</c:v>
                </c:pt>
                <c:pt idx="8190">
                  <c:v>-2476527</c:v>
                </c:pt>
                <c:pt idx="8191">
                  <c:v>-2459497</c:v>
                </c:pt>
                <c:pt idx="8192">
                  <c:v>-2546860</c:v>
                </c:pt>
                <c:pt idx="8193">
                  <c:v>-2526128</c:v>
                </c:pt>
                <c:pt idx="8194">
                  <c:v>-2604240</c:v>
                </c:pt>
                <c:pt idx="8195">
                  <c:v>-2441911</c:v>
                </c:pt>
                <c:pt idx="8196">
                  <c:v>-2448659</c:v>
                </c:pt>
                <c:pt idx="8197">
                  <c:v>-2491341</c:v>
                </c:pt>
                <c:pt idx="8198">
                  <c:v>-2433501</c:v>
                </c:pt>
                <c:pt idx="8199">
                  <c:v>-2529832</c:v>
                </c:pt>
                <c:pt idx="8200">
                  <c:v>-2516871</c:v>
                </c:pt>
                <c:pt idx="8201">
                  <c:v>-2436351</c:v>
                </c:pt>
                <c:pt idx="8202">
                  <c:v>-2381853</c:v>
                </c:pt>
                <c:pt idx="8203">
                  <c:v>-2443944</c:v>
                </c:pt>
                <c:pt idx="8204">
                  <c:v>-2436494</c:v>
                </c:pt>
                <c:pt idx="8205">
                  <c:v>-2490539</c:v>
                </c:pt>
                <c:pt idx="8206">
                  <c:v>-2402566</c:v>
                </c:pt>
                <c:pt idx="8207">
                  <c:v>-2537606</c:v>
                </c:pt>
                <c:pt idx="8208">
                  <c:v>-2563106</c:v>
                </c:pt>
                <c:pt idx="8209">
                  <c:v>-2587913</c:v>
                </c:pt>
                <c:pt idx="8210">
                  <c:v>-2555620</c:v>
                </c:pt>
                <c:pt idx="8211">
                  <c:v>-2565414</c:v>
                </c:pt>
                <c:pt idx="8212">
                  <c:v>-2504839</c:v>
                </c:pt>
                <c:pt idx="8213">
                  <c:v>-2480457</c:v>
                </c:pt>
                <c:pt idx="8214">
                  <c:v>-2428179</c:v>
                </c:pt>
                <c:pt idx="8215">
                  <c:v>-2497592</c:v>
                </c:pt>
                <c:pt idx="8216">
                  <c:v>-2517433</c:v>
                </c:pt>
                <c:pt idx="8217">
                  <c:v>-2432096</c:v>
                </c:pt>
                <c:pt idx="8218">
                  <c:v>-2508848</c:v>
                </c:pt>
                <c:pt idx="8219">
                  <c:v>-2443764</c:v>
                </c:pt>
                <c:pt idx="8220">
                  <c:v>-2439555</c:v>
                </c:pt>
                <c:pt idx="8221">
                  <c:v>-2402560</c:v>
                </c:pt>
                <c:pt idx="8222">
                  <c:v>-2393405</c:v>
                </c:pt>
                <c:pt idx="8223">
                  <c:v>-2458588</c:v>
                </c:pt>
                <c:pt idx="8224">
                  <c:v>-2614098</c:v>
                </c:pt>
                <c:pt idx="8225">
                  <c:v>-2463987</c:v>
                </c:pt>
                <c:pt idx="8226">
                  <c:v>-2469615</c:v>
                </c:pt>
                <c:pt idx="8227">
                  <c:v>-2445247</c:v>
                </c:pt>
                <c:pt idx="8228">
                  <c:v>-2504457</c:v>
                </c:pt>
                <c:pt idx="8229">
                  <c:v>-2518070</c:v>
                </c:pt>
                <c:pt idx="8230">
                  <c:v>-2453179</c:v>
                </c:pt>
                <c:pt idx="8231">
                  <c:v>-2453285</c:v>
                </c:pt>
                <c:pt idx="8232">
                  <c:v>-2555615</c:v>
                </c:pt>
                <c:pt idx="8233">
                  <c:v>-2430925</c:v>
                </c:pt>
                <c:pt idx="8234">
                  <c:v>-2459007</c:v>
                </c:pt>
                <c:pt idx="8235">
                  <c:v>-2436129</c:v>
                </c:pt>
                <c:pt idx="8236">
                  <c:v>-2456568</c:v>
                </c:pt>
                <c:pt idx="8237">
                  <c:v>-2470407</c:v>
                </c:pt>
                <c:pt idx="8238">
                  <c:v>-2479702</c:v>
                </c:pt>
                <c:pt idx="8239">
                  <c:v>-2488273</c:v>
                </c:pt>
                <c:pt idx="8240">
                  <c:v>-2478762</c:v>
                </c:pt>
                <c:pt idx="8241">
                  <c:v>-2588347</c:v>
                </c:pt>
                <c:pt idx="8242">
                  <c:v>-2494521</c:v>
                </c:pt>
                <c:pt idx="8243">
                  <c:v>-2469346</c:v>
                </c:pt>
                <c:pt idx="8244">
                  <c:v>-2409230</c:v>
                </c:pt>
                <c:pt idx="8245">
                  <c:v>-2489449</c:v>
                </c:pt>
                <c:pt idx="8246">
                  <c:v>-2460108</c:v>
                </c:pt>
                <c:pt idx="8247">
                  <c:v>-2449652</c:v>
                </c:pt>
                <c:pt idx="8248">
                  <c:v>-2506457</c:v>
                </c:pt>
                <c:pt idx="8249">
                  <c:v>-2453753</c:v>
                </c:pt>
                <c:pt idx="8250">
                  <c:v>-2486642</c:v>
                </c:pt>
                <c:pt idx="8251">
                  <c:v>-2479367</c:v>
                </c:pt>
                <c:pt idx="8252">
                  <c:v>-2455404</c:v>
                </c:pt>
                <c:pt idx="8253">
                  <c:v>-2510448</c:v>
                </c:pt>
                <c:pt idx="8254">
                  <c:v>-2492994</c:v>
                </c:pt>
                <c:pt idx="8255">
                  <c:v>-2477258</c:v>
                </c:pt>
                <c:pt idx="8256">
                  <c:v>-2598337</c:v>
                </c:pt>
                <c:pt idx="8257">
                  <c:v>-2444781</c:v>
                </c:pt>
                <c:pt idx="8258">
                  <c:v>-2446658</c:v>
                </c:pt>
                <c:pt idx="8259">
                  <c:v>-2481776</c:v>
                </c:pt>
                <c:pt idx="8260">
                  <c:v>-2499755</c:v>
                </c:pt>
                <c:pt idx="8261">
                  <c:v>-2449930</c:v>
                </c:pt>
                <c:pt idx="8262">
                  <c:v>-2426869</c:v>
                </c:pt>
                <c:pt idx="8263">
                  <c:v>-2486737</c:v>
                </c:pt>
                <c:pt idx="8264">
                  <c:v>-2457559</c:v>
                </c:pt>
                <c:pt idx="8265">
                  <c:v>-2455919</c:v>
                </c:pt>
                <c:pt idx="8266">
                  <c:v>-2429790</c:v>
                </c:pt>
                <c:pt idx="8267">
                  <c:v>-2471579</c:v>
                </c:pt>
                <c:pt idx="8268">
                  <c:v>-2455452</c:v>
                </c:pt>
                <c:pt idx="8269">
                  <c:v>-2479103</c:v>
                </c:pt>
                <c:pt idx="8270">
                  <c:v>-2503564</c:v>
                </c:pt>
                <c:pt idx="8271">
                  <c:v>-2399802</c:v>
                </c:pt>
                <c:pt idx="8272">
                  <c:v>-2449805</c:v>
                </c:pt>
                <c:pt idx="8273">
                  <c:v>-2457894</c:v>
                </c:pt>
                <c:pt idx="8274">
                  <c:v>-2599122</c:v>
                </c:pt>
                <c:pt idx="8275">
                  <c:v>-2597901</c:v>
                </c:pt>
                <c:pt idx="8276">
                  <c:v>-2483346</c:v>
                </c:pt>
                <c:pt idx="8277">
                  <c:v>-2446736</c:v>
                </c:pt>
                <c:pt idx="8278">
                  <c:v>-2500531</c:v>
                </c:pt>
                <c:pt idx="8279">
                  <c:v>-2472921</c:v>
                </c:pt>
                <c:pt idx="8280">
                  <c:v>-2473268</c:v>
                </c:pt>
                <c:pt idx="8281">
                  <c:v>-2494511</c:v>
                </c:pt>
                <c:pt idx="8282">
                  <c:v>-2422114</c:v>
                </c:pt>
                <c:pt idx="8283">
                  <c:v>-2557463</c:v>
                </c:pt>
                <c:pt idx="8284">
                  <c:v>-2576458</c:v>
                </c:pt>
                <c:pt idx="8285">
                  <c:v>-2422645</c:v>
                </c:pt>
                <c:pt idx="8286">
                  <c:v>-2451097</c:v>
                </c:pt>
                <c:pt idx="8287">
                  <c:v>-2454459</c:v>
                </c:pt>
                <c:pt idx="8288">
                  <c:v>-2486572</c:v>
                </c:pt>
                <c:pt idx="8289">
                  <c:v>-2508620</c:v>
                </c:pt>
                <c:pt idx="8290">
                  <c:v>-2470202</c:v>
                </c:pt>
                <c:pt idx="8291">
                  <c:v>-2394061</c:v>
                </c:pt>
                <c:pt idx="8292">
                  <c:v>-2428332</c:v>
                </c:pt>
                <c:pt idx="8293">
                  <c:v>-2475077</c:v>
                </c:pt>
                <c:pt idx="8294">
                  <c:v>-2414110</c:v>
                </c:pt>
                <c:pt idx="8295">
                  <c:v>-2438479</c:v>
                </c:pt>
                <c:pt idx="8296">
                  <c:v>-2410000</c:v>
                </c:pt>
                <c:pt idx="8297">
                  <c:v>-2483993</c:v>
                </c:pt>
                <c:pt idx="8298">
                  <c:v>-2493105</c:v>
                </c:pt>
                <c:pt idx="8299">
                  <c:v>-2425727</c:v>
                </c:pt>
                <c:pt idx="8300">
                  <c:v>-2403879</c:v>
                </c:pt>
                <c:pt idx="8301">
                  <c:v>-2459785</c:v>
                </c:pt>
                <c:pt idx="8302">
                  <c:v>-2441408</c:v>
                </c:pt>
                <c:pt idx="8303">
                  <c:v>-2479325</c:v>
                </c:pt>
                <c:pt idx="8304">
                  <c:v>-2507336</c:v>
                </c:pt>
                <c:pt idx="8305">
                  <c:v>-2424951</c:v>
                </c:pt>
                <c:pt idx="8306">
                  <c:v>-2471376</c:v>
                </c:pt>
                <c:pt idx="8307">
                  <c:v>-2392976</c:v>
                </c:pt>
                <c:pt idx="8308">
                  <c:v>-2497016</c:v>
                </c:pt>
                <c:pt idx="8309">
                  <c:v>-2502032</c:v>
                </c:pt>
                <c:pt idx="8310">
                  <c:v>-2497040</c:v>
                </c:pt>
                <c:pt idx="8311">
                  <c:v>-2510845</c:v>
                </c:pt>
                <c:pt idx="8312">
                  <c:v>-2431080</c:v>
                </c:pt>
                <c:pt idx="8313">
                  <c:v>-2424389</c:v>
                </c:pt>
                <c:pt idx="8314">
                  <c:v>-2501634</c:v>
                </c:pt>
                <c:pt idx="8315">
                  <c:v>-2433004</c:v>
                </c:pt>
                <c:pt idx="8316">
                  <c:v>-2489736</c:v>
                </c:pt>
                <c:pt idx="8317">
                  <c:v>-2445929</c:v>
                </c:pt>
                <c:pt idx="8318">
                  <c:v>-2450630</c:v>
                </c:pt>
                <c:pt idx="8319">
                  <c:v>-2500772</c:v>
                </c:pt>
                <c:pt idx="8320">
                  <c:v>-2439410</c:v>
                </c:pt>
                <c:pt idx="8321">
                  <c:v>-2483418</c:v>
                </c:pt>
                <c:pt idx="8322">
                  <c:v>-2446054</c:v>
                </c:pt>
                <c:pt idx="8323">
                  <c:v>-2510661</c:v>
                </c:pt>
                <c:pt idx="8324">
                  <c:v>-2483729</c:v>
                </c:pt>
                <c:pt idx="8325">
                  <c:v>-2433757</c:v>
                </c:pt>
                <c:pt idx="8326">
                  <c:v>-2449290</c:v>
                </c:pt>
                <c:pt idx="8327">
                  <c:v>-2517601</c:v>
                </c:pt>
                <c:pt idx="8328">
                  <c:v>-2459677</c:v>
                </c:pt>
                <c:pt idx="8329">
                  <c:v>-2412060</c:v>
                </c:pt>
                <c:pt idx="8330">
                  <c:v>-2401516</c:v>
                </c:pt>
                <c:pt idx="8331">
                  <c:v>-2410872</c:v>
                </c:pt>
                <c:pt idx="8332">
                  <c:v>-2453274</c:v>
                </c:pt>
                <c:pt idx="8333">
                  <c:v>-2444326</c:v>
                </c:pt>
                <c:pt idx="8334">
                  <c:v>-2444147</c:v>
                </c:pt>
                <c:pt idx="8335">
                  <c:v>-2509472</c:v>
                </c:pt>
                <c:pt idx="8336">
                  <c:v>-2459027</c:v>
                </c:pt>
                <c:pt idx="8337">
                  <c:v>-2487565</c:v>
                </c:pt>
                <c:pt idx="8338">
                  <c:v>-2454351</c:v>
                </c:pt>
                <c:pt idx="8339">
                  <c:v>-2450189</c:v>
                </c:pt>
                <c:pt idx="8340">
                  <c:v>-2478696</c:v>
                </c:pt>
                <c:pt idx="8341">
                  <c:v>-2597142</c:v>
                </c:pt>
                <c:pt idx="8342">
                  <c:v>-2431918</c:v>
                </c:pt>
                <c:pt idx="8343">
                  <c:v>-2586382</c:v>
                </c:pt>
                <c:pt idx="8344">
                  <c:v>-2480740</c:v>
                </c:pt>
                <c:pt idx="8345">
                  <c:v>-2479642</c:v>
                </c:pt>
                <c:pt idx="8346">
                  <c:v>-2509280</c:v>
                </c:pt>
                <c:pt idx="8347">
                  <c:v>-2428463</c:v>
                </c:pt>
                <c:pt idx="8348">
                  <c:v>-2427942</c:v>
                </c:pt>
                <c:pt idx="8349">
                  <c:v>-2473831</c:v>
                </c:pt>
                <c:pt idx="8350">
                  <c:v>-2462640</c:v>
                </c:pt>
                <c:pt idx="8351">
                  <c:v>-2439388</c:v>
                </c:pt>
                <c:pt idx="8352">
                  <c:v>-2441719</c:v>
                </c:pt>
                <c:pt idx="8353">
                  <c:v>-2439297</c:v>
                </c:pt>
                <c:pt idx="8354">
                  <c:v>-2421439</c:v>
                </c:pt>
                <c:pt idx="8355">
                  <c:v>-2474169</c:v>
                </c:pt>
                <c:pt idx="8356">
                  <c:v>-2414424</c:v>
                </c:pt>
                <c:pt idx="8357">
                  <c:v>-2393915</c:v>
                </c:pt>
                <c:pt idx="8358">
                  <c:v>-2444601</c:v>
                </c:pt>
                <c:pt idx="8359">
                  <c:v>-2455644</c:v>
                </c:pt>
                <c:pt idx="8360">
                  <c:v>-2435777</c:v>
                </c:pt>
                <c:pt idx="8361">
                  <c:v>-2525578</c:v>
                </c:pt>
                <c:pt idx="8362">
                  <c:v>-2468016</c:v>
                </c:pt>
                <c:pt idx="8363">
                  <c:v>-2480589</c:v>
                </c:pt>
                <c:pt idx="8364">
                  <c:v>-2486295</c:v>
                </c:pt>
                <c:pt idx="8365">
                  <c:v>-2431447</c:v>
                </c:pt>
                <c:pt idx="8366">
                  <c:v>-2551161</c:v>
                </c:pt>
                <c:pt idx="8367">
                  <c:v>-2474706</c:v>
                </c:pt>
                <c:pt idx="8368">
                  <c:v>-2499920</c:v>
                </c:pt>
                <c:pt idx="8369">
                  <c:v>-2446646</c:v>
                </c:pt>
                <c:pt idx="8370">
                  <c:v>-2463959</c:v>
                </c:pt>
                <c:pt idx="8371">
                  <c:v>-2445985</c:v>
                </c:pt>
                <c:pt idx="8372">
                  <c:v>-2490712</c:v>
                </c:pt>
                <c:pt idx="8373">
                  <c:v>-2491403</c:v>
                </c:pt>
                <c:pt idx="8374">
                  <c:v>-2429921</c:v>
                </c:pt>
                <c:pt idx="8375">
                  <c:v>-2489424</c:v>
                </c:pt>
                <c:pt idx="8376">
                  <c:v>-2477605</c:v>
                </c:pt>
                <c:pt idx="8377">
                  <c:v>-2518839</c:v>
                </c:pt>
                <c:pt idx="8378">
                  <c:v>-2429527</c:v>
                </c:pt>
                <c:pt idx="8379">
                  <c:v>-2466438</c:v>
                </c:pt>
                <c:pt idx="8380">
                  <c:v>-2452520</c:v>
                </c:pt>
                <c:pt idx="8381">
                  <c:v>-2420364</c:v>
                </c:pt>
                <c:pt idx="8382">
                  <c:v>-2410836</c:v>
                </c:pt>
                <c:pt idx="8383">
                  <c:v>-2473256</c:v>
                </c:pt>
                <c:pt idx="8384">
                  <c:v>-2456733</c:v>
                </c:pt>
                <c:pt idx="8385">
                  <c:v>-2491355</c:v>
                </c:pt>
                <c:pt idx="8386">
                  <c:v>-2448438</c:v>
                </c:pt>
                <c:pt idx="8387">
                  <c:v>-2504371</c:v>
                </c:pt>
                <c:pt idx="8388">
                  <c:v>-2456541</c:v>
                </c:pt>
                <c:pt idx="8389">
                  <c:v>-2415480</c:v>
                </c:pt>
                <c:pt idx="8390">
                  <c:v>-2503869</c:v>
                </c:pt>
                <c:pt idx="8391">
                  <c:v>-2587431</c:v>
                </c:pt>
                <c:pt idx="8392">
                  <c:v>-2434513</c:v>
                </c:pt>
                <c:pt idx="8393">
                  <c:v>-2479367</c:v>
                </c:pt>
                <c:pt idx="8394">
                  <c:v>-2508104</c:v>
                </c:pt>
                <c:pt idx="8395">
                  <c:v>-2488872</c:v>
                </c:pt>
                <c:pt idx="8396">
                  <c:v>-2456972</c:v>
                </c:pt>
                <c:pt idx="8397">
                  <c:v>-2516785</c:v>
                </c:pt>
                <c:pt idx="8398">
                  <c:v>-2458589</c:v>
                </c:pt>
                <c:pt idx="8399">
                  <c:v>-2445788</c:v>
                </c:pt>
                <c:pt idx="8400">
                  <c:v>-2409660</c:v>
                </c:pt>
                <c:pt idx="8401">
                  <c:v>-2455361</c:v>
                </c:pt>
                <c:pt idx="8402">
                  <c:v>-2470585</c:v>
                </c:pt>
                <c:pt idx="8403">
                  <c:v>-2407468</c:v>
                </c:pt>
                <c:pt idx="8404">
                  <c:v>-2507955</c:v>
                </c:pt>
                <c:pt idx="8405">
                  <c:v>-2497952</c:v>
                </c:pt>
                <c:pt idx="8406">
                  <c:v>-2491704</c:v>
                </c:pt>
                <c:pt idx="8407">
                  <c:v>-2466626</c:v>
                </c:pt>
                <c:pt idx="8408">
                  <c:v>-2475404</c:v>
                </c:pt>
                <c:pt idx="8409">
                  <c:v>-2490360</c:v>
                </c:pt>
                <c:pt idx="8410">
                  <c:v>-2469628</c:v>
                </c:pt>
                <c:pt idx="8411">
                  <c:v>-2504522</c:v>
                </c:pt>
                <c:pt idx="8412">
                  <c:v>-2482805</c:v>
                </c:pt>
                <c:pt idx="8413">
                  <c:v>-2487865</c:v>
                </c:pt>
                <c:pt idx="8414">
                  <c:v>-2499306</c:v>
                </c:pt>
                <c:pt idx="8415">
                  <c:v>-2470980</c:v>
                </c:pt>
                <c:pt idx="8416">
                  <c:v>-2434821</c:v>
                </c:pt>
                <c:pt idx="8417">
                  <c:v>-2499319</c:v>
                </c:pt>
                <c:pt idx="8418">
                  <c:v>-2440392</c:v>
                </c:pt>
                <c:pt idx="8419">
                  <c:v>-2458276</c:v>
                </c:pt>
                <c:pt idx="8420">
                  <c:v>-2475101</c:v>
                </c:pt>
                <c:pt idx="8421">
                  <c:v>-2428583</c:v>
                </c:pt>
                <c:pt idx="8422">
                  <c:v>-2411547</c:v>
                </c:pt>
                <c:pt idx="8423">
                  <c:v>-2440105</c:v>
                </c:pt>
                <c:pt idx="8424">
                  <c:v>-2462957</c:v>
                </c:pt>
                <c:pt idx="8425">
                  <c:v>-2415131</c:v>
                </c:pt>
                <c:pt idx="8426">
                  <c:v>-2406825</c:v>
                </c:pt>
                <c:pt idx="8427">
                  <c:v>-2447701</c:v>
                </c:pt>
                <c:pt idx="8428">
                  <c:v>-2503262</c:v>
                </c:pt>
                <c:pt idx="8429">
                  <c:v>-2456314</c:v>
                </c:pt>
                <c:pt idx="8430">
                  <c:v>-2505187</c:v>
                </c:pt>
                <c:pt idx="8431">
                  <c:v>-2404344</c:v>
                </c:pt>
                <c:pt idx="8432">
                  <c:v>-2457041</c:v>
                </c:pt>
                <c:pt idx="8433">
                  <c:v>-2438252</c:v>
                </c:pt>
                <c:pt idx="8434">
                  <c:v>-2471895</c:v>
                </c:pt>
                <c:pt idx="8435">
                  <c:v>-2452799</c:v>
                </c:pt>
                <c:pt idx="8436">
                  <c:v>-2437271</c:v>
                </c:pt>
                <c:pt idx="8437">
                  <c:v>-2485863</c:v>
                </c:pt>
                <c:pt idx="8438">
                  <c:v>-2416638</c:v>
                </c:pt>
                <c:pt idx="8439">
                  <c:v>-2436423</c:v>
                </c:pt>
                <c:pt idx="8440">
                  <c:v>-2437931</c:v>
                </c:pt>
                <c:pt idx="8441">
                  <c:v>-2461963</c:v>
                </c:pt>
                <c:pt idx="8442">
                  <c:v>-2434541</c:v>
                </c:pt>
                <c:pt idx="8443">
                  <c:v>-2436436</c:v>
                </c:pt>
                <c:pt idx="8444">
                  <c:v>-2470806</c:v>
                </c:pt>
                <c:pt idx="8445">
                  <c:v>-2433067</c:v>
                </c:pt>
                <c:pt idx="8446">
                  <c:v>-2469135</c:v>
                </c:pt>
                <c:pt idx="8447">
                  <c:v>-2430530</c:v>
                </c:pt>
                <c:pt idx="8448">
                  <c:v>-2498575</c:v>
                </c:pt>
                <c:pt idx="8449">
                  <c:v>-2395684</c:v>
                </c:pt>
                <c:pt idx="8450">
                  <c:v>-2466026</c:v>
                </c:pt>
                <c:pt idx="8451">
                  <c:v>-2484720</c:v>
                </c:pt>
                <c:pt idx="8452">
                  <c:v>-2475772</c:v>
                </c:pt>
                <c:pt idx="8453">
                  <c:v>-2446910</c:v>
                </c:pt>
                <c:pt idx="8454">
                  <c:v>-2462610</c:v>
                </c:pt>
                <c:pt idx="8455">
                  <c:v>-2513927</c:v>
                </c:pt>
                <c:pt idx="8456">
                  <c:v>-2451192</c:v>
                </c:pt>
                <c:pt idx="8457">
                  <c:v>-2501038</c:v>
                </c:pt>
                <c:pt idx="8458">
                  <c:v>-2443197</c:v>
                </c:pt>
                <c:pt idx="8459">
                  <c:v>-2504842</c:v>
                </c:pt>
                <c:pt idx="8460">
                  <c:v>-2406614</c:v>
                </c:pt>
                <c:pt idx="8461">
                  <c:v>-2486547</c:v>
                </c:pt>
                <c:pt idx="8462">
                  <c:v>-2401093</c:v>
                </c:pt>
                <c:pt idx="8463">
                  <c:v>-2478001</c:v>
                </c:pt>
                <c:pt idx="8464">
                  <c:v>-2490878</c:v>
                </c:pt>
                <c:pt idx="8465">
                  <c:v>-2497905</c:v>
                </c:pt>
                <c:pt idx="8466">
                  <c:v>-2443393</c:v>
                </c:pt>
                <c:pt idx="8467">
                  <c:v>-2496308</c:v>
                </c:pt>
                <c:pt idx="8468">
                  <c:v>-2501796</c:v>
                </c:pt>
                <c:pt idx="8469">
                  <c:v>-2456051</c:v>
                </c:pt>
                <c:pt idx="8470">
                  <c:v>-2492338</c:v>
                </c:pt>
                <c:pt idx="8471">
                  <c:v>-2434319</c:v>
                </c:pt>
                <c:pt idx="8472">
                  <c:v>-2507300</c:v>
                </c:pt>
                <c:pt idx="8473">
                  <c:v>-2447950</c:v>
                </c:pt>
                <c:pt idx="8474">
                  <c:v>-2473903</c:v>
                </c:pt>
                <c:pt idx="8475">
                  <c:v>-2465677</c:v>
                </c:pt>
                <c:pt idx="8476">
                  <c:v>-2461565</c:v>
                </c:pt>
                <c:pt idx="8477">
                  <c:v>-2449936</c:v>
                </c:pt>
                <c:pt idx="8478">
                  <c:v>-2397779</c:v>
                </c:pt>
                <c:pt idx="8479">
                  <c:v>-2500411</c:v>
                </c:pt>
                <c:pt idx="8480">
                  <c:v>-2510385</c:v>
                </c:pt>
                <c:pt idx="8481">
                  <c:v>-2425481</c:v>
                </c:pt>
                <c:pt idx="8482">
                  <c:v>-2472094</c:v>
                </c:pt>
                <c:pt idx="8483">
                  <c:v>-2475137</c:v>
                </c:pt>
                <c:pt idx="8484">
                  <c:v>-2466597</c:v>
                </c:pt>
                <c:pt idx="8485">
                  <c:v>-2456697</c:v>
                </c:pt>
                <c:pt idx="8486">
                  <c:v>-2428536</c:v>
                </c:pt>
                <c:pt idx="8487">
                  <c:v>-2478253</c:v>
                </c:pt>
                <c:pt idx="8488">
                  <c:v>-2483909</c:v>
                </c:pt>
                <c:pt idx="8489">
                  <c:v>-2418103</c:v>
                </c:pt>
                <c:pt idx="8490">
                  <c:v>-2536240</c:v>
                </c:pt>
                <c:pt idx="8491">
                  <c:v>-2463137</c:v>
                </c:pt>
                <c:pt idx="8492">
                  <c:v>-2491662</c:v>
                </c:pt>
                <c:pt idx="8493">
                  <c:v>-2533030</c:v>
                </c:pt>
                <c:pt idx="8494">
                  <c:v>-2489352</c:v>
                </c:pt>
                <c:pt idx="8495">
                  <c:v>-2408066</c:v>
                </c:pt>
                <c:pt idx="8496">
                  <c:v>-2465867</c:v>
                </c:pt>
                <c:pt idx="8497">
                  <c:v>-2523860</c:v>
                </c:pt>
                <c:pt idx="8498">
                  <c:v>-2484966</c:v>
                </c:pt>
                <c:pt idx="8499">
                  <c:v>-2592087</c:v>
                </c:pt>
                <c:pt idx="8500">
                  <c:v>-2502367</c:v>
                </c:pt>
                <c:pt idx="8501">
                  <c:v>-2419922</c:v>
                </c:pt>
                <c:pt idx="8502">
                  <c:v>-2493322</c:v>
                </c:pt>
                <c:pt idx="8503">
                  <c:v>-2589493</c:v>
                </c:pt>
                <c:pt idx="8504">
                  <c:v>-2459466</c:v>
                </c:pt>
                <c:pt idx="8505">
                  <c:v>-2441245</c:v>
                </c:pt>
                <c:pt idx="8506">
                  <c:v>-2517145</c:v>
                </c:pt>
                <c:pt idx="8507">
                  <c:v>-2469483</c:v>
                </c:pt>
                <c:pt idx="8508">
                  <c:v>-2424114</c:v>
                </c:pt>
                <c:pt idx="8509">
                  <c:v>-2463496</c:v>
                </c:pt>
                <c:pt idx="8510">
                  <c:v>-2477617</c:v>
                </c:pt>
                <c:pt idx="8511">
                  <c:v>-2566849</c:v>
                </c:pt>
                <c:pt idx="8512">
                  <c:v>-2499944</c:v>
                </c:pt>
                <c:pt idx="8513">
                  <c:v>-2453056</c:v>
                </c:pt>
                <c:pt idx="8514">
                  <c:v>-2504084</c:v>
                </c:pt>
                <c:pt idx="8515">
                  <c:v>-2439125</c:v>
                </c:pt>
                <c:pt idx="8516">
                  <c:v>-2446883</c:v>
                </c:pt>
                <c:pt idx="8517">
                  <c:v>-2438419</c:v>
                </c:pt>
                <c:pt idx="8518">
                  <c:v>-2413221</c:v>
                </c:pt>
                <c:pt idx="8519">
                  <c:v>-2470861</c:v>
                </c:pt>
                <c:pt idx="8520">
                  <c:v>-2501239</c:v>
                </c:pt>
                <c:pt idx="8521">
                  <c:v>-2505607</c:v>
                </c:pt>
                <c:pt idx="8522">
                  <c:v>-2458782</c:v>
                </c:pt>
                <c:pt idx="8523">
                  <c:v>-2412630</c:v>
                </c:pt>
                <c:pt idx="8524">
                  <c:v>-2470980</c:v>
                </c:pt>
                <c:pt idx="8525">
                  <c:v>-2575640</c:v>
                </c:pt>
                <c:pt idx="8526">
                  <c:v>-2538741</c:v>
                </c:pt>
                <c:pt idx="8527">
                  <c:v>-2464561</c:v>
                </c:pt>
                <c:pt idx="8528">
                  <c:v>-2451456</c:v>
                </c:pt>
                <c:pt idx="8529">
                  <c:v>-2454997</c:v>
                </c:pt>
                <c:pt idx="8530">
                  <c:v>-2482159</c:v>
                </c:pt>
                <c:pt idx="8531">
                  <c:v>-2473488</c:v>
                </c:pt>
                <c:pt idx="8532">
                  <c:v>-2441600</c:v>
                </c:pt>
                <c:pt idx="8533">
                  <c:v>-2497124</c:v>
                </c:pt>
                <c:pt idx="8534">
                  <c:v>-2441681</c:v>
                </c:pt>
                <c:pt idx="8535">
                  <c:v>-2412507</c:v>
                </c:pt>
                <c:pt idx="8536">
                  <c:v>-2593112</c:v>
                </c:pt>
                <c:pt idx="8537">
                  <c:v>-2438395</c:v>
                </c:pt>
                <c:pt idx="8538">
                  <c:v>-2454148</c:v>
                </c:pt>
                <c:pt idx="8539">
                  <c:v>-2502998</c:v>
                </c:pt>
                <c:pt idx="8540">
                  <c:v>-2529601</c:v>
                </c:pt>
                <c:pt idx="8541">
                  <c:v>-2438228</c:v>
                </c:pt>
                <c:pt idx="8542">
                  <c:v>-2578545</c:v>
                </c:pt>
                <c:pt idx="8543">
                  <c:v>-2454243</c:v>
                </c:pt>
                <c:pt idx="8544">
                  <c:v>-2427651</c:v>
                </c:pt>
                <c:pt idx="8545">
                  <c:v>-2398128</c:v>
                </c:pt>
                <c:pt idx="8546">
                  <c:v>-2581498</c:v>
                </c:pt>
                <c:pt idx="8547">
                  <c:v>-2496344</c:v>
                </c:pt>
                <c:pt idx="8548">
                  <c:v>-2433160</c:v>
                </c:pt>
                <c:pt idx="8549">
                  <c:v>-2416137</c:v>
                </c:pt>
                <c:pt idx="8550">
                  <c:v>-2462634</c:v>
                </c:pt>
                <c:pt idx="8551">
                  <c:v>-2491415</c:v>
                </c:pt>
                <c:pt idx="8552">
                  <c:v>-2558210</c:v>
                </c:pt>
                <c:pt idx="8553">
                  <c:v>-2429407</c:v>
                </c:pt>
                <c:pt idx="8554">
                  <c:v>-2546072</c:v>
                </c:pt>
                <c:pt idx="8555">
                  <c:v>-2476299</c:v>
                </c:pt>
                <c:pt idx="8556">
                  <c:v>-2455610</c:v>
                </c:pt>
                <c:pt idx="8557">
                  <c:v>-2485767</c:v>
                </c:pt>
                <c:pt idx="8558">
                  <c:v>-2507883</c:v>
                </c:pt>
                <c:pt idx="8559">
                  <c:v>-2479427</c:v>
                </c:pt>
                <c:pt idx="8560">
                  <c:v>-2433125</c:v>
                </c:pt>
                <c:pt idx="8561">
                  <c:v>-2494833</c:v>
                </c:pt>
                <c:pt idx="8562">
                  <c:v>-2441896</c:v>
                </c:pt>
                <c:pt idx="8563">
                  <c:v>-2411910</c:v>
                </c:pt>
                <c:pt idx="8564">
                  <c:v>-2450714</c:v>
                </c:pt>
                <c:pt idx="8565">
                  <c:v>-2552371</c:v>
                </c:pt>
                <c:pt idx="8566">
                  <c:v>-2493270</c:v>
                </c:pt>
                <c:pt idx="8567">
                  <c:v>-2421289</c:v>
                </c:pt>
                <c:pt idx="8568">
                  <c:v>-2473903</c:v>
                </c:pt>
                <c:pt idx="8569">
                  <c:v>-2531355</c:v>
                </c:pt>
                <c:pt idx="8570">
                  <c:v>-2505432</c:v>
                </c:pt>
                <c:pt idx="8571">
                  <c:v>-2411755</c:v>
                </c:pt>
                <c:pt idx="8572">
                  <c:v>-2432454</c:v>
                </c:pt>
                <c:pt idx="8573">
                  <c:v>-2437367</c:v>
                </c:pt>
                <c:pt idx="8574">
                  <c:v>-2407604</c:v>
                </c:pt>
                <c:pt idx="8575">
                  <c:v>-2489097</c:v>
                </c:pt>
                <c:pt idx="8576">
                  <c:v>-2569021</c:v>
                </c:pt>
                <c:pt idx="8577">
                  <c:v>-2491532</c:v>
                </c:pt>
                <c:pt idx="8578">
                  <c:v>-2447771</c:v>
                </c:pt>
                <c:pt idx="8579">
                  <c:v>-2487146</c:v>
                </c:pt>
                <c:pt idx="8580">
                  <c:v>-2433793</c:v>
                </c:pt>
                <c:pt idx="8581">
                  <c:v>-2562352</c:v>
                </c:pt>
                <c:pt idx="8582">
                  <c:v>-2480915</c:v>
                </c:pt>
                <c:pt idx="8583">
                  <c:v>-2488799</c:v>
                </c:pt>
                <c:pt idx="8584">
                  <c:v>-2443196</c:v>
                </c:pt>
                <c:pt idx="8585">
                  <c:v>-2399201</c:v>
                </c:pt>
                <c:pt idx="8586">
                  <c:v>-2436028</c:v>
                </c:pt>
                <c:pt idx="8587">
                  <c:v>-2484437</c:v>
                </c:pt>
                <c:pt idx="8588">
                  <c:v>-2425485</c:v>
                </c:pt>
                <c:pt idx="8589">
                  <c:v>-2434582</c:v>
                </c:pt>
                <c:pt idx="8590">
                  <c:v>-2474874</c:v>
                </c:pt>
                <c:pt idx="8591">
                  <c:v>-2475449</c:v>
                </c:pt>
                <c:pt idx="8592">
                  <c:v>-2487230</c:v>
                </c:pt>
                <c:pt idx="8593">
                  <c:v>-2451309</c:v>
                </c:pt>
                <c:pt idx="8594">
                  <c:v>-2479924</c:v>
                </c:pt>
                <c:pt idx="8595">
                  <c:v>-2407861</c:v>
                </c:pt>
                <c:pt idx="8596">
                  <c:v>-2513915</c:v>
                </c:pt>
                <c:pt idx="8597">
                  <c:v>-2464058</c:v>
                </c:pt>
                <c:pt idx="8598">
                  <c:v>-2573657</c:v>
                </c:pt>
                <c:pt idx="8599">
                  <c:v>-2467315</c:v>
                </c:pt>
                <c:pt idx="8600">
                  <c:v>-2437845</c:v>
                </c:pt>
                <c:pt idx="8601">
                  <c:v>-2403231</c:v>
                </c:pt>
                <c:pt idx="8602">
                  <c:v>-2470825</c:v>
                </c:pt>
                <c:pt idx="8603">
                  <c:v>-2436551</c:v>
                </c:pt>
                <c:pt idx="8604">
                  <c:v>-2451399</c:v>
                </c:pt>
                <c:pt idx="8605">
                  <c:v>-2481464</c:v>
                </c:pt>
                <c:pt idx="8606">
                  <c:v>-2514259</c:v>
                </c:pt>
                <c:pt idx="8607">
                  <c:v>-2407805</c:v>
                </c:pt>
                <c:pt idx="8608">
                  <c:v>-2517169</c:v>
                </c:pt>
                <c:pt idx="8609">
                  <c:v>-2467206</c:v>
                </c:pt>
                <c:pt idx="8610">
                  <c:v>-2490503</c:v>
                </c:pt>
                <c:pt idx="8611">
                  <c:v>-2456007</c:v>
                </c:pt>
                <c:pt idx="8612">
                  <c:v>-2514707</c:v>
                </c:pt>
                <c:pt idx="8613">
                  <c:v>-2428656</c:v>
                </c:pt>
                <c:pt idx="8614">
                  <c:v>-2408679</c:v>
                </c:pt>
                <c:pt idx="8615">
                  <c:v>-2457283</c:v>
                </c:pt>
                <c:pt idx="8616">
                  <c:v>-2513554</c:v>
                </c:pt>
                <c:pt idx="8617">
                  <c:v>-2458289</c:v>
                </c:pt>
                <c:pt idx="8618">
                  <c:v>-2455273</c:v>
                </c:pt>
                <c:pt idx="8619">
                  <c:v>-2456709</c:v>
                </c:pt>
                <c:pt idx="8620">
                  <c:v>-2599169</c:v>
                </c:pt>
                <c:pt idx="8621">
                  <c:v>-2457415</c:v>
                </c:pt>
                <c:pt idx="8622">
                  <c:v>-2513699</c:v>
                </c:pt>
                <c:pt idx="8623">
                  <c:v>-2600244</c:v>
                </c:pt>
                <c:pt idx="8624">
                  <c:v>-2600920</c:v>
                </c:pt>
                <c:pt idx="8625">
                  <c:v>-2511381</c:v>
                </c:pt>
                <c:pt idx="8626">
                  <c:v>-2455847</c:v>
                </c:pt>
                <c:pt idx="8627">
                  <c:v>-2513699</c:v>
                </c:pt>
                <c:pt idx="8628">
                  <c:v>-2455285</c:v>
                </c:pt>
                <c:pt idx="8629">
                  <c:v>-2516473</c:v>
                </c:pt>
                <c:pt idx="8630">
                  <c:v>-2455777</c:v>
                </c:pt>
                <c:pt idx="8631">
                  <c:v>-2599761</c:v>
                </c:pt>
                <c:pt idx="8632">
                  <c:v>-2441397</c:v>
                </c:pt>
                <c:pt idx="8633">
                  <c:v>-2454801</c:v>
                </c:pt>
                <c:pt idx="8634">
                  <c:v>-2514011</c:v>
                </c:pt>
                <c:pt idx="8635">
                  <c:v>-2425094</c:v>
                </c:pt>
                <c:pt idx="8636">
                  <c:v>-2440402</c:v>
                </c:pt>
                <c:pt idx="8637">
                  <c:v>-2457187</c:v>
                </c:pt>
                <c:pt idx="8638">
                  <c:v>-2423420</c:v>
                </c:pt>
                <c:pt idx="8639">
                  <c:v>-2422574</c:v>
                </c:pt>
                <c:pt idx="8640">
                  <c:v>-2459294</c:v>
                </c:pt>
                <c:pt idx="8641">
                  <c:v>-2454112</c:v>
                </c:pt>
                <c:pt idx="8642">
                  <c:v>-2452577</c:v>
                </c:pt>
                <c:pt idx="8643">
                  <c:v>-2512078</c:v>
                </c:pt>
                <c:pt idx="8644">
                  <c:v>-2455512</c:v>
                </c:pt>
                <c:pt idx="8645">
                  <c:v>-2513554</c:v>
                </c:pt>
                <c:pt idx="8646">
                  <c:v>-2456494</c:v>
                </c:pt>
                <c:pt idx="8647">
                  <c:v>-2454228</c:v>
                </c:pt>
                <c:pt idx="8648">
                  <c:v>-2459833</c:v>
                </c:pt>
                <c:pt idx="8649">
                  <c:v>-2422944</c:v>
                </c:pt>
                <c:pt idx="8650">
                  <c:v>-2513398</c:v>
                </c:pt>
                <c:pt idx="8651">
                  <c:v>-2458013</c:v>
                </c:pt>
                <c:pt idx="8652">
                  <c:v>-2456218</c:v>
                </c:pt>
                <c:pt idx="8653">
                  <c:v>-2599930</c:v>
                </c:pt>
                <c:pt idx="8654">
                  <c:v>-2455033</c:v>
                </c:pt>
                <c:pt idx="8655">
                  <c:v>-2512534</c:v>
                </c:pt>
                <c:pt idx="8656">
                  <c:v>-2452909</c:v>
                </c:pt>
                <c:pt idx="8657">
                  <c:v>-2454985</c:v>
                </c:pt>
                <c:pt idx="8658">
                  <c:v>-2456170</c:v>
                </c:pt>
                <c:pt idx="8659">
                  <c:v>-2456302</c:v>
                </c:pt>
                <c:pt idx="8660">
                  <c:v>-2453586</c:v>
                </c:pt>
                <c:pt idx="8661">
                  <c:v>-2455523</c:v>
                </c:pt>
                <c:pt idx="8662">
                  <c:v>-2454004</c:v>
                </c:pt>
                <c:pt idx="8663">
                  <c:v>-2455045</c:v>
                </c:pt>
                <c:pt idx="8664">
                  <c:v>-2511129</c:v>
                </c:pt>
                <c:pt idx="8665">
                  <c:v>-2454655</c:v>
                </c:pt>
                <c:pt idx="8666">
                  <c:v>-2424162</c:v>
                </c:pt>
                <c:pt idx="8667">
                  <c:v>-2451080</c:v>
                </c:pt>
                <c:pt idx="8668">
                  <c:v>-2455093</c:v>
                </c:pt>
                <c:pt idx="8669">
                  <c:v>-2455931</c:v>
                </c:pt>
                <c:pt idx="8670">
                  <c:v>-2455045</c:v>
                </c:pt>
                <c:pt idx="8671">
                  <c:v>-2599346</c:v>
                </c:pt>
                <c:pt idx="8672">
                  <c:v>-2453619</c:v>
                </c:pt>
                <c:pt idx="8673">
                  <c:v>-2598964</c:v>
                </c:pt>
                <c:pt idx="8674">
                  <c:v>-2455596</c:v>
                </c:pt>
                <c:pt idx="8675">
                  <c:v>-2453741</c:v>
                </c:pt>
                <c:pt idx="8676">
                  <c:v>-2514419</c:v>
                </c:pt>
                <c:pt idx="8677">
                  <c:v>-2453334</c:v>
                </c:pt>
                <c:pt idx="8678">
                  <c:v>-2514011</c:v>
                </c:pt>
                <c:pt idx="8679">
                  <c:v>-2452909</c:v>
                </c:pt>
                <c:pt idx="8680">
                  <c:v>-2599701</c:v>
                </c:pt>
                <c:pt idx="8681">
                  <c:v>-2422944</c:v>
                </c:pt>
                <c:pt idx="8682">
                  <c:v>-2454674</c:v>
                </c:pt>
                <c:pt idx="8683">
                  <c:v>-2513398</c:v>
                </c:pt>
                <c:pt idx="8684">
                  <c:v>-2457231</c:v>
                </c:pt>
                <c:pt idx="8685">
                  <c:v>-2456034</c:v>
                </c:pt>
                <c:pt idx="8686">
                  <c:v>-2455308</c:v>
                </c:pt>
                <c:pt idx="8687">
                  <c:v>-2451092</c:v>
                </c:pt>
                <c:pt idx="8688">
                  <c:v>-2516473</c:v>
                </c:pt>
                <c:pt idx="8689">
                  <c:v>-2457846</c:v>
                </c:pt>
                <c:pt idx="8690">
                  <c:v>-2513518</c:v>
                </c:pt>
                <c:pt idx="8691">
                  <c:v>-2456165</c:v>
                </c:pt>
                <c:pt idx="8692">
                  <c:v>-2457092</c:v>
                </c:pt>
                <c:pt idx="8693">
                  <c:v>-2513362</c:v>
                </c:pt>
                <c:pt idx="8694">
                  <c:v>-2517601</c:v>
                </c:pt>
                <c:pt idx="8695">
                  <c:v>-2457092</c:v>
                </c:pt>
                <c:pt idx="8696">
                  <c:v>-2511381</c:v>
                </c:pt>
                <c:pt idx="8697">
                  <c:v>-2453793</c:v>
                </c:pt>
                <c:pt idx="8698">
                  <c:v>-2456165</c:v>
                </c:pt>
                <c:pt idx="8699">
                  <c:v>-2423684</c:v>
                </c:pt>
                <c:pt idx="8700">
                  <c:v>-2598832</c:v>
                </c:pt>
                <c:pt idx="8701">
                  <c:v>-2441911</c:v>
                </c:pt>
                <c:pt idx="8702">
                  <c:v>-2455285</c:v>
                </c:pt>
                <c:pt idx="8703">
                  <c:v>-2456445</c:v>
                </c:pt>
                <c:pt idx="8704">
                  <c:v>-2453661</c:v>
                </c:pt>
                <c:pt idx="8705">
                  <c:v>-2455356</c:v>
                </c:pt>
                <c:pt idx="8706">
                  <c:v>-1967998</c:v>
                </c:pt>
                <c:pt idx="8707">
                  <c:v>-2010996</c:v>
                </c:pt>
                <c:pt idx="8708">
                  <c:v>-1946333</c:v>
                </c:pt>
                <c:pt idx="8709">
                  <c:v>-1999746</c:v>
                </c:pt>
                <c:pt idx="8710">
                  <c:v>-2007289</c:v>
                </c:pt>
                <c:pt idx="8711">
                  <c:v>-1991494</c:v>
                </c:pt>
                <c:pt idx="8712">
                  <c:v>-1826006</c:v>
                </c:pt>
                <c:pt idx="8713">
                  <c:v>-2019439</c:v>
                </c:pt>
                <c:pt idx="8714">
                  <c:v>-1945809</c:v>
                </c:pt>
                <c:pt idx="8715">
                  <c:v>-1829423</c:v>
                </c:pt>
                <c:pt idx="8716">
                  <c:v>-1820403</c:v>
                </c:pt>
                <c:pt idx="8717">
                  <c:v>-1992989</c:v>
                </c:pt>
                <c:pt idx="8718">
                  <c:v>-1995839</c:v>
                </c:pt>
                <c:pt idx="8719">
                  <c:v>-1991553</c:v>
                </c:pt>
                <c:pt idx="8720">
                  <c:v>-2001704</c:v>
                </c:pt>
                <c:pt idx="8721">
                  <c:v>-1963055</c:v>
                </c:pt>
                <c:pt idx="8722">
                  <c:v>-2175649</c:v>
                </c:pt>
                <c:pt idx="8723">
                  <c:v>-1854922</c:v>
                </c:pt>
                <c:pt idx="8724">
                  <c:v>-1758331</c:v>
                </c:pt>
                <c:pt idx="8725">
                  <c:v>-2052864</c:v>
                </c:pt>
                <c:pt idx="8726">
                  <c:v>-2129851</c:v>
                </c:pt>
                <c:pt idx="8727">
                  <c:v>-2198159</c:v>
                </c:pt>
                <c:pt idx="8728">
                  <c:v>-2058898</c:v>
                </c:pt>
                <c:pt idx="8729">
                  <c:v>-1949515</c:v>
                </c:pt>
                <c:pt idx="8730">
                  <c:v>-2119424</c:v>
                </c:pt>
                <c:pt idx="8731">
                  <c:v>-1999928</c:v>
                </c:pt>
                <c:pt idx="8732">
                  <c:v>-1990585</c:v>
                </c:pt>
                <c:pt idx="8733">
                  <c:v>-1940359</c:v>
                </c:pt>
                <c:pt idx="8734">
                  <c:v>-2039000</c:v>
                </c:pt>
                <c:pt idx="8735">
                  <c:v>-2070145</c:v>
                </c:pt>
                <c:pt idx="8736">
                  <c:v>-1795810</c:v>
                </c:pt>
                <c:pt idx="8737">
                  <c:v>-2019894</c:v>
                </c:pt>
                <c:pt idx="8738">
                  <c:v>-2033280</c:v>
                </c:pt>
                <c:pt idx="8739">
                  <c:v>-2016584</c:v>
                </c:pt>
                <c:pt idx="8740">
                  <c:v>-2239961</c:v>
                </c:pt>
                <c:pt idx="8741">
                  <c:v>-2073678</c:v>
                </c:pt>
                <c:pt idx="8742">
                  <c:v>-1836742</c:v>
                </c:pt>
                <c:pt idx="8743">
                  <c:v>-1830592</c:v>
                </c:pt>
                <c:pt idx="8744">
                  <c:v>-2290308</c:v>
                </c:pt>
                <c:pt idx="8745">
                  <c:v>-2189498</c:v>
                </c:pt>
                <c:pt idx="8746">
                  <c:v>-2020326</c:v>
                </c:pt>
                <c:pt idx="8747">
                  <c:v>-2045146</c:v>
                </c:pt>
                <c:pt idx="8748">
                  <c:v>-2260877</c:v>
                </c:pt>
                <c:pt idx="8749">
                  <c:v>-1874905</c:v>
                </c:pt>
                <c:pt idx="8750">
                  <c:v>-1993216</c:v>
                </c:pt>
                <c:pt idx="8751">
                  <c:v>-2214896</c:v>
                </c:pt>
                <c:pt idx="8752">
                  <c:v>-1531847</c:v>
                </c:pt>
                <c:pt idx="8753">
                  <c:v>-1827086</c:v>
                </c:pt>
                <c:pt idx="8754">
                  <c:v>-1833277</c:v>
                </c:pt>
                <c:pt idx="8755">
                  <c:v>-1974706</c:v>
                </c:pt>
                <c:pt idx="8756">
                  <c:v>-1925812</c:v>
                </c:pt>
                <c:pt idx="8757">
                  <c:v>-2021040</c:v>
                </c:pt>
                <c:pt idx="8758">
                  <c:v>-1956008</c:v>
                </c:pt>
                <c:pt idx="8759">
                  <c:v>-1967764</c:v>
                </c:pt>
                <c:pt idx="8760">
                  <c:v>-1787498</c:v>
                </c:pt>
                <c:pt idx="8761">
                  <c:v>-1881171</c:v>
                </c:pt>
                <c:pt idx="8762">
                  <c:v>-1911750</c:v>
                </c:pt>
                <c:pt idx="8763">
                  <c:v>-1882337</c:v>
                </c:pt>
                <c:pt idx="8764">
                  <c:v>-2062622</c:v>
                </c:pt>
                <c:pt idx="8765">
                  <c:v>-1873708</c:v>
                </c:pt>
                <c:pt idx="8766">
                  <c:v>-2044175</c:v>
                </c:pt>
                <c:pt idx="8767">
                  <c:v>-2137590</c:v>
                </c:pt>
                <c:pt idx="8768">
                  <c:v>-1895719</c:v>
                </c:pt>
                <c:pt idx="8769">
                  <c:v>-2014269</c:v>
                </c:pt>
                <c:pt idx="8770">
                  <c:v>-1988633</c:v>
                </c:pt>
                <c:pt idx="8771">
                  <c:v>-2228080</c:v>
                </c:pt>
                <c:pt idx="8772">
                  <c:v>-2065671</c:v>
                </c:pt>
                <c:pt idx="8773">
                  <c:v>-1762307</c:v>
                </c:pt>
                <c:pt idx="8774">
                  <c:v>-1932143</c:v>
                </c:pt>
                <c:pt idx="8775">
                  <c:v>-1890219</c:v>
                </c:pt>
                <c:pt idx="8776">
                  <c:v>-2053210</c:v>
                </c:pt>
                <c:pt idx="8777">
                  <c:v>-2156459</c:v>
                </c:pt>
                <c:pt idx="8778">
                  <c:v>-2067213</c:v>
                </c:pt>
                <c:pt idx="8779">
                  <c:v>-2216349</c:v>
                </c:pt>
                <c:pt idx="8780">
                  <c:v>-2024151</c:v>
                </c:pt>
                <c:pt idx="8781">
                  <c:v>-2193178</c:v>
                </c:pt>
                <c:pt idx="8782">
                  <c:v>-2200754</c:v>
                </c:pt>
                <c:pt idx="8783">
                  <c:v>-2067304</c:v>
                </c:pt>
                <c:pt idx="8784">
                  <c:v>-2069664</c:v>
                </c:pt>
                <c:pt idx="8785">
                  <c:v>-2046891</c:v>
                </c:pt>
                <c:pt idx="8786">
                  <c:v>-1965758</c:v>
                </c:pt>
                <c:pt idx="8787">
                  <c:v>-1929755</c:v>
                </c:pt>
                <c:pt idx="8788">
                  <c:v>-2015672</c:v>
                </c:pt>
                <c:pt idx="8789">
                  <c:v>-1949725</c:v>
                </c:pt>
                <c:pt idx="8790">
                  <c:v>-2147297</c:v>
                </c:pt>
                <c:pt idx="8791">
                  <c:v>-1715094</c:v>
                </c:pt>
                <c:pt idx="8792">
                  <c:v>-1973003</c:v>
                </c:pt>
                <c:pt idx="8793">
                  <c:v>-1966003</c:v>
                </c:pt>
                <c:pt idx="8794">
                  <c:v>-2201412</c:v>
                </c:pt>
                <c:pt idx="8795">
                  <c:v>-2024409</c:v>
                </c:pt>
                <c:pt idx="8796">
                  <c:v>-2102796</c:v>
                </c:pt>
                <c:pt idx="8797">
                  <c:v>-1927757</c:v>
                </c:pt>
                <c:pt idx="8798">
                  <c:v>-1803028</c:v>
                </c:pt>
                <c:pt idx="8799">
                  <c:v>-1941765</c:v>
                </c:pt>
                <c:pt idx="8800">
                  <c:v>-2060972</c:v>
                </c:pt>
                <c:pt idx="8801">
                  <c:v>-2081359</c:v>
                </c:pt>
                <c:pt idx="8802">
                  <c:v>-2028842</c:v>
                </c:pt>
                <c:pt idx="8803">
                  <c:v>-2070517</c:v>
                </c:pt>
                <c:pt idx="8804">
                  <c:v>-1865562</c:v>
                </c:pt>
                <c:pt idx="8805">
                  <c:v>-2041552</c:v>
                </c:pt>
                <c:pt idx="8806">
                  <c:v>-2010587</c:v>
                </c:pt>
                <c:pt idx="8807">
                  <c:v>-2022946</c:v>
                </c:pt>
                <c:pt idx="8808">
                  <c:v>-1984558</c:v>
                </c:pt>
                <c:pt idx="8809">
                  <c:v>-2155419</c:v>
                </c:pt>
                <c:pt idx="8810">
                  <c:v>-1831449</c:v>
                </c:pt>
                <c:pt idx="8811">
                  <c:v>-2243601</c:v>
                </c:pt>
                <c:pt idx="8812">
                  <c:v>-2090797</c:v>
                </c:pt>
                <c:pt idx="8813">
                  <c:v>-1812831</c:v>
                </c:pt>
                <c:pt idx="8814">
                  <c:v>-1960740</c:v>
                </c:pt>
                <c:pt idx="8815">
                  <c:v>-1840813</c:v>
                </c:pt>
                <c:pt idx="8816">
                  <c:v>-2090664</c:v>
                </c:pt>
                <c:pt idx="8817">
                  <c:v>-1841973</c:v>
                </c:pt>
                <c:pt idx="8818">
                  <c:v>-1928643</c:v>
                </c:pt>
                <c:pt idx="8819">
                  <c:v>-2010951</c:v>
                </c:pt>
                <c:pt idx="8820">
                  <c:v>-1858780</c:v>
                </c:pt>
                <c:pt idx="8821">
                  <c:v>-2004088</c:v>
                </c:pt>
                <c:pt idx="8822">
                  <c:v>-1902278</c:v>
                </c:pt>
                <c:pt idx="8823">
                  <c:v>-2003282</c:v>
                </c:pt>
                <c:pt idx="8824">
                  <c:v>-1719367</c:v>
                </c:pt>
                <c:pt idx="8825">
                  <c:v>-2198539</c:v>
                </c:pt>
                <c:pt idx="8826">
                  <c:v>-2060280</c:v>
                </c:pt>
                <c:pt idx="8827">
                  <c:v>-1903153</c:v>
                </c:pt>
                <c:pt idx="8828">
                  <c:v>-1906604</c:v>
                </c:pt>
                <c:pt idx="8829">
                  <c:v>-2274434</c:v>
                </c:pt>
                <c:pt idx="8830">
                  <c:v>-1732030</c:v>
                </c:pt>
                <c:pt idx="8831">
                  <c:v>-1929813</c:v>
                </c:pt>
                <c:pt idx="8832">
                  <c:v>-1893638</c:v>
                </c:pt>
                <c:pt idx="8833">
                  <c:v>-1930081</c:v>
                </c:pt>
                <c:pt idx="8834">
                  <c:v>-1949612</c:v>
                </c:pt>
                <c:pt idx="8835">
                  <c:v>-2077716</c:v>
                </c:pt>
                <c:pt idx="8836">
                  <c:v>-2130088</c:v>
                </c:pt>
                <c:pt idx="8837">
                  <c:v>-1927368</c:v>
                </c:pt>
                <c:pt idx="8838">
                  <c:v>-2017087</c:v>
                </c:pt>
                <c:pt idx="8839">
                  <c:v>-2324979</c:v>
                </c:pt>
                <c:pt idx="8840">
                  <c:v>-2252785</c:v>
                </c:pt>
                <c:pt idx="8841">
                  <c:v>-1794369</c:v>
                </c:pt>
                <c:pt idx="8842">
                  <c:v>-1876022</c:v>
                </c:pt>
                <c:pt idx="8843">
                  <c:v>-2199113</c:v>
                </c:pt>
                <c:pt idx="8844">
                  <c:v>-1882710</c:v>
                </c:pt>
                <c:pt idx="8845">
                  <c:v>-2035571</c:v>
                </c:pt>
                <c:pt idx="8846">
                  <c:v>-2191975</c:v>
                </c:pt>
                <c:pt idx="8847">
                  <c:v>-2048039</c:v>
                </c:pt>
                <c:pt idx="8848">
                  <c:v>-2326464</c:v>
                </c:pt>
                <c:pt idx="8849">
                  <c:v>-1904016</c:v>
                </c:pt>
                <c:pt idx="8850">
                  <c:v>-2202302</c:v>
                </c:pt>
                <c:pt idx="8851">
                  <c:v>-1675403</c:v>
                </c:pt>
                <c:pt idx="8852">
                  <c:v>-2240480</c:v>
                </c:pt>
                <c:pt idx="8853">
                  <c:v>-1715921</c:v>
                </c:pt>
                <c:pt idx="8854">
                  <c:v>-2186809</c:v>
                </c:pt>
                <c:pt idx="8855">
                  <c:v>-1961748</c:v>
                </c:pt>
                <c:pt idx="8856">
                  <c:v>-2209582</c:v>
                </c:pt>
                <c:pt idx="8857">
                  <c:v>-2184296</c:v>
                </c:pt>
                <c:pt idx="8858">
                  <c:v>-2214022</c:v>
                </c:pt>
                <c:pt idx="8859">
                  <c:v>-1835316</c:v>
                </c:pt>
                <c:pt idx="8860">
                  <c:v>-1983861</c:v>
                </c:pt>
                <c:pt idx="8861">
                  <c:v>-1848377</c:v>
                </c:pt>
                <c:pt idx="8862">
                  <c:v>-1967613</c:v>
                </c:pt>
                <c:pt idx="8863">
                  <c:v>-2121305</c:v>
                </c:pt>
                <c:pt idx="8864">
                  <c:v>-1856303</c:v>
                </c:pt>
                <c:pt idx="8865">
                  <c:v>-1851186</c:v>
                </c:pt>
                <c:pt idx="8866">
                  <c:v>-1822373</c:v>
                </c:pt>
                <c:pt idx="8867">
                  <c:v>-2019564</c:v>
                </c:pt>
                <c:pt idx="8868">
                  <c:v>-2039070</c:v>
                </c:pt>
                <c:pt idx="8869">
                  <c:v>-1773292</c:v>
                </c:pt>
                <c:pt idx="8870">
                  <c:v>-1913435</c:v>
                </c:pt>
                <c:pt idx="8871">
                  <c:v>-1914144</c:v>
                </c:pt>
                <c:pt idx="8872">
                  <c:v>-1919614</c:v>
                </c:pt>
                <c:pt idx="8873">
                  <c:v>-1968604</c:v>
                </c:pt>
                <c:pt idx="8874">
                  <c:v>-1962469</c:v>
                </c:pt>
                <c:pt idx="8875">
                  <c:v>-2254750</c:v>
                </c:pt>
                <c:pt idx="8876">
                  <c:v>-1840627</c:v>
                </c:pt>
                <c:pt idx="8877">
                  <c:v>-1971614</c:v>
                </c:pt>
                <c:pt idx="8878">
                  <c:v>-2101768</c:v>
                </c:pt>
                <c:pt idx="8879">
                  <c:v>-1843230</c:v>
                </c:pt>
                <c:pt idx="8880">
                  <c:v>-2004918</c:v>
                </c:pt>
                <c:pt idx="8881">
                  <c:v>-2178773</c:v>
                </c:pt>
                <c:pt idx="8882">
                  <c:v>-2006850</c:v>
                </c:pt>
                <c:pt idx="8883">
                  <c:v>-1886404</c:v>
                </c:pt>
                <c:pt idx="8884">
                  <c:v>-2002970</c:v>
                </c:pt>
                <c:pt idx="8885">
                  <c:v>-1785993</c:v>
                </c:pt>
                <c:pt idx="8886">
                  <c:v>-2094419</c:v>
                </c:pt>
                <c:pt idx="8887">
                  <c:v>-1987024</c:v>
                </c:pt>
                <c:pt idx="8888">
                  <c:v>-1901477</c:v>
                </c:pt>
                <c:pt idx="8889">
                  <c:v>-1922001</c:v>
                </c:pt>
                <c:pt idx="8890">
                  <c:v>-1886698</c:v>
                </c:pt>
                <c:pt idx="8891">
                  <c:v>-1966773</c:v>
                </c:pt>
                <c:pt idx="8892">
                  <c:v>-2048894</c:v>
                </c:pt>
                <c:pt idx="8893">
                  <c:v>-1953693</c:v>
                </c:pt>
                <c:pt idx="8894">
                  <c:v>-1994823</c:v>
                </c:pt>
                <c:pt idx="8895">
                  <c:v>-2074581</c:v>
                </c:pt>
                <c:pt idx="8896">
                  <c:v>-2077327</c:v>
                </c:pt>
                <c:pt idx="8897">
                  <c:v>-2095036</c:v>
                </c:pt>
                <c:pt idx="8898">
                  <c:v>-2021596</c:v>
                </c:pt>
                <c:pt idx="8899">
                  <c:v>-2112268</c:v>
                </c:pt>
                <c:pt idx="8900">
                  <c:v>-2079518</c:v>
                </c:pt>
                <c:pt idx="8901">
                  <c:v>-2009191</c:v>
                </c:pt>
                <c:pt idx="8902">
                  <c:v>-1911077</c:v>
                </c:pt>
                <c:pt idx="8903">
                  <c:v>-1966749</c:v>
                </c:pt>
                <c:pt idx="8904">
                  <c:v>-2044889</c:v>
                </c:pt>
                <c:pt idx="8905">
                  <c:v>-1839004</c:v>
                </c:pt>
                <c:pt idx="8906">
                  <c:v>-2137025</c:v>
                </c:pt>
                <c:pt idx="8907">
                  <c:v>-1979158</c:v>
                </c:pt>
                <c:pt idx="8908">
                  <c:v>-2027532</c:v>
                </c:pt>
                <c:pt idx="8909">
                  <c:v>-2206018</c:v>
                </c:pt>
                <c:pt idx="8910">
                  <c:v>-1719602</c:v>
                </c:pt>
                <c:pt idx="8911">
                  <c:v>-2022786</c:v>
                </c:pt>
                <c:pt idx="8912">
                  <c:v>-1927205</c:v>
                </c:pt>
                <c:pt idx="8913">
                  <c:v>-1966049</c:v>
                </c:pt>
                <c:pt idx="8914">
                  <c:v>-2138601</c:v>
                </c:pt>
                <c:pt idx="8915">
                  <c:v>-2270457</c:v>
                </c:pt>
                <c:pt idx="8916">
                  <c:v>-2076542</c:v>
                </c:pt>
                <c:pt idx="8917">
                  <c:v>-2020268</c:v>
                </c:pt>
                <c:pt idx="8918">
                  <c:v>-2156671</c:v>
                </c:pt>
                <c:pt idx="8919">
                  <c:v>-1931945</c:v>
                </c:pt>
                <c:pt idx="8920">
                  <c:v>-2080460</c:v>
                </c:pt>
                <c:pt idx="8921">
                  <c:v>-2019765</c:v>
                </c:pt>
                <c:pt idx="8922">
                  <c:v>-2005937</c:v>
                </c:pt>
                <c:pt idx="8923">
                  <c:v>-1993503</c:v>
                </c:pt>
                <c:pt idx="8924">
                  <c:v>-2048904</c:v>
                </c:pt>
                <c:pt idx="8925">
                  <c:v>-1850510</c:v>
                </c:pt>
                <c:pt idx="8926">
                  <c:v>-2045275</c:v>
                </c:pt>
                <c:pt idx="8927">
                  <c:v>-2026806</c:v>
                </c:pt>
                <c:pt idx="8928">
                  <c:v>-2037771</c:v>
                </c:pt>
                <c:pt idx="8929">
                  <c:v>-1862434</c:v>
                </c:pt>
                <c:pt idx="8930">
                  <c:v>-2076583</c:v>
                </c:pt>
                <c:pt idx="8931">
                  <c:v>-2132297</c:v>
                </c:pt>
                <c:pt idx="8932">
                  <c:v>-1836058</c:v>
                </c:pt>
                <c:pt idx="8933">
                  <c:v>-2085055</c:v>
                </c:pt>
                <c:pt idx="8934">
                  <c:v>-1973481</c:v>
                </c:pt>
                <c:pt idx="8935">
                  <c:v>-2033838</c:v>
                </c:pt>
                <c:pt idx="8936">
                  <c:v>-1984161</c:v>
                </c:pt>
                <c:pt idx="8937">
                  <c:v>-2251838</c:v>
                </c:pt>
                <c:pt idx="8938">
                  <c:v>-2070747</c:v>
                </c:pt>
                <c:pt idx="8939">
                  <c:v>-1946391</c:v>
                </c:pt>
                <c:pt idx="8940">
                  <c:v>-1824940</c:v>
                </c:pt>
                <c:pt idx="8941">
                  <c:v>-1916939</c:v>
                </c:pt>
                <c:pt idx="8942">
                  <c:v>-1854623</c:v>
                </c:pt>
                <c:pt idx="8943">
                  <c:v>-1967683</c:v>
                </c:pt>
                <c:pt idx="8944">
                  <c:v>-1933645</c:v>
                </c:pt>
                <c:pt idx="8945">
                  <c:v>-1692446</c:v>
                </c:pt>
                <c:pt idx="8946">
                  <c:v>-1961314</c:v>
                </c:pt>
                <c:pt idx="8947">
                  <c:v>-2052255</c:v>
                </c:pt>
                <c:pt idx="8948">
                  <c:v>-2286529</c:v>
                </c:pt>
                <c:pt idx="8949">
                  <c:v>-2129239</c:v>
                </c:pt>
                <c:pt idx="8950">
                  <c:v>-1998818</c:v>
                </c:pt>
                <c:pt idx="8951">
                  <c:v>-1999508</c:v>
                </c:pt>
                <c:pt idx="8952">
                  <c:v>-2113160</c:v>
                </c:pt>
                <c:pt idx="8953">
                  <c:v>-2104622</c:v>
                </c:pt>
                <c:pt idx="8954">
                  <c:v>-2063690</c:v>
                </c:pt>
                <c:pt idx="8955">
                  <c:v>-2034079</c:v>
                </c:pt>
                <c:pt idx="8956">
                  <c:v>-2033487</c:v>
                </c:pt>
                <c:pt idx="8957">
                  <c:v>-1936744</c:v>
                </c:pt>
                <c:pt idx="8958">
                  <c:v>-2204730</c:v>
                </c:pt>
                <c:pt idx="8959">
                  <c:v>-1933622</c:v>
                </c:pt>
                <c:pt idx="8960">
                  <c:v>-1783239</c:v>
                </c:pt>
                <c:pt idx="8961">
                  <c:v>-2019573</c:v>
                </c:pt>
                <c:pt idx="8962">
                  <c:v>-1949620</c:v>
                </c:pt>
                <c:pt idx="8963">
                  <c:v>-2211349</c:v>
                </c:pt>
                <c:pt idx="8964">
                  <c:v>-2056683</c:v>
                </c:pt>
                <c:pt idx="8965">
                  <c:v>-1896741</c:v>
                </c:pt>
                <c:pt idx="8966">
                  <c:v>-2129307</c:v>
                </c:pt>
                <c:pt idx="8967">
                  <c:v>-1872258</c:v>
                </c:pt>
                <c:pt idx="8968">
                  <c:v>-2281010</c:v>
                </c:pt>
                <c:pt idx="8969">
                  <c:v>-2055207</c:v>
                </c:pt>
                <c:pt idx="8970">
                  <c:v>-1922874</c:v>
                </c:pt>
                <c:pt idx="8971">
                  <c:v>-1867738</c:v>
                </c:pt>
                <c:pt idx="8972">
                  <c:v>-2062788</c:v>
                </c:pt>
                <c:pt idx="8973">
                  <c:v>-2021847</c:v>
                </c:pt>
                <c:pt idx="8974">
                  <c:v>-1572610</c:v>
                </c:pt>
                <c:pt idx="8975">
                  <c:v>-2076644</c:v>
                </c:pt>
                <c:pt idx="8976">
                  <c:v>-1750323</c:v>
                </c:pt>
                <c:pt idx="8977">
                  <c:v>-2327011</c:v>
                </c:pt>
                <c:pt idx="8978">
                  <c:v>-2017227</c:v>
                </c:pt>
                <c:pt idx="8979">
                  <c:v>-2075425</c:v>
                </c:pt>
                <c:pt idx="8980">
                  <c:v>-2268637</c:v>
                </c:pt>
                <c:pt idx="8981">
                  <c:v>-1866478</c:v>
                </c:pt>
                <c:pt idx="8982">
                  <c:v>-1816797</c:v>
                </c:pt>
                <c:pt idx="8983">
                  <c:v>-2024513</c:v>
                </c:pt>
                <c:pt idx="8984">
                  <c:v>-2008871</c:v>
                </c:pt>
                <c:pt idx="8985">
                  <c:v>-1992557</c:v>
                </c:pt>
                <c:pt idx="8986">
                  <c:v>-2066743</c:v>
                </c:pt>
                <c:pt idx="8987">
                  <c:v>-1849966</c:v>
                </c:pt>
                <c:pt idx="8988">
                  <c:v>-1794249</c:v>
                </c:pt>
                <c:pt idx="8989">
                  <c:v>-2274400</c:v>
                </c:pt>
                <c:pt idx="8990">
                  <c:v>-2031826</c:v>
                </c:pt>
                <c:pt idx="8991">
                  <c:v>-2132956</c:v>
                </c:pt>
                <c:pt idx="8992">
                  <c:v>-2087017</c:v>
                </c:pt>
                <c:pt idx="8993">
                  <c:v>-1892942</c:v>
                </c:pt>
                <c:pt idx="8994">
                  <c:v>-2103459</c:v>
                </c:pt>
                <c:pt idx="8995">
                  <c:v>-2052864</c:v>
                </c:pt>
                <c:pt idx="8996">
                  <c:v>-1954099</c:v>
                </c:pt>
                <c:pt idx="8997">
                  <c:v>-1865369</c:v>
                </c:pt>
                <c:pt idx="8998">
                  <c:v>-1959285</c:v>
                </c:pt>
                <c:pt idx="8999">
                  <c:v>-1835149</c:v>
                </c:pt>
                <c:pt idx="9000">
                  <c:v>-1918044</c:v>
                </c:pt>
                <c:pt idx="9001">
                  <c:v>-2124619</c:v>
                </c:pt>
                <c:pt idx="9002">
                  <c:v>-1851126</c:v>
                </c:pt>
                <c:pt idx="9003">
                  <c:v>-1935870</c:v>
                </c:pt>
                <c:pt idx="9004">
                  <c:v>-1860122</c:v>
                </c:pt>
                <c:pt idx="9005">
                  <c:v>-1941245</c:v>
                </c:pt>
                <c:pt idx="9006">
                  <c:v>-1946904</c:v>
                </c:pt>
                <c:pt idx="9007">
                  <c:v>-2042278</c:v>
                </c:pt>
                <c:pt idx="9008">
                  <c:v>-2121410</c:v>
                </c:pt>
                <c:pt idx="9009">
                  <c:v>-2004885</c:v>
                </c:pt>
                <c:pt idx="9010">
                  <c:v>-1989147</c:v>
                </c:pt>
                <c:pt idx="9011">
                  <c:v>-1950587</c:v>
                </c:pt>
                <c:pt idx="9012">
                  <c:v>-2026233</c:v>
                </c:pt>
                <c:pt idx="9013">
                  <c:v>-1963898</c:v>
                </c:pt>
                <c:pt idx="9014">
                  <c:v>-1878773</c:v>
                </c:pt>
                <c:pt idx="9015">
                  <c:v>-2060526</c:v>
                </c:pt>
                <c:pt idx="9016">
                  <c:v>-1731324</c:v>
                </c:pt>
                <c:pt idx="9017">
                  <c:v>-1858637</c:v>
                </c:pt>
                <c:pt idx="9018">
                  <c:v>-1884242</c:v>
                </c:pt>
                <c:pt idx="9019">
                  <c:v>-1884815</c:v>
                </c:pt>
                <c:pt idx="9020">
                  <c:v>-2184132</c:v>
                </c:pt>
                <c:pt idx="9021">
                  <c:v>-2059483</c:v>
                </c:pt>
                <c:pt idx="9022">
                  <c:v>-2002268</c:v>
                </c:pt>
                <c:pt idx="9023">
                  <c:v>-2116392</c:v>
                </c:pt>
                <c:pt idx="9024">
                  <c:v>-1953502</c:v>
                </c:pt>
                <c:pt idx="9025">
                  <c:v>-1978885</c:v>
                </c:pt>
                <c:pt idx="9026">
                  <c:v>-2138001</c:v>
                </c:pt>
                <c:pt idx="9027">
                  <c:v>-2003515</c:v>
                </c:pt>
                <c:pt idx="9028">
                  <c:v>-2053778</c:v>
                </c:pt>
                <c:pt idx="9029">
                  <c:v>-1944633</c:v>
                </c:pt>
                <c:pt idx="9030">
                  <c:v>-2059215</c:v>
                </c:pt>
                <c:pt idx="9031">
                  <c:v>-2136378</c:v>
                </c:pt>
                <c:pt idx="9032">
                  <c:v>-2055301</c:v>
                </c:pt>
                <c:pt idx="9033">
                  <c:v>-1874881</c:v>
                </c:pt>
                <c:pt idx="9034">
                  <c:v>-2249454</c:v>
                </c:pt>
                <c:pt idx="9035">
                  <c:v>-1878924</c:v>
                </c:pt>
                <c:pt idx="9036">
                  <c:v>-1936912</c:v>
                </c:pt>
                <c:pt idx="9037">
                  <c:v>-1873847</c:v>
                </c:pt>
                <c:pt idx="9038">
                  <c:v>-2096274</c:v>
                </c:pt>
                <c:pt idx="9039">
                  <c:v>-2271691</c:v>
                </c:pt>
                <c:pt idx="9040">
                  <c:v>-2086682</c:v>
                </c:pt>
                <c:pt idx="9041">
                  <c:v>-1883771</c:v>
                </c:pt>
                <c:pt idx="9042">
                  <c:v>-1966409</c:v>
                </c:pt>
                <c:pt idx="9043">
                  <c:v>-1970249</c:v>
                </c:pt>
                <c:pt idx="9044">
                  <c:v>-1862001</c:v>
                </c:pt>
                <c:pt idx="9045">
                  <c:v>-2003480</c:v>
                </c:pt>
                <c:pt idx="9046">
                  <c:v>-1847634</c:v>
                </c:pt>
                <c:pt idx="9047">
                  <c:v>-1955064</c:v>
                </c:pt>
                <c:pt idx="9048">
                  <c:v>-1850967</c:v>
                </c:pt>
                <c:pt idx="9049">
                  <c:v>-2216502</c:v>
                </c:pt>
                <c:pt idx="9050">
                  <c:v>-2077067</c:v>
                </c:pt>
                <c:pt idx="9051">
                  <c:v>-2058944</c:v>
                </c:pt>
                <c:pt idx="9052">
                  <c:v>-1794743</c:v>
                </c:pt>
                <c:pt idx="9053">
                  <c:v>-1828649</c:v>
                </c:pt>
                <c:pt idx="9054">
                  <c:v>-1979656</c:v>
                </c:pt>
                <c:pt idx="9055">
                  <c:v>-1962935</c:v>
                </c:pt>
                <c:pt idx="9056">
                  <c:v>-1987115</c:v>
                </c:pt>
                <c:pt idx="9057">
                  <c:v>-1995279</c:v>
                </c:pt>
                <c:pt idx="9058">
                  <c:v>-2049468</c:v>
                </c:pt>
                <c:pt idx="9059">
                  <c:v>-1889843</c:v>
                </c:pt>
                <c:pt idx="9060">
                  <c:v>-1734130</c:v>
                </c:pt>
                <c:pt idx="9061">
                  <c:v>-1870398</c:v>
                </c:pt>
                <c:pt idx="9062">
                  <c:v>-2121669</c:v>
                </c:pt>
                <c:pt idx="9063">
                  <c:v>-2235456</c:v>
                </c:pt>
                <c:pt idx="9064">
                  <c:v>-2268589</c:v>
                </c:pt>
                <c:pt idx="9065">
                  <c:v>-1862405</c:v>
                </c:pt>
                <c:pt idx="9066">
                  <c:v>-1861075</c:v>
                </c:pt>
                <c:pt idx="9067">
                  <c:v>-2110248</c:v>
                </c:pt>
                <c:pt idx="9068">
                  <c:v>-1917426</c:v>
                </c:pt>
                <c:pt idx="9069">
                  <c:v>-2050166</c:v>
                </c:pt>
                <c:pt idx="9070">
                  <c:v>-1907321</c:v>
                </c:pt>
                <c:pt idx="9071">
                  <c:v>-2063749</c:v>
                </c:pt>
                <c:pt idx="9072">
                  <c:v>-1929210</c:v>
                </c:pt>
                <c:pt idx="9073">
                  <c:v>-1968569</c:v>
                </c:pt>
                <c:pt idx="9074">
                  <c:v>-2021636</c:v>
                </c:pt>
                <c:pt idx="9075">
                  <c:v>-2076750</c:v>
                </c:pt>
                <c:pt idx="9076">
                  <c:v>-2080527</c:v>
                </c:pt>
                <c:pt idx="9077">
                  <c:v>-1793944</c:v>
                </c:pt>
                <c:pt idx="9078">
                  <c:v>-2020760</c:v>
                </c:pt>
                <c:pt idx="9079">
                  <c:v>-1853632</c:v>
                </c:pt>
                <c:pt idx="9080">
                  <c:v>-2078064</c:v>
                </c:pt>
                <c:pt idx="9081">
                  <c:v>-2033113</c:v>
                </c:pt>
                <c:pt idx="9082">
                  <c:v>-2038953</c:v>
                </c:pt>
                <c:pt idx="9083">
                  <c:v>-2274353</c:v>
                </c:pt>
                <c:pt idx="9084">
                  <c:v>-2096952</c:v>
                </c:pt>
                <c:pt idx="9085">
                  <c:v>-2037639</c:v>
                </c:pt>
                <c:pt idx="9086">
                  <c:v>-2015532</c:v>
                </c:pt>
                <c:pt idx="9087">
                  <c:v>-2073291</c:v>
                </c:pt>
                <c:pt idx="9088">
                  <c:v>-2000209</c:v>
                </c:pt>
                <c:pt idx="9089">
                  <c:v>-1931939</c:v>
                </c:pt>
                <c:pt idx="9090">
                  <c:v>-2021964</c:v>
                </c:pt>
                <c:pt idx="9091">
                  <c:v>-2021461</c:v>
                </c:pt>
                <c:pt idx="9092">
                  <c:v>-1985457</c:v>
                </c:pt>
                <c:pt idx="9093">
                  <c:v>-1993211</c:v>
                </c:pt>
                <c:pt idx="9094">
                  <c:v>-1812388</c:v>
                </c:pt>
                <c:pt idx="9095">
                  <c:v>-2048507</c:v>
                </c:pt>
                <c:pt idx="9096">
                  <c:v>-1775708</c:v>
                </c:pt>
                <c:pt idx="9097">
                  <c:v>-1969676</c:v>
                </c:pt>
                <c:pt idx="9098">
                  <c:v>-1966189</c:v>
                </c:pt>
                <c:pt idx="9099">
                  <c:v>-1998386</c:v>
                </c:pt>
                <c:pt idx="9100">
                  <c:v>-1930279</c:v>
                </c:pt>
                <c:pt idx="9101">
                  <c:v>-2065870</c:v>
                </c:pt>
                <c:pt idx="9102">
                  <c:v>-1852948</c:v>
                </c:pt>
                <c:pt idx="9103">
                  <c:v>-1944503</c:v>
                </c:pt>
                <c:pt idx="9104">
                  <c:v>-1979450</c:v>
                </c:pt>
                <c:pt idx="9105">
                  <c:v>-2007380</c:v>
                </c:pt>
                <c:pt idx="9106">
                  <c:v>-2018604</c:v>
                </c:pt>
                <c:pt idx="9107">
                  <c:v>-1887432</c:v>
                </c:pt>
                <c:pt idx="9108">
                  <c:v>-2237533</c:v>
                </c:pt>
                <c:pt idx="9109">
                  <c:v>-2035394</c:v>
                </c:pt>
                <c:pt idx="9110">
                  <c:v>-2064886</c:v>
                </c:pt>
                <c:pt idx="9111">
                  <c:v>-2098892</c:v>
                </c:pt>
                <c:pt idx="9112">
                  <c:v>-2039246</c:v>
                </c:pt>
                <c:pt idx="9113">
                  <c:v>-1934371</c:v>
                </c:pt>
                <c:pt idx="9114">
                  <c:v>-2029591</c:v>
                </c:pt>
                <c:pt idx="9115">
                  <c:v>-1929803</c:v>
                </c:pt>
                <c:pt idx="9116">
                  <c:v>-1893386</c:v>
                </c:pt>
                <c:pt idx="9117">
                  <c:v>-2076821</c:v>
                </c:pt>
                <c:pt idx="9118">
                  <c:v>-1851723</c:v>
                </c:pt>
                <c:pt idx="9119">
                  <c:v>-2275244</c:v>
                </c:pt>
                <c:pt idx="9120">
                  <c:v>-2166760</c:v>
                </c:pt>
                <c:pt idx="9121">
                  <c:v>-1909467</c:v>
                </c:pt>
                <c:pt idx="9122">
                  <c:v>-1902033</c:v>
                </c:pt>
                <c:pt idx="9123">
                  <c:v>-2037572</c:v>
                </c:pt>
                <c:pt idx="9124">
                  <c:v>-1967076</c:v>
                </c:pt>
                <c:pt idx="9125">
                  <c:v>-1966644</c:v>
                </c:pt>
                <c:pt idx="9126">
                  <c:v>-1992382</c:v>
                </c:pt>
                <c:pt idx="9127">
                  <c:v>-1834370</c:v>
                </c:pt>
                <c:pt idx="9128">
                  <c:v>-2051330</c:v>
                </c:pt>
                <c:pt idx="9129">
                  <c:v>-1948955</c:v>
                </c:pt>
                <c:pt idx="9130">
                  <c:v>-2231441</c:v>
                </c:pt>
                <c:pt idx="9131">
                  <c:v>-1891022</c:v>
                </c:pt>
                <c:pt idx="9132">
                  <c:v>-2326054</c:v>
                </c:pt>
                <c:pt idx="9133">
                  <c:v>-1932457</c:v>
                </c:pt>
                <c:pt idx="9134">
                  <c:v>-2067371</c:v>
                </c:pt>
                <c:pt idx="9135">
                  <c:v>-1968021</c:v>
                </c:pt>
                <c:pt idx="9136">
                  <c:v>-1933366</c:v>
                </c:pt>
                <c:pt idx="9137">
                  <c:v>-2194735</c:v>
                </c:pt>
                <c:pt idx="9138">
                  <c:v>-1887919</c:v>
                </c:pt>
                <c:pt idx="9139">
                  <c:v>-2070043</c:v>
                </c:pt>
                <c:pt idx="9140">
                  <c:v>-1883839</c:v>
                </c:pt>
                <c:pt idx="9141">
                  <c:v>-1996727</c:v>
                </c:pt>
                <c:pt idx="9142">
                  <c:v>-1955759</c:v>
                </c:pt>
                <c:pt idx="9143">
                  <c:v>-1939027</c:v>
                </c:pt>
                <c:pt idx="9144">
                  <c:v>-2166588</c:v>
                </c:pt>
                <c:pt idx="9145">
                  <c:v>-2107206</c:v>
                </c:pt>
                <c:pt idx="9146">
                  <c:v>-1524333</c:v>
                </c:pt>
                <c:pt idx="9147">
                  <c:v>-2089302</c:v>
                </c:pt>
                <c:pt idx="9148">
                  <c:v>-1715072</c:v>
                </c:pt>
                <c:pt idx="9149">
                  <c:v>-2018722</c:v>
                </c:pt>
                <c:pt idx="9150">
                  <c:v>-1965586</c:v>
                </c:pt>
                <c:pt idx="9151">
                  <c:v>-2325704</c:v>
                </c:pt>
                <c:pt idx="9152">
                  <c:v>-2113842</c:v>
                </c:pt>
                <c:pt idx="9153">
                  <c:v>-1982492</c:v>
                </c:pt>
                <c:pt idx="9154">
                  <c:v>-2179886</c:v>
                </c:pt>
                <c:pt idx="9155">
                  <c:v>-2223837</c:v>
                </c:pt>
                <c:pt idx="9156">
                  <c:v>-1874730</c:v>
                </c:pt>
                <c:pt idx="9157">
                  <c:v>-2233466</c:v>
                </c:pt>
                <c:pt idx="9158">
                  <c:v>-2020794</c:v>
                </c:pt>
                <c:pt idx="9159">
                  <c:v>-1897756</c:v>
                </c:pt>
                <c:pt idx="9160">
                  <c:v>-1963716</c:v>
                </c:pt>
                <c:pt idx="9161">
                  <c:v>-1926424</c:v>
                </c:pt>
                <c:pt idx="9162">
                  <c:v>-2017100</c:v>
                </c:pt>
                <c:pt idx="9163">
                  <c:v>-2056625</c:v>
                </c:pt>
                <c:pt idx="9164">
                  <c:v>-2322021</c:v>
                </c:pt>
                <c:pt idx="9165">
                  <c:v>-1742381</c:v>
                </c:pt>
                <c:pt idx="9166">
                  <c:v>-2072793</c:v>
                </c:pt>
                <c:pt idx="9167">
                  <c:v>-1841834</c:v>
                </c:pt>
                <c:pt idx="9168">
                  <c:v>-2270543</c:v>
                </c:pt>
                <c:pt idx="9169">
                  <c:v>-1878599</c:v>
                </c:pt>
                <c:pt idx="9170">
                  <c:v>-1917256</c:v>
                </c:pt>
                <c:pt idx="9171">
                  <c:v>-1816260</c:v>
                </c:pt>
                <c:pt idx="9172">
                  <c:v>-1831939</c:v>
                </c:pt>
                <c:pt idx="9173">
                  <c:v>-2240480</c:v>
                </c:pt>
                <c:pt idx="9174">
                  <c:v>-1874342</c:v>
                </c:pt>
                <c:pt idx="9175">
                  <c:v>-1894928</c:v>
                </c:pt>
                <c:pt idx="9176">
                  <c:v>-1989637</c:v>
                </c:pt>
                <c:pt idx="9177">
                  <c:v>-2057620</c:v>
                </c:pt>
                <c:pt idx="9178">
                  <c:v>-1942383</c:v>
                </c:pt>
                <c:pt idx="9179">
                  <c:v>-2026830</c:v>
                </c:pt>
                <c:pt idx="9180">
                  <c:v>-1905464</c:v>
                </c:pt>
                <c:pt idx="9181">
                  <c:v>-2274374</c:v>
                </c:pt>
                <c:pt idx="9182">
                  <c:v>-1875985</c:v>
                </c:pt>
                <c:pt idx="9183">
                  <c:v>-1971218</c:v>
                </c:pt>
                <c:pt idx="9184">
                  <c:v>-1778314</c:v>
                </c:pt>
                <c:pt idx="9185">
                  <c:v>-1940437</c:v>
                </c:pt>
                <c:pt idx="9186">
                  <c:v>-2301942</c:v>
                </c:pt>
                <c:pt idx="9187">
                  <c:v>-1874486</c:v>
                </c:pt>
                <c:pt idx="9188">
                  <c:v>-1892103</c:v>
                </c:pt>
                <c:pt idx="9189">
                  <c:v>-2051723</c:v>
                </c:pt>
                <c:pt idx="9190">
                  <c:v>-1943012</c:v>
                </c:pt>
                <c:pt idx="9191">
                  <c:v>-2173161</c:v>
                </c:pt>
                <c:pt idx="9192">
                  <c:v>-1862432</c:v>
                </c:pt>
                <c:pt idx="9193">
                  <c:v>-1884453</c:v>
                </c:pt>
                <c:pt idx="9194">
                  <c:v>-1896410</c:v>
                </c:pt>
                <c:pt idx="9195">
                  <c:v>-1624822</c:v>
                </c:pt>
                <c:pt idx="9196">
                  <c:v>-1904883</c:v>
                </c:pt>
                <c:pt idx="9197">
                  <c:v>-2013170</c:v>
                </c:pt>
                <c:pt idx="9198">
                  <c:v>-1917170</c:v>
                </c:pt>
                <c:pt idx="9199">
                  <c:v>-2266736</c:v>
                </c:pt>
                <c:pt idx="9200">
                  <c:v>-2152146</c:v>
                </c:pt>
                <c:pt idx="9201">
                  <c:v>-2001634</c:v>
                </c:pt>
                <c:pt idx="9202">
                  <c:v>-1922455</c:v>
                </c:pt>
                <c:pt idx="9203">
                  <c:v>-2312937</c:v>
                </c:pt>
                <c:pt idx="9204">
                  <c:v>-1966073</c:v>
                </c:pt>
                <c:pt idx="9205">
                  <c:v>-1893448</c:v>
                </c:pt>
                <c:pt idx="9206">
                  <c:v>-2014538</c:v>
                </c:pt>
                <c:pt idx="9207">
                  <c:v>-1857203</c:v>
                </c:pt>
                <c:pt idx="9208">
                  <c:v>-2229560</c:v>
                </c:pt>
                <c:pt idx="9209">
                  <c:v>-2184188</c:v>
                </c:pt>
                <c:pt idx="9210">
                  <c:v>-1933680</c:v>
                </c:pt>
                <c:pt idx="9211">
                  <c:v>-1881510</c:v>
                </c:pt>
                <c:pt idx="9212">
                  <c:v>-2024794</c:v>
                </c:pt>
                <c:pt idx="9213">
                  <c:v>-1979807</c:v>
                </c:pt>
                <c:pt idx="9214">
                  <c:v>-1946345</c:v>
                </c:pt>
                <c:pt idx="9215">
                  <c:v>-1846855</c:v>
                </c:pt>
                <c:pt idx="9216">
                  <c:v>-2020244</c:v>
                </c:pt>
                <c:pt idx="9217">
                  <c:v>-1918875</c:v>
                </c:pt>
                <c:pt idx="9218">
                  <c:v>-2066667</c:v>
                </c:pt>
                <c:pt idx="9219">
                  <c:v>-2025215</c:v>
                </c:pt>
                <c:pt idx="9220">
                  <c:v>-1893859</c:v>
                </c:pt>
                <c:pt idx="9221">
                  <c:v>-2145166</c:v>
                </c:pt>
                <c:pt idx="9222">
                  <c:v>-2087559</c:v>
                </c:pt>
                <c:pt idx="9223">
                  <c:v>-2049210</c:v>
                </c:pt>
                <c:pt idx="9224">
                  <c:v>-1999311</c:v>
                </c:pt>
                <c:pt idx="9225">
                  <c:v>-2020899</c:v>
                </c:pt>
                <c:pt idx="9226">
                  <c:v>-2016810</c:v>
                </c:pt>
                <c:pt idx="9227">
                  <c:v>-1836858</c:v>
                </c:pt>
                <c:pt idx="9228">
                  <c:v>-2047969</c:v>
                </c:pt>
                <c:pt idx="9229">
                  <c:v>-1909302</c:v>
                </c:pt>
                <c:pt idx="9230">
                  <c:v>-1717913</c:v>
                </c:pt>
                <c:pt idx="9231">
                  <c:v>-1767509</c:v>
                </c:pt>
                <c:pt idx="9232">
                  <c:v>-2026198</c:v>
                </c:pt>
                <c:pt idx="9233">
                  <c:v>-2198428</c:v>
                </c:pt>
                <c:pt idx="9234">
                  <c:v>-1870468</c:v>
                </c:pt>
                <c:pt idx="9235">
                  <c:v>-2063370</c:v>
                </c:pt>
                <c:pt idx="9236">
                  <c:v>-1961582</c:v>
                </c:pt>
                <c:pt idx="9237">
                  <c:v>-2122478</c:v>
                </c:pt>
                <c:pt idx="9238">
                  <c:v>-1864937</c:v>
                </c:pt>
                <c:pt idx="9239">
                  <c:v>-2088569</c:v>
                </c:pt>
                <c:pt idx="9240">
                  <c:v>-2084785</c:v>
                </c:pt>
                <c:pt idx="9241">
                  <c:v>-2018724</c:v>
                </c:pt>
                <c:pt idx="9242">
                  <c:v>-2073901</c:v>
                </c:pt>
                <c:pt idx="9243">
                  <c:v>-2026514</c:v>
                </c:pt>
                <c:pt idx="9244">
                  <c:v>-2041388</c:v>
                </c:pt>
                <c:pt idx="9245">
                  <c:v>-1704966</c:v>
                </c:pt>
                <c:pt idx="9246">
                  <c:v>-2120588</c:v>
                </c:pt>
                <c:pt idx="9247">
                  <c:v>-2077865</c:v>
                </c:pt>
                <c:pt idx="9248">
                  <c:v>-2299823</c:v>
                </c:pt>
                <c:pt idx="9249">
                  <c:v>-1791704</c:v>
                </c:pt>
                <c:pt idx="9250">
                  <c:v>-1804178</c:v>
                </c:pt>
                <c:pt idx="9251">
                  <c:v>-2040393</c:v>
                </c:pt>
                <c:pt idx="9252">
                  <c:v>-2022490</c:v>
                </c:pt>
                <c:pt idx="9253">
                  <c:v>-1817386</c:v>
                </c:pt>
                <c:pt idx="9254">
                  <c:v>-1854936</c:v>
                </c:pt>
                <c:pt idx="9255">
                  <c:v>-1981243</c:v>
                </c:pt>
                <c:pt idx="9256">
                  <c:v>-2027668</c:v>
                </c:pt>
                <c:pt idx="9257">
                  <c:v>-1793317</c:v>
                </c:pt>
                <c:pt idx="9258">
                  <c:v>-1803102</c:v>
                </c:pt>
                <c:pt idx="9259">
                  <c:v>-2033136</c:v>
                </c:pt>
                <c:pt idx="9260">
                  <c:v>-2127617</c:v>
                </c:pt>
                <c:pt idx="9261">
                  <c:v>-2025508</c:v>
                </c:pt>
                <c:pt idx="9262">
                  <c:v>-1886861</c:v>
                </c:pt>
                <c:pt idx="9263">
                  <c:v>-1925447</c:v>
                </c:pt>
                <c:pt idx="9264">
                  <c:v>-2060948</c:v>
                </c:pt>
                <c:pt idx="9265">
                  <c:v>-2041361</c:v>
                </c:pt>
                <c:pt idx="9266">
                  <c:v>-1945133</c:v>
                </c:pt>
                <c:pt idx="9267">
                  <c:v>-1885567</c:v>
                </c:pt>
                <c:pt idx="9268">
                  <c:v>-2077219</c:v>
                </c:pt>
                <c:pt idx="9269">
                  <c:v>-1998900</c:v>
                </c:pt>
                <c:pt idx="9270">
                  <c:v>-2056449</c:v>
                </c:pt>
                <c:pt idx="9271">
                  <c:v>-1990473</c:v>
                </c:pt>
                <c:pt idx="9272">
                  <c:v>-2090570</c:v>
                </c:pt>
                <c:pt idx="9273">
                  <c:v>-1872864</c:v>
                </c:pt>
                <c:pt idx="9274">
                  <c:v>-2004719</c:v>
                </c:pt>
                <c:pt idx="9275">
                  <c:v>-2081728</c:v>
                </c:pt>
                <c:pt idx="9276">
                  <c:v>-1940052</c:v>
                </c:pt>
                <c:pt idx="9277">
                  <c:v>-1939563</c:v>
                </c:pt>
                <c:pt idx="9278">
                  <c:v>-1962206</c:v>
                </c:pt>
                <c:pt idx="9279">
                  <c:v>-1947154</c:v>
                </c:pt>
                <c:pt idx="9280">
                  <c:v>-2020443</c:v>
                </c:pt>
                <c:pt idx="9281">
                  <c:v>-2062507</c:v>
                </c:pt>
                <c:pt idx="9282">
                  <c:v>-1780808</c:v>
                </c:pt>
                <c:pt idx="9283">
                  <c:v>-2056964</c:v>
                </c:pt>
                <c:pt idx="9284">
                  <c:v>-1931618</c:v>
                </c:pt>
                <c:pt idx="9285">
                  <c:v>-1722633</c:v>
                </c:pt>
                <c:pt idx="9286">
                  <c:v>-1907750</c:v>
                </c:pt>
                <c:pt idx="9287">
                  <c:v>-1709754</c:v>
                </c:pt>
                <c:pt idx="9288">
                  <c:v>-1897254</c:v>
                </c:pt>
                <c:pt idx="9289">
                  <c:v>-1836400</c:v>
                </c:pt>
                <c:pt idx="9290">
                  <c:v>-1792946</c:v>
                </c:pt>
                <c:pt idx="9291">
                  <c:v>-2222885</c:v>
                </c:pt>
                <c:pt idx="9292">
                  <c:v>-2103260</c:v>
                </c:pt>
                <c:pt idx="9293">
                  <c:v>-1916599</c:v>
                </c:pt>
                <c:pt idx="9294">
                  <c:v>-1826056</c:v>
                </c:pt>
                <c:pt idx="9295">
                  <c:v>-2034372</c:v>
                </c:pt>
                <c:pt idx="9296">
                  <c:v>-2074715</c:v>
                </c:pt>
                <c:pt idx="9297">
                  <c:v>-2053426</c:v>
                </c:pt>
                <c:pt idx="9298">
                  <c:v>-1748453</c:v>
                </c:pt>
                <c:pt idx="9299">
                  <c:v>-1948151</c:v>
                </c:pt>
                <c:pt idx="9300">
                  <c:v>-2052899</c:v>
                </c:pt>
                <c:pt idx="9301">
                  <c:v>-1837096</c:v>
                </c:pt>
                <c:pt idx="9302">
                  <c:v>-1998982</c:v>
                </c:pt>
                <c:pt idx="9303">
                  <c:v>-2094924</c:v>
                </c:pt>
                <c:pt idx="9304">
                  <c:v>-2004579</c:v>
                </c:pt>
                <c:pt idx="9305">
                  <c:v>-2272810</c:v>
                </c:pt>
                <c:pt idx="9306">
                  <c:v>-1890910</c:v>
                </c:pt>
                <c:pt idx="9307">
                  <c:v>-2075811</c:v>
                </c:pt>
                <c:pt idx="9308">
                  <c:v>-1938153</c:v>
                </c:pt>
                <c:pt idx="9309">
                  <c:v>-2025777</c:v>
                </c:pt>
                <c:pt idx="9310">
                  <c:v>-2239852</c:v>
                </c:pt>
                <c:pt idx="9311">
                  <c:v>-2003527</c:v>
                </c:pt>
                <c:pt idx="9312">
                  <c:v>-2011054</c:v>
                </c:pt>
                <c:pt idx="9313">
                  <c:v>-2123726</c:v>
                </c:pt>
                <c:pt idx="9314">
                  <c:v>-1991773</c:v>
                </c:pt>
                <c:pt idx="9315">
                  <c:v>-2076821</c:v>
                </c:pt>
                <c:pt idx="9316">
                  <c:v>-2042816</c:v>
                </c:pt>
                <c:pt idx="9317">
                  <c:v>-2022724</c:v>
                </c:pt>
                <c:pt idx="9318">
                  <c:v>-2014850</c:v>
                </c:pt>
                <c:pt idx="9319">
                  <c:v>-1862386</c:v>
                </c:pt>
                <c:pt idx="9320">
                  <c:v>-2227868</c:v>
                </c:pt>
                <c:pt idx="9321">
                  <c:v>-1968103</c:v>
                </c:pt>
                <c:pt idx="9322">
                  <c:v>-1875125</c:v>
                </c:pt>
                <c:pt idx="9323">
                  <c:v>-1861491</c:v>
                </c:pt>
                <c:pt idx="9324">
                  <c:v>-1947300</c:v>
                </c:pt>
                <c:pt idx="9325">
                  <c:v>-1988948</c:v>
                </c:pt>
                <c:pt idx="9326">
                  <c:v>-2044163</c:v>
                </c:pt>
                <c:pt idx="9327">
                  <c:v>-2239818</c:v>
                </c:pt>
                <c:pt idx="9328">
                  <c:v>-2023683</c:v>
                </c:pt>
                <c:pt idx="9329">
                  <c:v>-1842799</c:v>
                </c:pt>
                <c:pt idx="9330">
                  <c:v>-2040007</c:v>
                </c:pt>
                <c:pt idx="9331">
                  <c:v>-2038356</c:v>
                </c:pt>
                <c:pt idx="9332">
                  <c:v>-2046075</c:v>
                </c:pt>
                <c:pt idx="9333">
                  <c:v>-2034693</c:v>
                </c:pt>
                <c:pt idx="9334">
                  <c:v>-2005081</c:v>
                </c:pt>
                <c:pt idx="9335">
                  <c:v>-1866507</c:v>
                </c:pt>
                <c:pt idx="9336">
                  <c:v>-2318339</c:v>
                </c:pt>
                <c:pt idx="9337">
                  <c:v>-2111211</c:v>
                </c:pt>
                <c:pt idx="9338">
                  <c:v>-1848055</c:v>
                </c:pt>
                <c:pt idx="9339">
                  <c:v>-1792855</c:v>
                </c:pt>
                <c:pt idx="9340">
                  <c:v>-2304040</c:v>
                </c:pt>
                <c:pt idx="9341">
                  <c:v>-2196283</c:v>
                </c:pt>
                <c:pt idx="9342">
                  <c:v>-1971941</c:v>
                </c:pt>
                <c:pt idx="9343">
                  <c:v>-2133273</c:v>
                </c:pt>
                <c:pt idx="9344">
                  <c:v>-1941800</c:v>
                </c:pt>
                <c:pt idx="9345">
                  <c:v>-2042290</c:v>
                </c:pt>
                <c:pt idx="9346">
                  <c:v>-1988714</c:v>
                </c:pt>
                <c:pt idx="9347">
                  <c:v>-1922905</c:v>
                </c:pt>
                <c:pt idx="9348">
                  <c:v>-1852194</c:v>
                </c:pt>
                <c:pt idx="9349">
                  <c:v>-1984663</c:v>
                </c:pt>
                <c:pt idx="9350">
                  <c:v>-2060233</c:v>
                </c:pt>
                <c:pt idx="9351">
                  <c:v>-2039445</c:v>
                </c:pt>
                <c:pt idx="9352">
                  <c:v>-1935998</c:v>
                </c:pt>
                <c:pt idx="9353">
                  <c:v>-1948501</c:v>
                </c:pt>
                <c:pt idx="9354">
                  <c:v>-2313554</c:v>
                </c:pt>
                <c:pt idx="9355">
                  <c:v>-2095488</c:v>
                </c:pt>
                <c:pt idx="9356">
                  <c:v>-1937000</c:v>
                </c:pt>
                <c:pt idx="9357">
                  <c:v>-1968569</c:v>
                </c:pt>
                <c:pt idx="9358">
                  <c:v>-2238547</c:v>
                </c:pt>
                <c:pt idx="9359">
                  <c:v>-1881151</c:v>
                </c:pt>
                <c:pt idx="9360">
                  <c:v>-1917360</c:v>
                </c:pt>
                <c:pt idx="9361">
                  <c:v>-1870084</c:v>
                </c:pt>
                <c:pt idx="9362">
                  <c:v>-1948920</c:v>
                </c:pt>
                <c:pt idx="9363">
                  <c:v>-2166713</c:v>
                </c:pt>
                <c:pt idx="9364">
                  <c:v>-1967531</c:v>
                </c:pt>
                <c:pt idx="9365">
                  <c:v>-2002614</c:v>
                </c:pt>
                <c:pt idx="9366">
                  <c:v>-2035512</c:v>
                </c:pt>
                <c:pt idx="9367">
                  <c:v>-2245473</c:v>
                </c:pt>
                <c:pt idx="9368">
                  <c:v>-1947683</c:v>
                </c:pt>
                <c:pt idx="9369">
                  <c:v>-2030492</c:v>
                </c:pt>
                <c:pt idx="9370">
                  <c:v>-2014503</c:v>
                </c:pt>
                <c:pt idx="9371">
                  <c:v>-2276129</c:v>
                </c:pt>
                <c:pt idx="9372">
                  <c:v>-1990478</c:v>
                </c:pt>
                <c:pt idx="9373">
                  <c:v>-1798250</c:v>
                </c:pt>
                <c:pt idx="9374">
                  <c:v>-1715640</c:v>
                </c:pt>
                <c:pt idx="9375">
                  <c:v>-1583469</c:v>
                </c:pt>
                <c:pt idx="9376">
                  <c:v>-2032329</c:v>
                </c:pt>
                <c:pt idx="9377">
                  <c:v>-2024011</c:v>
                </c:pt>
                <c:pt idx="9378">
                  <c:v>-1969682</c:v>
                </c:pt>
                <c:pt idx="9379">
                  <c:v>-1973551</c:v>
                </c:pt>
                <c:pt idx="9380">
                  <c:v>-2319551</c:v>
                </c:pt>
                <c:pt idx="9381">
                  <c:v>-1985383</c:v>
                </c:pt>
                <c:pt idx="9382">
                  <c:v>-1862645</c:v>
                </c:pt>
                <c:pt idx="9383">
                  <c:v>-2022759</c:v>
                </c:pt>
                <c:pt idx="9384">
                  <c:v>-2018011</c:v>
                </c:pt>
                <c:pt idx="9385">
                  <c:v>-1960055</c:v>
                </c:pt>
                <c:pt idx="9386">
                  <c:v>-2118625</c:v>
                </c:pt>
                <c:pt idx="9387">
                  <c:v>-1912371</c:v>
                </c:pt>
                <c:pt idx="9388">
                  <c:v>-2025542</c:v>
                </c:pt>
                <c:pt idx="9389">
                  <c:v>-2144531</c:v>
                </c:pt>
                <c:pt idx="9390">
                  <c:v>-2032715</c:v>
                </c:pt>
                <c:pt idx="9391">
                  <c:v>-1745159</c:v>
                </c:pt>
                <c:pt idx="9392">
                  <c:v>-1878452</c:v>
                </c:pt>
                <c:pt idx="9393">
                  <c:v>-1915138</c:v>
                </c:pt>
                <c:pt idx="9394">
                  <c:v>-2068648</c:v>
                </c:pt>
                <c:pt idx="9395">
                  <c:v>-2031826</c:v>
                </c:pt>
                <c:pt idx="9396">
                  <c:v>-1889360</c:v>
                </c:pt>
                <c:pt idx="9397">
                  <c:v>-2019297</c:v>
                </c:pt>
                <c:pt idx="9398">
                  <c:v>-1953816</c:v>
                </c:pt>
                <c:pt idx="9399">
                  <c:v>-2304087</c:v>
                </c:pt>
                <c:pt idx="9400">
                  <c:v>-1880063</c:v>
                </c:pt>
                <c:pt idx="9401">
                  <c:v>-2231162</c:v>
                </c:pt>
                <c:pt idx="9402">
                  <c:v>-2005864</c:v>
                </c:pt>
                <c:pt idx="9403">
                  <c:v>-1972804</c:v>
                </c:pt>
                <c:pt idx="9404">
                  <c:v>-2127264</c:v>
                </c:pt>
                <c:pt idx="9405">
                  <c:v>-2140072</c:v>
                </c:pt>
                <c:pt idx="9406">
                  <c:v>-1960986</c:v>
                </c:pt>
                <c:pt idx="9407">
                  <c:v>-2134915</c:v>
                </c:pt>
                <c:pt idx="9408">
                  <c:v>-2247290</c:v>
                </c:pt>
                <c:pt idx="9409">
                  <c:v>-1849688</c:v>
                </c:pt>
                <c:pt idx="9410">
                  <c:v>-1862866</c:v>
                </c:pt>
                <c:pt idx="9411">
                  <c:v>-1973559</c:v>
                </c:pt>
                <c:pt idx="9412">
                  <c:v>-1971416</c:v>
                </c:pt>
                <c:pt idx="9413">
                  <c:v>-1910675</c:v>
                </c:pt>
                <c:pt idx="9414">
                  <c:v>-2019894</c:v>
                </c:pt>
                <c:pt idx="9415">
                  <c:v>-2056273</c:v>
                </c:pt>
                <c:pt idx="9416">
                  <c:v>-2013205</c:v>
                </c:pt>
                <c:pt idx="9417">
                  <c:v>-2093832</c:v>
                </c:pt>
                <c:pt idx="9418">
                  <c:v>-1849305</c:v>
                </c:pt>
                <c:pt idx="9419">
                  <c:v>-1963343</c:v>
                </c:pt>
                <c:pt idx="9420">
                  <c:v>-1832196</c:v>
                </c:pt>
                <c:pt idx="9421">
                  <c:v>-2120188</c:v>
                </c:pt>
                <c:pt idx="9422">
                  <c:v>-1920803</c:v>
                </c:pt>
                <c:pt idx="9423">
                  <c:v>-1747342</c:v>
                </c:pt>
                <c:pt idx="9424">
                  <c:v>-2033593</c:v>
                </c:pt>
                <c:pt idx="9425">
                  <c:v>-2020010</c:v>
                </c:pt>
                <c:pt idx="9426">
                  <c:v>-1959296</c:v>
                </c:pt>
                <c:pt idx="9427">
                  <c:v>-2124643</c:v>
                </c:pt>
                <c:pt idx="9428">
                  <c:v>-1995489</c:v>
                </c:pt>
                <c:pt idx="9429">
                  <c:v>-1962017</c:v>
                </c:pt>
                <c:pt idx="9430">
                  <c:v>-1890929</c:v>
                </c:pt>
                <c:pt idx="9431">
                  <c:v>-1850851</c:v>
                </c:pt>
                <c:pt idx="9432">
                  <c:v>-1917244</c:v>
                </c:pt>
                <c:pt idx="9433">
                  <c:v>-2046815</c:v>
                </c:pt>
                <c:pt idx="9434">
                  <c:v>-1897158</c:v>
                </c:pt>
                <c:pt idx="9435">
                  <c:v>-2077403</c:v>
                </c:pt>
                <c:pt idx="9436">
                  <c:v>-1848980</c:v>
                </c:pt>
                <c:pt idx="9437">
                  <c:v>-2047968</c:v>
                </c:pt>
                <c:pt idx="9438">
                  <c:v>-2047875</c:v>
                </c:pt>
                <c:pt idx="9439">
                  <c:v>-2131697</c:v>
                </c:pt>
                <c:pt idx="9440">
                  <c:v>-1884334</c:v>
                </c:pt>
                <c:pt idx="9441">
                  <c:v>-1951969</c:v>
                </c:pt>
                <c:pt idx="9442">
                  <c:v>-1958608</c:v>
                </c:pt>
                <c:pt idx="9443">
                  <c:v>-2099101</c:v>
                </c:pt>
                <c:pt idx="9444">
                  <c:v>-2027309</c:v>
                </c:pt>
                <c:pt idx="9445">
                  <c:v>-2094313</c:v>
                </c:pt>
                <c:pt idx="9446">
                  <c:v>-1914086</c:v>
                </c:pt>
                <c:pt idx="9447">
                  <c:v>-1947318</c:v>
                </c:pt>
                <c:pt idx="9448">
                  <c:v>-1967648</c:v>
                </c:pt>
                <c:pt idx="9449">
                  <c:v>-2181751</c:v>
                </c:pt>
                <c:pt idx="9450">
                  <c:v>-2028444</c:v>
                </c:pt>
                <c:pt idx="9451">
                  <c:v>-1723152</c:v>
                </c:pt>
                <c:pt idx="9452">
                  <c:v>-1964215</c:v>
                </c:pt>
                <c:pt idx="9453">
                  <c:v>-1821612</c:v>
                </c:pt>
                <c:pt idx="9454">
                  <c:v>-2074815</c:v>
                </c:pt>
                <c:pt idx="9455">
                  <c:v>-2134579</c:v>
                </c:pt>
                <c:pt idx="9456">
                  <c:v>-1853397</c:v>
                </c:pt>
                <c:pt idx="9457">
                  <c:v>-1980414</c:v>
                </c:pt>
                <c:pt idx="9458">
                  <c:v>-1870920</c:v>
                </c:pt>
                <c:pt idx="9459">
                  <c:v>-2048814</c:v>
                </c:pt>
                <c:pt idx="9460">
                  <c:v>-2253967</c:v>
                </c:pt>
                <c:pt idx="9461">
                  <c:v>-2066421</c:v>
                </c:pt>
                <c:pt idx="9462">
                  <c:v>-2042749</c:v>
                </c:pt>
                <c:pt idx="9463">
                  <c:v>-2068191</c:v>
                </c:pt>
                <c:pt idx="9464">
                  <c:v>-2214471</c:v>
                </c:pt>
                <c:pt idx="9465">
                  <c:v>-1970226</c:v>
                </c:pt>
                <c:pt idx="9466">
                  <c:v>-2154617</c:v>
                </c:pt>
                <c:pt idx="9467">
                  <c:v>-1739880</c:v>
                </c:pt>
                <c:pt idx="9468">
                  <c:v>-2136260</c:v>
                </c:pt>
                <c:pt idx="9469">
                  <c:v>-1875569</c:v>
                </c:pt>
                <c:pt idx="9470">
                  <c:v>-1841850</c:v>
                </c:pt>
                <c:pt idx="9471">
                  <c:v>-1900836</c:v>
                </c:pt>
                <c:pt idx="9472">
                  <c:v>-1859101</c:v>
                </c:pt>
                <c:pt idx="9473">
                  <c:v>-2144484</c:v>
                </c:pt>
                <c:pt idx="9474">
                  <c:v>-2132003</c:v>
                </c:pt>
                <c:pt idx="9475">
                  <c:v>-1866902</c:v>
                </c:pt>
                <c:pt idx="9476">
                  <c:v>-1934256</c:v>
                </c:pt>
                <c:pt idx="9477">
                  <c:v>-1778106</c:v>
                </c:pt>
                <c:pt idx="9478">
                  <c:v>-1978815</c:v>
                </c:pt>
                <c:pt idx="9479">
                  <c:v>-2044011</c:v>
                </c:pt>
                <c:pt idx="9480">
                  <c:v>-1985807</c:v>
                </c:pt>
                <c:pt idx="9481">
                  <c:v>-1742160</c:v>
                </c:pt>
                <c:pt idx="9482">
                  <c:v>-2089678</c:v>
                </c:pt>
                <c:pt idx="9483">
                  <c:v>-2317211</c:v>
                </c:pt>
                <c:pt idx="9484">
                  <c:v>-1906558</c:v>
                </c:pt>
                <c:pt idx="9485">
                  <c:v>-1867567</c:v>
                </c:pt>
                <c:pt idx="9486">
                  <c:v>-1859379</c:v>
                </c:pt>
                <c:pt idx="9487">
                  <c:v>-1754510</c:v>
                </c:pt>
                <c:pt idx="9488">
                  <c:v>-1962064</c:v>
                </c:pt>
                <c:pt idx="9489">
                  <c:v>-1972583</c:v>
                </c:pt>
                <c:pt idx="9490">
                  <c:v>-2013638</c:v>
                </c:pt>
                <c:pt idx="9491">
                  <c:v>-2272957</c:v>
                </c:pt>
                <c:pt idx="9492">
                  <c:v>-1742437</c:v>
                </c:pt>
                <c:pt idx="9493">
                  <c:v>-1817560</c:v>
                </c:pt>
                <c:pt idx="9494">
                  <c:v>-1847404</c:v>
                </c:pt>
                <c:pt idx="9495">
                  <c:v>-2083671</c:v>
                </c:pt>
                <c:pt idx="9496">
                  <c:v>-2081735</c:v>
                </c:pt>
                <c:pt idx="9497">
                  <c:v>-1929976</c:v>
                </c:pt>
                <c:pt idx="9498">
                  <c:v>-2080703</c:v>
                </c:pt>
                <c:pt idx="9499">
                  <c:v>-2010673</c:v>
                </c:pt>
                <c:pt idx="9500">
                  <c:v>-2228287</c:v>
                </c:pt>
                <c:pt idx="9501">
                  <c:v>-1978231</c:v>
                </c:pt>
                <c:pt idx="9502">
                  <c:v>-2247720</c:v>
                </c:pt>
                <c:pt idx="9503">
                  <c:v>-2107041</c:v>
                </c:pt>
                <c:pt idx="9504">
                  <c:v>-1998310</c:v>
                </c:pt>
                <c:pt idx="9505">
                  <c:v>-2044748</c:v>
                </c:pt>
                <c:pt idx="9506">
                  <c:v>-2101017</c:v>
                </c:pt>
                <c:pt idx="9507">
                  <c:v>-2241629</c:v>
                </c:pt>
                <c:pt idx="9508">
                  <c:v>-1944558</c:v>
                </c:pt>
                <c:pt idx="9509">
                  <c:v>-2158456</c:v>
                </c:pt>
                <c:pt idx="9510">
                  <c:v>-2038958</c:v>
                </c:pt>
                <c:pt idx="9511">
                  <c:v>-2150015</c:v>
                </c:pt>
                <c:pt idx="9512">
                  <c:v>-1837099</c:v>
                </c:pt>
                <c:pt idx="9513">
                  <c:v>-2077368</c:v>
                </c:pt>
                <c:pt idx="9514">
                  <c:v>-1945319</c:v>
                </c:pt>
                <c:pt idx="9515">
                  <c:v>-2068332</c:v>
                </c:pt>
                <c:pt idx="9516">
                  <c:v>-1793317</c:v>
                </c:pt>
                <c:pt idx="9517">
                  <c:v>-2082720</c:v>
                </c:pt>
                <c:pt idx="9518">
                  <c:v>-1962206</c:v>
                </c:pt>
                <c:pt idx="9519">
                  <c:v>-1969740</c:v>
                </c:pt>
                <c:pt idx="9520">
                  <c:v>-1948186</c:v>
                </c:pt>
                <c:pt idx="9521">
                  <c:v>-1844375</c:v>
                </c:pt>
                <c:pt idx="9522">
                  <c:v>-1887728</c:v>
                </c:pt>
                <c:pt idx="9523">
                  <c:v>-1970744</c:v>
                </c:pt>
                <c:pt idx="9524">
                  <c:v>-2022665</c:v>
                </c:pt>
                <c:pt idx="9525">
                  <c:v>-2191845</c:v>
                </c:pt>
                <c:pt idx="9526">
                  <c:v>-2127123</c:v>
                </c:pt>
                <c:pt idx="9527">
                  <c:v>-1960858</c:v>
                </c:pt>
                <c:pt idx="9528">
                  <c:v>-1989392</c:v>
                </c:pt>
                <c:pt idx="9529">
                  <c:v>-1975341</c:v>
                </c:pt>
                <c:pt idx="9530">
                  <c:v>-2322805</c:v>
                </c:pt>
                <c:pt idx="9531">
                  <c:v>-2078657</c:v>
                </c:pt>
                <c:pt idx="9532">
                  <c:v>-2058323</c:v>
                </c:pt>
                <c:pt idx="9533">
                  <c:v>-1879965</c:v>
                </c:pt>
                <c:pt idx="9534">
                  <c:v>-2023999</c:v>
                </c:pt>
                <c:pt idx="9535">
                  <c:v>-1729414</c:v>
                </c:pt>
                <c:pt idx="9536">
                  <c:v>-2085055</c:v>
                </c:pt>
                <c:pt idx="9537">
                  <c:v>-1973120</c:v>
                </c:pt>
                <c:pt idx="9538">
                  <c:v>-1942615</c:v>
                </c:pt>
                <c:pt idx="9539">
                  <c:v>-1932108</c:v>
                </c:pt>
                <c:pt idx="9540">
                  <c:v>-1840767</c:v>
                </c:pt>
                <c:pt idx="9541">
                  <c:v>-1936883</c:v>
                </c:pt>
                <c:pt idx="9542">
                  <c:v>-1990478</c:v>
                </c:pt>
                <c:pt idx="9543">
                  <c:v>-2056144</c:v>
                </c:pt>
                <c:pt idx="9544">
                  <c:v>-1904930</c:v>
                </c:pt>
                <c:pt idx="9545">
                  <c:v>-1715684</c:v>
                </c:pt>
                <c:pt idx="9546">
                  <c:v>-2282908</c:v>
                </c:pt>
                <c:pt idx="9547">
                  <c:v>-2257329</c:v>
                </c:pt>
                <c:pt idx="9548">
                  <c:v>-1907175</c:v>
                </c:pt>
                <c:pt idx="9549">
                  <c:v>-1810196</c:v>
                </c:pt>
                <c:pt idx="9550">
                  <c:v>-2292871</c:v>
                </c:pt>
                <c:pt idx="9551">
                  <c:v>-1848865</c:v>
                </c:pt>
                <c:pt idx="9552">
                  <c:v>-2049362</c:v>
                </c:pt>
                <c:pt idx="9553">
                  <c:v>-2146885</c:v>
                </c:pt>
                <c:pt idx="9554">
                  <c:v>-1809881</c:v>
                </c:pt>
                <c:pt idx="9555">
                  <c:v>-1988633</c:v>
                </c:pt>
                <c:pt idx="9556">
                  <c:v>-1863420</c:v>
                </c:pt>
                <c:pt idx="9557">
                  <c:v>-2004661</c:v>
                </c:pt>
                <c:pt idx="9558">
                  <c:v>-2021596</c:v>
                </c:pt>
                <c:pt idx="9559">
                  <c:v>-2075733</c:v>
                </c:pt>
                <c:pt idx="9560">
                  <c:v>-1992343</c:v>
                </c:pt>
                <c:pt idx="9561">
                  <c:v>-1965104</c:v>
                </c:pt>
                <c:pt idx="9562">
                  <c:v>-1923305</c:v>
                </c:pt>
                <c:pt idx="9563">
                  <c:v>-1970704</c:v>
                </c:pt>
                <c:pt idx="9564">
                  <c:v>-1825026</c:v>
                </c:pt>
                <c:pt idx="9565">
                  <c:v>-1890641</c:v>
                </c:pt>
                <c:pt idx="9566">
                  <c:v>-2159069</c:v>
                </c:pt>
                <c:pt idx="9567">
                  <c:v>-1849910</c:v>
                </c:pt>
                <c:pt idx="9568">
                  <c:v>-2065730</c:v>
                </c:pt>
                <c:pt idx="9569">
                  <c:v>-1995942</c:v>
                </c:pt>
                <c:pt idx="9570">
                  <c:v>-1785033</c:v>
                </c:pt>
                <c:pt idx="9571">
                  <c:v>-1931642</c:v>
                </c:pt>
                <c:pt idx="9572">
                  <c:v>-1905133</c:v>
                </c:pt>
                <c:pt idx="9573">
                  <c:v>-2081465</c:v>
                </c:pt>
                <c:pt idx="9574">
                  <c:v>-2026619</c:v>
                </c:pt>
                <c:pt idx="9575">
                  <c:v>-1827710</c:v>
                </c:pt>
                <c:pt idx="9576">
                  <c:v>-2041230</c:v>
                </c:pt>
                <c:pt idx="9577">
                  <c:v>-1927776</c:v>
                </c:pt>
                <c:pt idx="9578">
                  <c:v>-1863891</c:v>
                </c:pt>
                <c:pt idx="9579">
                  <c:v>-2082040</c:v>
                </c:pt>
                <c:pt idx="9580">
                  <c:v>-2032434</c:v>
                </c:pt>
                <c:pt idx="9581">
                  <c:v>-1994578</c:v>
                </c:pt>
                <c:pt idx="9582">
                  <c:v>-1823363</c:v>
                </c:pt>
                <c:pt idx="9583">
                  <c:v>-2078626</c:v>
                </c:pt>
                <c:pt idx="9584">
                  <c:v>-2005011</c:v>
                </c:pt>
                <c:pt idx="9585">
                  <c:v>-1973640</c:v>
                </c:pt>
                <c:pt idx="9586">
                  <c:v>-1951993</c:v>
                </c:pt>
                <c:pt idx="9587">
                  <c:v>-2095934</c:v>
                </c:pt>
                <c:pt idx="9588">
                  <c:v>-2055640</c:v>
                </c:pt>
                <c:pt idx="9589">
                  <c:v>-2153653</c:v>
                </c:pt>
                <c:pt idx="9590">
                  <c:v>-1868427</c:v>
                </c:pt>
                <c:pt idx="9591">
                  <c:v>-2072711</c:v>
                </c:pt>
                <c:pt idx="9592">
                  <c:v>-2048648</c:v>
                </c:pt>
                <c:pt idx="9593">
                  <c:v>-1899367</c:v>
                </c:pt>
                <c:pt idx="9594">
                  <c:v>-1942872</c:v>
                </c:pt>
                <c:pt idx="9595">
                  <c:v>-1848644</c:v>
                </c:pt>
                <c:pt idx="9596">
                  <c:v>-1909630</c:v>
                </c:pt>
                <c:pt idx="9597">
                  <c:v>-1854782</c:v>
                </c:pt>
                <c:pt idx="9598">
                  <c:v>-1892968</c:v>
                </c:pt>
                <c:pt idx="9599">
                  <c:v>-1741370</c:v>
                </c:pt>
                <c:pt idx="9600">
                  <c:v>-1755650</c:v>
                </c:pt>
                <c:pt idx="9601">
                  <c:v>-1896604</c:v>
                </c:pt>
                <c:pt idx="9602">
                  <c:v>-2005640</c:v>
                </c:pt>
                <c:pt idx="9603">
                  <c:v>-2100923</c:v>
                </c:pt>
                <c:pt idx="9604">
                  <c:v>-2090112</c:v>
                </c:pt>
                <c:pt idx="9605">
                  <c:v>-2051400</c:v>
                </c:pt>
                <c:pt idx="9606">
                  <c:v>-2304723</c:v>
                </c:pt>
                <c:pt idx="9607">
                  <c:v>-2070923</c:v>
                </c:pt>
                <c:pt idx="9608">
                  <c:v>-2317033</c:v>
                </c:pt>
                <c:pt idx="9609">
                  <c:v>-2133214</c:v>
                </c:pt>
                <c:pt idx="9610">
                  <c:v>-2077169</c:v>
                </c:pt>
                <c:pt idx="9611">
                  <c:v>-2021895</c:v>
                </c:pt>
                <c:pt idx="9612">
                  <c:v>-1840152</c:v>
                </c:pt>
                <c:pt idx="9613">
                  <c:v>-1747215</c:v>
                </c:pt>
                <c:pt idx="9614">
                  <c:v>-2228695</c:v>
                </c:pt>
                <c:pt idx="9615">
                  <c:v>-2249128</c:v>
                </c:pt>
                <c:pt idx="9616">
                  <c:v>-2053491</c:v>
                </c:pt>
                <c:pt idx="9617">
                  <c:v>-1853079</c:v>
                </c:pt>
                <c:pt idx="9618">
                  <c:v>-1836696</c:v>
                </c:pt>
                <c:pt idx="9619">
                  <c:v>-1937035</c:v>
                </c:pt>
                <c:pt idx="9620">
                  <c:v>-1843922</c:v>
                </c:pt>
                <c:pt idx="9621">
                  <c:v>-2135602</c:v>
                </c:pt>
                <c:pt idx="9622">
                  <c:v>-2043490</c:v>
                </c:pt>
                <c:pt idx="9623">
                  <c:v>-1975699</c:v>
                </c:pt>
                <c:pt idx="9624">
                  <c:v>-2126352</c:v>
                </c:pt>
                <c:pt idx="9625">
                  <c:v>-2064991</c:v>
                </c:pt>
                <c:pt idx="9626">
                  <c:v>-2085747</c:v>
                </c:pt>
                <c:pt idx="9627">
                  <c:v>-2015228</c:v>
                </c:pt>
                <c:pt idx="9628">
                  <c:v>-2107417</c:v>
                </c:pt>
                <c:pt idx="9629">
                  <c:v>-2022911</c:v>
                </c:pt>
                <c:pt idx="9630">
                  <c:v>-2020268</c:v>
                </c:pt>
                <c:pt idx="9631">
                  <c:v>-2090699</c:v>
                </c:pt>
                <c:pt idx="9632">
                  <c:v>-1884089</c:v>
                </c:pt>
                <c:pt idx="9633">
                  <c:v>-2156113</c:v>
                </c:pt>
                <c:pt idx="9634">
                  <c:v>-1796368</c:v>
                </c:pt>
                <c:pt idx="9635">
                  <c:v>-2042770</c:v>
                </c:pt>
                <c:pt idx="9636">
                  <c:v>-2009967</c:v>
                </c:pt>
                <c:pt idx="9637">
                  <c:v>-1967053</c:v>
                </c:pt>
                <c:pt idx="9638">
                  <c:v>-2026104</c:v>
                </c:pt>
                <c:pt idx="9639">
                  <c:v>-1734088</c:v>
                </c:pt>
                <c:pt idx="9640">
                  <c:v>-1763249</c:v>
                </c:pt>
                <c:pt idx="9641">
                  <c:v>-2116921</c:v>
                </c:pt>
                <c:pt idx="9642">
                  <c:v>-2024958</c:v>
                </c:pt>
                <c:pt idx="9643">
                  <c:v>-1984149</c:v>
                </c:pt>
                <c:pt idx="9644">
                  <c:v>-2320917</c:v>
                </c:pt>
                <c:pt idx="9645">
                  <c:v>-1828521</c:v>
                </c:pt>
                <c:pt idx="9646">
                  <c:v>-1850020</c:v>
                </c:pt>
                <c:pt idx="9647">
                  <c:v>-2023531</c:v>
                </c:pt>
                <c:pt idx="9648">
                  <c:v>-2020911</c:v>
                </c:pt>
                <c:pt idx="9649">
                  <c:v>-2068566</c:v>
                </c:pt>
                <c:pt idx="9650">
                  <c:v>-1756945</c:v>
                </c:pt>
                <c:pt idx="9651">
                  <c:v>-1961326</c:v>
                </c:pt>
                <c:pt idx="9652">
                  <c:v>-2269096</c:v>
                </c:pt>
                <c:pt idx="9653">
                  <c:v>-1934961</c:v>
                </c:pt>
                <c:pt idx="9654">
                  <c:v>-2044690</c:v>
                </c:pt>
                <c:pt idx="9655">
                  <c:v>-1926607</c:v>
                </c:pt>
                <c:pt idx="9656">
                  <c:v>-1923435</c:v>
                </c:pt>
                <c:pt idx="9657">
                  <c:v>-1910841</c:v>
                </c:pt>
                <c:pt idx="9658">
                  <c:v>-1919661</c:v>
                </c:pt>
                <c:pt idx="9659">
                  <c:v>-2072541</c:v>
                </c:pt>
                <c:pt idx="9660">
                  <c:v>-1798011</c:v>
                </c:pt>
                <c:pt idx="9661">
                  <c:v>-1967908</c:v>
                </c:pt>
                <c:pt idx="9662">
                  <c:v>-2247224</c:v>
                </c:pt>
                <c:pt idx="9663">
                  <c:v>-1881170</c:v>
                </c:pt>
                <c:pt idx="9664">
                  <c:v>-1970984</c:v>
                </c:pt>
                <c:pt idx="9665">
                  <c:v>-2130286</c:v>
                </c:pt>
                <c:pt idx="9666">
                  <c:v>-2183071</c:v>
                </c:pt>
                <c:pt idx="9667">
                  <c:v>-1935784</c:v>
                </c:pt>
                <c:pt idx="9668">
                  <c:v>-1991751</c:v>
                </c:pt>
                <c:pt idx="9669">
                  <c:v>-1977426</c:v>
                </c:pt>
                <c:pt idx="9670">
                  <c:v>-2024044</c:v>
                </c:pt>
                <c:pt idx="9671">
                  <c:v>-1946554</c:v>
                </c:pt>
                <c:pt idx="9672">
                  <c:v>-2051622</c:v>
                </c:pt>
                <c:pt idx="9673">
                  <c:v>-2284658</c:v>
                </c:pt>
                <c:pt idx="9674">
                  <c:v>-1882813</c:v>
                </c:pt>
                <c:pt idx="9675">
                  <c:v>-1891377</c:v>
                </c:pt>
                <c:pt idx="9676">
                  <c:v>-2069552</c:v>
                </c:pt>
                <c:pt idx="9677">
                  <c:v>-1963308</c:v>
                </c:pt>
                <c:pt idx="9678">
                  <c:v>-2235480</c:v>
                </c:pt>
                <c:pt idx="9679">
                  <c:v>-1816380</c:v>
                </c:pt>
                <c:pt idx="9680">
                  <c:v>-2019633</c:v>
                </c:pt>
                <c:pt idx="9681">
                  <c:v>-2029684</c:v>
                </c:pt>
                <c:pt idx="9682">
                  <c:v>-1878172</c:v>
                </c:pt>
                <c:pt idx="9683">
                  <c:v>-2027393</c:v>
                </c:pt>
                <c:pt idx="9684">
                  <c:v>-2019991</c:v>
                </c:pt>
                <c:pt idx="9685">
                  <c:v>-2038034</c:v>
                </c:pt>
                <c:pt idx="9686">
                  <c:v>-1908234</c:v>
                </c:pt>
                <c:pt idx="9687">
                  <c:v>-2023720</c:v>
                </c:pt>
                <c:pt idx="9688">
                  <c:v>-2021706</c:v>
                </c:pt>
                <c:pt idx="9689">
                  <c:v>-2009191</c:v>
                </c:pt>
                <c:pt idx="9690">
                  <c:v>-1933727</c:v>
                </c:pt>
                <c:pt idx="9691">
                  <c:v>-1888244</c:v>
                </c:pt>
                <c:pt idx="9692">
                  <c:v>-1985609</c:v>
                </c:pt>
                <c:pt idx="9693">
                  <c:v>-2152274</c:v>
                </c:pt>
                <c:pt idx="9694">
                  <c:v>-2032235</c:v>
                </c:pt>
                <c:pt idx="9695">
                  <c:v>-1984395</c:v>
                </c:pt>
                <c:pt idx="9696">
                  <c:v>-1765069</c:v>
                </c:pt>
                <c:pt idx="9697">
                  <c:v>-2120373</c:v>
                </c:pt>
                <c:pt idx="9698">
                  <c:v>-1833207</c:v>
                </c:pt>
                <c:pt idx="9699">
                  <c:v>-2024139</c:v>
                </c:pt>
                <c:pt idx="9700">
                  <c:v>-1914878</c:v>
                </c:pt>
                <c:pt idx="9701">
                  <c:v>-2167373</c:v>
                </c:pt>
                <c:pt idx="9702">
                  <c:v>-2133167</c:v>
                </c:pt>
                <c:pt idx="9703">
                  <c:v>-2326922</c:v>
                </c:pt>
                <c:pt idx="9704">
                  <c:v>-2040373</c:v>
                </c:pt>
                <c:pt idx="9705">
                  <c:v>-2040334</c:v>
                </c:pt>
                <c:pt idx="9706">
                  <c:v>-1706514</c:v>
                </c:pt>
                <c:pt idx="9707">
                  <c:v>-1915436</c:v>
                </c:pt>
                <c:pt idx="9708">
                  <c:v>-1977321</c:v>
                </c:pt>
                <c:pt idx="9709">
                  <c:v>-1992989</c:v>
                </c:pt>
                <c:pt idx="9710">
                  <c:v>-1984056</c:v>
                </c:pt>
                <c:pt idx="9711">
                  <c:v>-1792946</c:v>
                </c:pt>
                <c:pt idx="9712">
                  <c:v>-2058347</c:v>
                </c:pt>
                <c:pt idx="9713">
                  <c:v>-1827849</c:v>
                </c:pt>
                <c:pt idx="9714">
                  <c:v>-2031297</c:v>
                </c:pt>
                <c:pt idx="9715">
                  <c:v>-1836531</c:v>
                </c:pt>
                <c:pt idx="9716">
                  <c:v>-1758331</c:v>
                </c:pt>
                <c:pt idx="9717">
                  <c:v>-1963121</c:v>
                </c:pt>
                <c:pt idx="9718">
                  <c:v>-1742590</c:v>
                </c:pt>
                <c:pt idx="9719">
                  <c:v>-1837294</c:v>
                </c:pt>
                <c:pt idx="9720">
                  <c:v>-2004592</c:v>
                </c:pt>
                <c:pt idx="9721">
                  <c:v>-1974438</c:v>
                </c:pt>
                <c:pt idx="9722">
                  <c:v>-1964323</c:v>
                </c:pt>
                <c:pt idx="9723">
                  <c:v>-2070911</c:v>
                </c:pt>
                <c:pt idx="9724">
                  <c:v>-1946776</c:v>
                </c:pt>
                <c:pt idx="9725">
                  <c:v>-1926576</c:v>
                </c:pt>
                <c:pt idx="9726">
                  <c:v>-1993258</c:v>
                </c:pt>
                <c:pt idx="9727">
                  <c:v>-1998877</c:v>
                </c:pt>
                <c:pt idx="9728">
                  <c:v>-1979970</c:v>
                </c:pt>
                <c:pt idx="9729">
                  <c:v>-1845343</c:v>
                </c:pt>
                <c:pt idx="9730">
                  <c:v>-1882221</c:v>
                </c:pt>
                <c:pt idx="9731">
                  <c:v>-2038356</c:v>
                </c:pt>
                <c:pt idx="9732">
                  <c:v>-1996493</c:v>
                </c:pt>
                <c:pt idx="9733">
                  <c:v>-2033651</c:v>
                </c:pt>
                <c:pt idx="9734">
                  <c:v>-2139731</c:v>
                </c:pt>
                <c:pt idx="9735">
                  <c:v>-2021554</c:v>
                </c:pt>
                <c:pt idx="9736">
                  <c:v>-2023180</c:v>
                </c:pt>
                <c:pt idx="9737">
                  <c:v>-1977192</c:v>
                </c:pt>
                <c:pt idx="9738">
                  <c:v>-1820454</c:v>
                </c:pt>
                <c:pt idx="9739">
                  <c:v>-1903255</c:v>
                </c:pt>
                <c:pt idx="9740">
                  <c:v>-1930372</c:v>
                </c:pt>
                <c:pt idx="9741">
                  <c:v>-2037276</c:v>
                </c:pt>
                <c:pt idx="9742">
                  <c:v>-1968392</c:v>
                </c:pt>
                <c:pt idx="9743">
                  <c:v>-2208980</c:v>
                </c:pt>
                <c:pt idx="9744">
                  <c:v>-2033429</c:v>
                </c:pt>
                <c:pt idx="9745">
                  <c:v>-2059413</c:v>
                </c:pt>
                <c:pt idx="9746">
                  <c:v>-2039281</c:v>
                </c:pt>
                <c:pt idx="9747">
                  <c:v>-1936068</c:v>
                </c:pt>
                <c:pt idx="9748">
                  <c:v>-1988972</c:v>
                </c:pt>
                <c:pt idx="9749">
                  <c:v>-2269917</c:v>
                </c:pt>
                <c:pt idx="9750">
                  <c:v>-2253297</c:v>
                </c:pt>
                <c:pt idx="9751">
                  <c:v>-1916158</c:v>
                </c:pt>
                <c:pt idx="9752">
                  <c:v>-1914563</c:v>
                </c:pt>
                <c:pt idx="9753">
                  <c:v>-2181401</c:v>
                </c:pt>
                <c:pt idx="9754">
                  <c:v>-2097953</c:v>
                </c:pt>
                <c:pt idx="9755">
                  <c:v>-1875536</c:v>
                </c:pt>
                <c:pt idx="9756">
                  <c:v>-2088064</c:v>
                </c:pt>
                <c:pt idx="9757">
                  <c:v>-1880926</c:v>
                </c:pt>
                <c:pt idx="9758">
                  <c:v>-2022556</c:v>
                </c:pt>
                <c:pt idx="9759">
                  <c:v>-1947801</c:v>
                </c:pt>
                <c:pt idx="9760">
                  <c:v>-2327248</c:v>
                </c:pt>
                <c:pt idx="9761">
                  <c:v>-1913539</c:v>
                </c:pt>
                <c:pt idx="9762">
                  <c:v>-2121669</c:v>
                </c:pt>
                <c:pt idx="9763">
                  <c:v>-1967998</c:v>
                </c:pt>
                <c:pt idx="9764">
                  <c:v>-1792775</c:v>
                </c:pt>
                <c:pt idx="9765">
                  <c:v>-2103518</c:v>
                </c:pt>
                <c:pt idx="9766">
                  <c:v>-1932282</c:v>
                </c:pt>
                <c:pt idx="9767">
                  <c:v>-1949835</c:v>
                </c:pt>
                <c:pt idx="9768">
                  <c:v>-2100876</c:v>
                </c:pt>
                <c:pt idx="9769">
                  <c:v>-1788377</c:v>
                </c:pt>
                <c:pt idx="9770">
                  <c:v>-2012083</c:v>
                </c:pt>
                <c:pt idx="9771">
                  <c:v>-2239406</c:v>
                </c:pt>
                <c:pt idx="9772">
                  <c:v>-1915962</c:v>
                </c:pt>
                <c:pt idx="9773">
                  <c:v>-1848317</c:v>
                </c:pt>
                <c:pt idx="9774">
                  <c:v>-1872743</c:v>
                </c:pt>
                <c:pt idx="9775">
                  <c:v>-2190736</c:v>
                </c:pt>
                <c:pt idx="9776">
                  <c:v>-1948484</c:v>
                </c:pt>
                <c:pt idx="9777">
                  <c:v>-2033968</c:v>
                </c:pt>
                <c:pt idx="9778">
                  <c:v>-1895719</c:v>
                </c:pt>
                <c:pt idx="9779">
                  <c:v>-2245215</c:v>
                </c:pt>
                <c:pt idx="9780">
                  <c:v>-2076316</c:v>
                </c:pt>
                <c:pt idx="9781">
                  <c:v>-1947498</c:v>
                </c:pt>
                <c:pt idx="9782">
                  <c:v>-2029603</c:v>
                </c:pt>
                <c:pt idx="9783">
                  <c:v>-2062858</c:v>
                </c:pt>
                <c:pt idx="9784">
                  <c:v>-2008202</c:v>
                </c:pt>
                <c:pt idx="9785">
                  <c:v>-1994554</c:v>
                </c:pt>
                <c:pt idx="9786">
                  <c:v>-1968103</c:v>
                </c:pt>
                <c:pt idx="9787">
                  <c:v>-2095193</c:v>
                </c:pt>
                <c:pt idx="9788">
                  <c:v>-2047395</c:v>
                </c:pt>
                <c:pt idx="9789">
                  <c:v>-2065987</c:v>
                </c:pt>
                <c:pt idx="9790">
                  <c:v>-1930092</c:v>
                </c:pt>
                <c:pt idx="9791">
                  <c:v>-1909397</c:v>
                </c:pt>
                <c:pt idx="9792">
                  <c:v>-1980085</c:v>
                </c:pt>
                <c:pt idx="9793">
                  <c:v>-2270792</c:v>
                </c:pt>
                <c:pt idx="9794">
                  <c:v>-1863636</c:v>
                </c:pt>
                <c:pt idx="9795">
                  <c:v>-2034974</c:v>
                </c:pt>
                <c:pt idx="9796">
                  <c:v>-2120917</c:v>
                </c:pt>
                <c:pt idx="9797">
                  <c:v>-1967635</c:v>
                </c:pt>
                <c:pt idx="9798">
                  <c:v>-2195891</c:v>
                </c:pt>
                <c:pt idx="9799">
                  <c:v>-1904941</c:v>
                </c:pt>
                <c:pt idx="9800">
                  <c:v>-1933366</c:v>
                </c:pt>
                <c:pt idx="9801">
                  <c:v>-1968079</c:v>
                </c:pt>
                <c:pt idx="9802">
                  <c:v>-1887281</c:v>
                </c:pt>
                <c:pt idx="9803">
                  <c:v>-2001611</c:v>
                </c:pt>
                <c:pt idx="9804">
                  <c:v>-2037069</c:v>
                </c:pt>
                <c:pt idx="9805">
                  <c:v>-2043179</c:v>
                </c:pt>
                <c:pt idx="9806">
                  <c:v>-1758058</c:v>
                </c:pt>
                <c:pt idx="9807">
                  <c:v>-2052899</c:v>
                </c:pt>
                <c:pt idx="9808">
                  <c:v>-2174772</c:v>
                </c:pt>
                <c:pt idx="9809">
                  <c:v>-1933785</c:v>
                </c:pt>
                <c:pt idx="9810">
                  <c:v>-2280662</c:v>
                </c:pt>
                <c:pt idx="9811">
                  <c:v>-2065390</c:v>
                </c:pt>
                <c:pt idx="9812">
                  <c:v>-2074560</c:v>
                </c:pt>
                <c:pt idx="9813">
                  <c:v>-1930186</c:v>
                </c:pt>
                <c:pt idx="9814">
                  <c:v>-2134598</c:v>
                </c:pt>
                <c:pt idx="9815">
                  <c:v>-1834516</c:v>
                </c:pt>
                <c:pt idx="9816">
                  <c:v>-1874480</c:v>
                </c:pt>
                <c:pt idx="9817">
                  <c:v>-1862931</c:v>
                </c:pt>
                <c:pt idx="9818">
                  <c:v>-1990053</c:v>
                </c:pt>
                <c:pt idx="9819">
                  <c:v>-1968861</c:v>
                </c:pt>
                <c:pt idx="9820">
                  <c:v>-1904216</c:v>
                </c:pt>
                <c:pt idx="9821">
                  <c:v>-2200777</c:v>
                </c:pt>
                <c:pt idx="9822">
                  <c:v>-1714448</c:v>
                </c:pt>
                <c:pt idx="9823">
                  <c:v>-1992020</c:v>
                </c:pt>
                <c:pt idx="9824">
                  <c:v>-1850781</c:v>
                </c:pt>
                <c:pt idx="9825">
                  <c:v>-1859541</c:v>
                </c:pt>
                <c:pt idx="9826">
                  <c:v>-2053768</c:v>
                </c:pt>
                <c:pt idx="9827">
                  <c:v>-1962550</c:v>
                </c:pt>
                <c:pt idx="9828">
                  <c:v>-2068437</c:v>
                </c:pt>
                <c:pt idx="9829">
                  <c:v>-1760875</c:v>
                </c:pt>
                <c:pt idx="9830">
                  <c:v>-2281160</c:v>
                </c:pt>
                <c:pt idx="9831">
                  <c:v>-2035336</c:v>
                </c:pt>
                <c:pt idx="9832">
                  <c:v>-2089208</c:v>
                </c:pt>
                <c:pt idx="9833">
                  <c:v>-1991051</c:v>
                </c:pt>
                <c:pt idx="9834">
                  <c:v>-1869729</c:v>
                </c:pt>
                <c:pt idx="9835">
                  <c:v>-1829564</c:v>
                </c:pt>
                <c:pt idx="9836">
                  <c:v>-1966971</c:v>
                </c:pt>
                <c:pt idx="9837">
                  <c:v>-2049530</c:v>
                </c:pt>
                <c:pt idx="9838">
                  <c:v>-1923606</c:v>
                </c:pt>
                <c:pt idx="9839">
                  <c:v>-1770983</c:v>
                </c:pt>
                <c:pt idx="9840">
                  <c:v>-2142354</c:v>
                </c:pt>
                <c:pt idx="9841">
                  <c:v>-1782891</c:v>
                </c:pt>
                <c:pt idx="9842">
                  <c:v>-1929417</c:v>
                </c:pt>
                <c:pt idx="9843">
                  <c:v>-1916495</c:v>
                </c:pt>
                <c:pt idx="9844">
                  <c:v>-2087366</c:v>
                </c:pt>
                <c:pt idx="9845">
                  <c:v>-1875787</c:v>
                </c:pt>
                <c:pt idx="9846">
                  <c:v>-1972769</c:v>
                </c:pt>
                <c:pt idx="9847">
                  <c:v>-2300581</c:v>
                </c:pt>
                <c:pt idx="9848">
                  <c:v>-2074135</c:v>
                </c:pt>
                <c:pt idx="9849">
                  <c:v>-2052634</c:v>
                </c:pt>
                <c:pt idx="9850">
                  <c:v>-2196694</c:v>
                </c:pt>
                <c:pt idx="9851">
                  <c:v>-2130745</c:v>
                </c:pt>
                <c:pt idx="9852">
                  <c:v>-1797465</c:v>
                </c:pt>
                <c:pt idx="9853">
                  <c:v>-2075630</c:v>
                </c:pt>
                <c:pt idx="9854">
                  <c:v>-1964603</c:v>
                </c:pt>
                <c:pt idx="9855">
                  <c:v>-2214557</c:v>
                </c:pt>
                <c:pt idx="9856">
                  <c:v>-1923537</c:v>
                </c:pt>
                <c:pt idx="9857">
                  <c:v>-2116909</c:v>
                </c:pt>
                <c:pt idx="9858">
                  <c:v>-2307109</c:v>
                </c:pt>
                <c:pt idx="9859">
                  <c:v>-2207870</c:v>
                </c:pt>
                <c:pt idx="9860">
                  <c:v>-1898197</c:v>
                </c:pt>
                <c:pt idx="9861">
                  <c:v>-2241274</c:v>
                </c:pt>
                <c:pt idx="9862">
                  <c:v>-1961197</c:v>
                </c:pt>
                <c:pt idx="9863">
                  <c:v>-1989929</c:v>
                </c:pt>
                <c:pt idx="9864">
                  <c:v>-1978091</c:v>
                </c:pt>
                <c:pt idx="9865">
                  <c:v>-1814473</c:v>
                </c:pt>
                <c:pt idx="9866">
                  <c:v>-1990198</c:v>
                </c:pt>
                <c:pt idx="9867">
                  <c:v>-1954574</c:v>
                </c:pt>
                <c:pt idx="9868">
                  <c:v>-1971869</c:v>
                </c:pt>
                <c:pt idx="9869">
                  <c:v>-1899974</c:v>
                </c:pt>
                <c:pt idx="9870">
                  <c:v>-2143943</c:v>
                </c:pt>
                <c:pt idx="9871">
                  <c:v>-2111751</c:v>
                </c:pt>
                <c:pt idx="9872">
                  <c:v>-2231848</c:v>
                </c:pt>
                <c:pt idx="9873">
                  <c:v>-2098903</c:v>
                </c:pt>
                <c:pt idx="9874">
                  <c:v>-1858446</c:v>
                </c:pt>
                <c:pt idx="9875">
                  <c:v>-1946345</c:v>
                </c:pt>
                <c:pt idx="9876">
                  <c:v>-2187941</c:v>
                </c:pt>
                <c:pt idx="9877">
                  <c:v>-2084559</c:v>
                </c:pt>
                <c:pt idx="9878">
                  <c:v>-1969001</c:v>
                </c:pt>
                <c:pt idx="9879">
                  <c:v>-2249933</c:v>
                </c:pt>
                <c:pt idx="9880">
                  <c:v>-1895816</c:v>
                </c:pt>
                <c:pt idx="9881">
                  <c:v>-2236213</c:v>
                </c:pt>
                <c:pt idx="9882">
                  <c:v>-2124843</c:v>
                </c:pt>
                <c:pt idx="9883">
                  <c:v>-2031636</c:v>
                </c:pt>
                <c:pt idx="9884">
                  <c:v>-1882596</c:v>
                </c:pt>
                <c:pt idx="9885">
                  <c:v>-1931397</c:v>
                </c:pt>
                <c:pt idx="9886">
                  <c:v>-2061686</c:v>
                </c:pt>
                <c:pt idx="9887">
                  <c:v>-1978178</c:v>
                </c:pt>
                <c:pt idx="9888">
                  <c:v>-2019336</c:v>
                </c:pt>
                <c:pt idx="9889">
                  <c:v>-1937408</c:v>
                </c:pt>
                <c:pt idx="9890">
                  <c:v>-2083577</c:v>
                </c:pt>
                <c:pt idx="9891">
                  <c:v>-2063468</c:v>
                </c:pt>
                <c:pt idx="9892">
                  <c:v>-1990642</c:v>
                </c:pt>
                <c:pt idx="9893">
                  <c:v>-2039222</c:v>
                </c:pt>
                <c:pt idx="9894">
                  <c:v>-2066148</c:v>
                </c:pt>
                <c:pt idx="9895">
                  <c:v>-1955302</c:v>
                </c:pt>
                <c:pt idx="9896">
                  <c:v>-1926320</c:v>
                </c:pt>
                <c:pt idx="9897">
                  <c:v>-2051376</c:v>
                </c:pt>
                <c:pt idx="9898">
                  <c:v>-2013521</c:v>
                </c:pt>
                <c:pt idx="9899">
                  <c:v>-2034388</c:v>
                </c:pt>
                <c:pt idx="9900">
                  <c:v>-2201167</c:v>
                </c:pt>
                <c:pt idx="9901">
                  <c:v>-2083237</c:v>
                </c:pt>
                <c:pt idx="9902">
                  <c:v>-1862426</c:v>
                </c:pt>
                <c:pt idx="9903">
                  <c:v>-1987001</c:v>
                </c:pt>
                <c:pt idx="9904">
                  <c:v>-1943271</c:v>
                </c:pt>
                <c:pt idx="9905">
                  <c:v>-2047465</c:v>
                </c:pt>
                <c:pt idx="9906">
                  <c:v>-2207729</c:v>
                </c:pt>
                <c:pt idx="9907">
                  <c:v>-2207705</c:v>
                </c:pt>
                <c:pt idx="9908">
                  <c:v>-2157620</c:v>
                </c:pt>
                <c:pt idx="9909">
                  <c:v>-1991004</c:v>
                </c:pt>
                <c:pt idx="9910">
                  <c:v>-1960455</c:v>
                </c:pt>
                <c:pt idx="9911">
                  <c:v>-1969584</c:v>
                </c:pt>
                <c:pt idx="9912">
                  <c:v>-1957337</c:v>
                </c:pt>
                <c:pt idx="9913">
                  <c:v>-1990441</c:v>
                </c:pt>
                <c:pt idx="9914">
                  <c:v>-1991027</c:v>
                </c:pt>
                <c:pt idx="9915">
                  <c:v>-1937211</c:v>
                </c:pt>
                <c:pt idx="9916">
                  <c:v>-1867509</c:v>
                </c:pt>
                <c:pt idx="9917">
                  <c:v>-1846496</c:v>
                </c:pt>
                <c:pt idx="9918">
                  <c:v>-2070653</c:v>
                </c:pt>
                <c:pt idx="9919">
                  <c:v>-1998129</c:v>
                </c:pt>
                <c:pt idx="9920">
                  <c:v>-1858222</c:v>
                </c:pt>
                <c:pt idx="9921">
                  <c:v>-1968079</c:v>
                </c:pt>
                <c:pt idx="9922">
                  <c:v>-2144143</c:v>
                </c:pt>
                <c:pt idx="9923">
                  <c:v>-2034377</c:v>
                </c:pt>
                <c:pt idx="9924">
                  <c:v>-1862864</c:v>
                </c:pt>
                <c:pt idx="9925">
                  <c:v>-1699879</c:v>
                </c:pt>
                <c:pt idx="9926">
                  <c:v>-2005759</c:v>
                </c:pt>
                <c:pt idx="9927">
                  <c:v>-1954399</c:v>
                </c:pt>
                <c:pt idx="9928">
                  <c:v>-2080715</c:v>
                </c:pt>
                <c:pt idx="9929">
                  <c:v>-2139707</c:v>
                </c:pt>
                <c:pt idx="9930">
                  <c:v>-1843454</c:v>
                </c:pt>
                <c:pt idx="9931">
                  <c:v>-2085257</c:v>
                </c:pt>
                <c:pt idx="9932">
                  <c:v>-2032996</c:v>
                </c:pt>
                <c:pt idx="9933">
                  <c:v>-2082520</c:v>
                </c:pt>
                <c:pt idx="9934">
                  <c:v>-2241357</c:v>
                </c:pt>
                <c:pt idx="9935">
                  <c:v>-1841061</c:v>
                </c:pt>
                <c:pt idx="9936">
                  <c:v>-1928696</c:v>
                </c:pt>
                <c:pt idx="9937">
                  <c:v>-2063011</c:v>
                </c:pt>
                <c:pt idx="9938">
                  <c:v>-2062225</c:v>
                </c:pt>
                <c:pt idx="9939">
                  <c:v>-2029006</c:v>
                </c:pt>
                <c:pt idx="9940">
                  <c:v>-1882833</c:v>
                </c:pt>
                <c:pt idx="9941">
                  <c:v>-1874509</c:v>
                </c:pt>
                <c:pt idx="9942">
                  <c:v>-2009640</c:v>
                </c:pt>
                <c:pt idx="9943">
                  <c:v>-1897693</c:v>
                </c:pt>
                <c:pt idx="9944">
                  <c:v>-2054094</c:v>
                </c:pt>
                <c:pt idx="9945">
                  <c:v>-2103858</c:v>
                </c:pt>
                <c:pt idx="9946">
                  <c:v>-1837622</c:v>
                </c:pt>
                <c:pt idx="9947">
                  <c:v>-1957701</c:v>
                </c:pt>
                <c:pt idx="9948">
                  <c:v>-1976371</c:v>
                </c:pt>
                <c:pt idx="9949">
                  <c:v>-1716921</c:v>
                </c:pt>
                <c:pt idx="9950">
                  <c:v>-2102672</c:v>
                </c:pt>
                <c:pt idx="9951">
                  <c:v>-1837709</c:v>
                </c:pt>
                <c:pt idx="9952">
                  <c:v>-2077630</c:v>
                </c:pt>
                <c:pt idx="9953">
                  <c:v>-2041918</c:v>
                </c:pt>
                <c:pt idx="9954">
                  <c:v>-2011235</c:v>
                </c:pt>
                <c:pt idx="9955">
                  <c:v>-2029450</c:v>
                </c:pt>
                <c:pt idx="9956">
                  <c:v>-2202330</c:v>
                </c:pt>
                <c:pt idx="9957">
                  <c:v>-1968453</c:v>
                </c:pt>
                <c:pt idx="9958">
                  <c:v>-2077981</c:v>
                </c:pt>
                <c:pt idx="9959">
                  <c:v>-2036320</c:v>
                </c:pt>
                <c:pt idx="9960">
                  <c:v>-1924618</c:v>
                </c:pt>
                <c:pt idx="9961">
                  <c:v>-2036154</c:v>
                </c:pt>
                <c:pt idx="9962">
                  <c:v>-1983414</c:v>
                </c:pt>
                <c:pt idx="9963">
                  <c:v>-1892351</c:v>
                </c:pt>
                <c:pt idx="9964">
                  <c:v>-1843098</c:v>
                </c:pt>
                <c:pt idx="9965">
                  <c:v>-1973213</c:v>
                </c:pt>
                <c:pt idx="9966">
                  <c:v>-2063948</c:v>
                </c:pt>
                <c:pt idx="9967">
                  <c:v>-2147635</c:v>
                </c:pt>
                <c:pt idx="9968">
                  <c:v>-2124102</c:v>
                </c:pt>
                <c:pt idx="9969">
                  <c:v>-2031662</c:v>
                </c:pt>
                <c:pt idx="9970">
                  <c:v>-1823508</c:v>
                </c:pt>
                <c:pt idx="9971">
                  <c:v>-1931956</c:v>
                </c:pt>
                <c:pt idx="9972">
                  <c:v>-1904860</c:v>
                </c:pt>
                <c:pt idx="9973">
                  <c:v>-1801258</c:v>
                </c:pt>
                <c:pt idx="9974">
                  <c:v>-1901216</c:v>
                </c:pt>
                <c:pt idx="9975">
                  <c:v>-1980344</c:v>
                </c:pt>
                <c:pt idx="9976">
                  <c:v>-1866856</c:v>
                </c:pt>
                <c:pt idx="9977">
                  <c:v>-1836386</c:v>
                </c:pt>
                <c:pt idx="9978">
                  <c:v>-2066234</c:v>
                </c:pt>
                <c:pt idx="9979">
                  <c:v>-2099120</c:v>
                </c:pt>
                <c:pt idx="9980">
                  <c:v>-2027579</c:v>
                </c:pt>
                <c:pt idx="9981">
                  <c:v>-2018894</c:v>
                </c:pt>
                <c:pt idx="9982">
                  <c:v>-1851011</c:v>
                </c:pt>
                <c:pt idx="9983">
                  <c:v>-1877654</c:v>
                </c:pt>
                <c:pt idx="9984">
                  <c:v>-2019508</c:v>
                </c:pt>
                <c:pt idx="9985">
                  <c:v>-2026502</c:v>
                </c:pt>
                <c:pt idx="9986">
                  <c:v>-1862429</c:v>
                </c:pt>
                <c:pt idx="9987">
                  <c:v>-1720803</c:v>
                </c:pt>
                <c:pt idx="9988">
                  <c:v>-2019513</c:v>
                </c:pt>
                <c:pt idx="9989">
                  <c:v>-2014965</c:v>
                </c:pt>
                <c:pt idx="9990">
                  <c:v>-2018888</c:v>
                </c:pt>
                <c:pt idx="9991">
                  <c:v>-2006425</c:v>
                </c:pt>
                <c:pt idx="9992">
                  <c:v>-2008078</c:v>
                </c:pt>
                <c:pt idx="9993">
                  <c:v>-1962321</c:v>
                </c:pt>
                <c:pt idx="9994">
                  <c:v>-2014055</c:v>
                </c:pt>
                <c:pt idx="9995">
                  <c:v>-2011616</c:v>
                </c:pt>
                <c:pt idx="9996">
                  <c:v>-2012422</c:v>
                </c:pt>
                <c:pt idx="9997">
                  <c:v>-2018315</c:v>
                </c:pt>
                <c:pt idx="9998">
                  <c:v>-2016771</c:v>
                </c:pt>
                <c:pt idx="9999">
                  <c:v>-2058681</c:v>
                </c:pt>
                <c:pt idx="10000">
                  <c:v>-2017578</c:v>
                </c:pt>
                <c:pt idx="10001">
                  <c:v>-2016093</c:v>
                </c:pt>
                <c:pt idx="10002">
                  <c:v>-2024259</c:v>
                </c:pt>
                <c:pt idx="10003">
                  <c:v>-2018478</c:v>
                </c:pt>
                <c:pt idx="10004">
                  <c:v>-1984514</c:v>
                </c:pt>
                <c:pt idx="10005">
                  <c:v>-2277974</c:v>
                </c:pt>
                <c:pt idx="10006">
                  <c:v>-1868064</c:v>
                </c:pt>
                <c:pt idx="10007">
                  <c:v>-2011533</c:v>
                </c:pt>
                <c:pt idx="10008">
                  <c:v>-2017964</c:v>
                </c:pt>
                <c:pt idx="10009">
                  <c:v>-2009546</c:v>
                </c:pt>
                <c:pt idx="10010">
                  <c:v>-2011853</c:v>
                </c:pt>
                <c:pt idx="10011">
                  <c:v>-2016760</c:v>
                </c:pt>
                <c:pt idx="10012">
                  <c:v>-2274515</c:v>
                </c:pt>
                <c:pt idx="10013">
                  <c:v>-2017777</c:v>
                </c:pt>
                <c:pt idx="10014">
                  <c:v>-2013166</c:v>
                </c:pt>
                <c:pt idx="10015">
                  <c:v>-2016935</c:v>
                </c:pt>
                <c:pt idx="10016">
                  <c:v>-2014826</c:v>
                </c:pt>
                <c:pt idx="10017">
                  <c:v>-2010972</c:v>
                </c:pt>
                <c:pt idx="10018">
                  <c:v>-2013192</c:v>
                </c:pt>
                <c:pt idx="10019">
                  <c:v>-2018560</c:v>
                </c:pt>
                <c:pt idx="10020">
                  <c:v>-2006051</c:v>
                </c:pt>
                <c:pt idx="10021">
                  <c:v>-2278360</c:v>
                </c:pt>
                <c:pt idx="10022">
                  <c:v>-2017379</c:v>
                </c:pt>
                <c:pt idx="10023">
                  <c:v>-2036214</c:v>
                </c:pt>
                <c:pt idx="10024">
                  <c:v>-2013112</c:v>
                </c:pt>
                <c:pt idx="10025">
                  <c:v>-2008833</c:v>
                </c:pt>
                <c:pt idx="10026">
                  <c:v>-2011519</c:v>
                </c:pt>
                <c:pt idx="10027">
                  <c:v>-2004065</c:v>
                </c:pt>
                <c:pt idx="10028">
                  <c:v>-2013361</c:v>
                </c:pt>
                <c:pt idx="10029">
                  <c:v>-2014421</c:v>
                </c:pt>
                <c:pt idx="10030">
                  <c:v>-2019239</c:v>
                </c:pt>
                <c:pt idx="10031">
                  <c:v>-2019412</c:v>
                </c:pt>
                <c:pt idx="10032">
                  <c:v>-2006729</c:v>
                </c:pt>
                <c:pt idx="10033">
                  <c:v>-2014935</c:v>
                </c:pt>
                <c:pt idx="10034">
                  <c:v>-2010487</c:v>
                </c:pt>
                <c:pt idx="10035">
                  <c:v>-2011850</c:v>
                </c:pt>
                <c:pt idx="10036">
                  <c:v>-2014320</c:v>
                </c:pt>
                <c:pt idx="10037">
                  <c:v>-2013610</c:v>
                </c:pt>
                <c:pt idx="10038">
                  <c:v>-2012117</c:v>
                </c:pt>
                <c:pt idx="10039">
                  <c:v>-2018187</c:v>
                </c:pt>
                <c:pt idx="10040">
                  <c:v>-2013610</c:v>
                </c:pt>
                <c:pt idx="10041">
                  <c:v>-2008381</c:v>
                </c:pt>
                <c:pt idx="10042">
                  <c:v>-2019250</c:v>
                </c:pt>
                <c:pt idx="10043">
                  <c:v>-2013170</c:v>
                </c:pt>
                <c:pt idx="10044">
                  <c:v>-2013750</c:v>
                </c:pt>
                <c:pt idx="10045">
                  <c:v>-2013673</c:v>
                </c:pt>
                <c:pt idx="10046">
                  <c:v>-2007032</c:v>
                </c:pt>
                <c:pt idx="10047">
                  <c:v>-1980052</c:v>
                </c:pt>
                <c:pt idx="10048">
                  <c:v>-1934472</c:v>
                </c:pt>
                <c:pt idx="10049">
                  <c:v>-2011615</c:v>
                </c:pt>
                <c:pt idx="10050">
                  <c:v>-2013328</c:v>
                </c:pt>
                <c:pt idx="10051">
                  <c:v>-2009053</c:v>
                </c:pt>
                <c:pt idx="10052">
                  <c:v>-2009359</c:v>
                </c:pt>
                <c:pt idx="10053">
                  <c:v>-2155890</c:v>
                </c:pt>
                <c:pt idx="10054">
                  <c:v>-2015298</c:v>
                </c:pt>
                <c:pt idx="10055">
                  <c:v>-2009792</c:v>
                </c:pt>
                <c:pt idx="10056">
                  <c:v>-2009979</c:v>
                </c:pt>
                <c:pt idx="10057">
                  <c:v>-2156396</c:v>
                </c:pt>
                <c:pt idx="10058">
                  <c:v>-1847913</c:v>
                </c:pt>
                <c:pt idx="10059">
                  <c:v>-2013942</c:v>
                </c:pt>
                <c:pt idx="10060">
                  <c:v>-2015532</c:v>
                </c:pt>
                <c:pt idx="10061">
                  <c:v>-2013006</c:v>
                </c:pt>
                <c:pt idx="10062">
                  <c:v>-2010154</c:v>
                </c:pt>
                <c:pt idx="10063">
                  <c:v>-1960649</c:v>
                </c:pt>
                <c:pt idx="10064">
                  <c:v>-2015250</c:v>
                </c:pt>
                <c:pt idx="10065">
                  <c:v>-1959786</c:v>
                </c:pt>
                <c:pt idx="10066">
                  <c:v>-1848771</c:v>
                </c:pt>
                <c:pt idx="10067">
                  <c:v>-2005405</c:v>
                </c:pt>
                <c:pt idx="10068">
                  <c:v>-2009920</c:v>
                </c:pt>
                <c:pt idx="10069">
                  <c:v>-2018164</c:v>
                </c:pt>
                <c:pt idx="10070">
                  <c:v>-2017110</c:v>
                </c:pt>
                <c:pt idx="10071">
                  <c:v>-2013942</c:v>
                </c:pt>
                <c:pt idx="10072">
                  <c:v>-2014448</c:v>
                </c:pt>
                <c:pt idx="10073">
                  <c:v>-2018139</c:v>
                </c:pt>
                <c:pt idx="10074">
                  <c:v>-2010738</c:v>
                </c:pt>
                <c:pt idx="10075">
                  <c:v>-2016189</c:v>
                </c:pt>
                <c:pt idx="10076">
                  <c:v>-2019834</c:v>
                </c:pt>
                <c:pt idx="10077">
                  <c:v>-1866344</c:v>
                </c:pt>
                <c:pt idx="10078">
                  <c:v>-2009616</c:v>
                </c:pt>
                <c:pt idx="10079">
                  <c:v>-2013533</c:v>
                </c:pt>
                <c:pt idx="10080">
                  <c:v>-2018782</c:v>
                </c:pt>
                <c:pt idx="10081">
                  <c:v>-1962795</c:v>
                </c:pt>
                <c:pt idx="10082">
                  <c:v>-2021929</c:v>
                </c:pt>
                <c:pt idx="10083">
                  <c:v>-2014508</c:v>
                </c:pt>
                <c:pt idx="10084">
                  <c:v>-2008237</c:v>
                </c:pt>
                <c:pt idx="10085">
                  <c:v>-2010610</c:v>
                </c:pt>
                <c:pt idx="10086">
                  <c:v>-2014009</c:v>
                </c:pt>
                <c:pt idx="10087">
                  <c:v>-2006285</c:v>
                </c:pt>
                <c:pt idx="10088">
                  <c:v>-2020412</c:v>
                </c:pt>
                <c:pt idx="10089">
                  <c:v>-2019589</c:v>
                </c:pt>
                <c:pt idx="10090">
                  <c:v>-2004676</c:v>
                </c:pt>
                <c:pt idx="10091">
                  <c:v>-2015239</c:v>
                </c:pt>
                <c:pt idx="10092">
                  <c:v>-2043683</c:v>
                </c:pt>
                <c:pt idx="10093">
                  <c:v>-2011078</c:v>
                </c:pt>
                <c:pt idx="10094">
                  <c:v>-2037150</c:v>
                </c:pt>
                <c:pt idx="10095">
                  <c:v>-2015816</c:v>
                </c:pt>
                <c:pt idx="10096">
                  <c:v>-1957722</c:v>
                </c:pt>
                <c:pt idx="10097">
                  <c:v>-2011089</c:v>
                </c:pt>
                <c:pt idx="10098">
                  <c:v>-2016128</c:v>
                </c:pt>
                <c:pt idx="10099">
                  <c:v>-2277628</c:v>
                </c:pt>
                <c:pt idx="10100">
                  <c:v>-2134421</c:v>
                </c:pt>
                <c:pt idx="10101">
                  <c:v>-2001459</c:v>
                </c:pt>
                <c:pt idx="10102">
                  <c:v>-2025438</c:v>
                </c:pt>
                <c:pt idx="10103">
                  <c:v>-2005455</c:v>
                </c:pt>
                <c:pt idx="10104">
                  <c:v>-2015555</c:v>
                </c:pt>
                <c:pt idx="10105">
                  <c:v>-2018011</c:v>
                </c:pt>
                <c:pt idx="10106">
                  <c:v>-2037396</c:v>
                </c:pt>
                <c:pt idx="10107">
                  <c:v>-2016795</c:v>
                </c:pt>
                <c:pt idx="10108">
                  <c:v>-1958885</c:v>
                </c:pt>
                <c:pt idx="10109">
                  <c:v>-2007582</c:v>
                </c:pt>
                <c:pt idx="10110">
                  <c:v>-2016771</c:v>
                </c:pt>
                <c:pt idx="10111">
                  <c:v>-2015836</c:v>
                </c:pt>
                <c:pt idx="10112">
                  <c:v>-2279053</c:v>
                </c:pt>
                <c:pt idx="10113">
                  <c:v>-2007066</c:v>
                </c:pt>
                <c:pt idx="10114">
                  <c:v>-2024848</c:v>
                </c:pt>
                <c:pt idx="10115">
                  <c:v>-2009780</c:v>
                </c:pt>
                <c:pt idx="10116">
                  <c:v>-2016760</c:v>
                </c:pt>
                <c:pt idx="10117">
                  <c:v>-2006834</c:v>
                </c:pt>
                <c:pt idx="10118">
                  <c:v>-2014140</c:v>
                </c:pt>
                <c:pt idx="10119">
                  <c:v>-2010361</c:v>
                </c:pt>
                <c:pt idx="10120">
                  <c:v>-2058558</c:v>
                </c:pt>
                <c:pt idx="10121">
                  <c:v>-2011545</c:v>
                </c:pt>
                <c:pt idx="10122">
                  <c:v>-2004485</c:v>
                </c:pt>
                <c:pt idx="10123">
                  <c:v>-2017377</c:v>
                </c:pt>
                <c:pt idx="10124">
                  <c:v>-2008556</c:v>
                </c:pt>
                <c:pt idx="10125">
                  <c:v>-1946822</c:v>
                </c:pt>
                <c:pt idx="10126">
                  <c:v>-1934041</c:v>
                </c:pt>
                <c:pt idx="10127">
                  <c:v>-1846776</c:v>
                </c:pt>
                <c:pt idx="10128">
                  <c:v>-2012995</c:v>
                </c:pt>
                <c:pt idx="10129">
                  <c:v>-2022619</c:v>
                </c:pt>
                <c:pt idx="10130">
                  <c:v>-2018291</c:v>
                </c:pt>
                <c:pt idx="10131">
                  <c:v>-2277770</c:v>
                </c:pt>
                <c:pt idx="10132">
                  <c:v>-2018504</c:v>
                </c:pt>
                <c:pt idx="10133">
                  <c:v>-1973154</c:v>
                </c:pt>
                <c:pt idx="10134">
                  <c:v>-2007793</c:v>
                </c:pt>
                <c:pt idx="10135">
                  <c:v>-1980706</c:v>
                </c:pt>
                <c:pt idx="10136">
                  <c:v>-2007103</c:v>
                </c:pt>
                <c:pt idx="10137">
                  <c:v>-2143425</c:v>
                </c:pt>
                <c:pt idx="10138">
                  <c:v>-2011054</c:v>
                </c:pt>
                <c:pt idx="10139">
                  <c:v>-1961920</c:v>
                </c:pt>
                <c:pt idx="10140">
                  <c:v>-2006566</c:v>
                </c:pt>
                <c:pt idx="10141">
                  <c:v>-2165229</c:v>
                </c:pt>
                <c:pt idx="10142">
                  <c:v>-1979865</c:v>
                </c:pt>
                <c:pt idx="10143">
                  <c:v>-2016479</c:v>
                </c:pt>
                <c:pt idx="10144">
                  <c:v>-1974356</c:v>
                </c:pt>
                <c:pt idx="10145">
                  <c:v>-2017426</c:v>
                </c:pt>
                <c:pt idx="10146">
                  <c:v>-2012492</c:v>
                </c:pt>
                <c:pt idx="10147">
                  <c:v>-1947032</c:v>
                </c:pt>
                <c:pt idx="10148">
                  <c:v>-2014643</c:v>
                </c:pt>
                <c:pt idx="10149">
                  <c:v>-2021332</c:v>
                </c:pt>
                <c:pt idx="10150">
                  <c:v>-2007828</c:v>
                </c:pt>
                <c:pt idx="10151">
                  <c:v>-2007582</c:v>
                </c:pt>
                <c:pt idx="10152">
                  <c:v>-2011124</c:v>
                </c:pt>
                <c:pt idx="10153">
                  <c:v>-2016280</c:v>
                </c:pt>
                <c:pt idx="10154">
                  <c:v>-1885233</c:v>
                </c:pt>
                <c:pt idx="10155">
                  <c:v>-2021379</c:v>
                </c:pt>
                <c:pt idx="10156">
                  <c:v>-1980110</c:v>
                </c:pt>
                <c:pt idx="10157">
                  <c:v>-2019545</c:v>
                </c:pt>
                <c:pt idx="10158">
                  <c:v>-2021110</c:v>
                </c:pt>
                <c:pt idx="10159">
                  <c:v>-2020490</c:v>
                </c:pt>
                <c:pt idx="10160">
                  <c:v>-2018116</c:v>
                </c:pt>
                <c:pt idx="10161">
                  <c:v>-1962297</c:v>
                </c:pt>
                <c:pt idx="10162">
                  <c:v>-2145920</c:v>
                </c:pt>
                <c:pt idx="10163">
                  <c:v>-2277770</c:v>
                </c:pt>
                <c:pt idx="10164">
                  <c:v>-2013462</c:v>
                </c:pt>
                <c:pt idx="10165">
                  <c:v>-2009149</c:v>
                </c:pt>
                <c:pt idx="10166">
                  <c:v>-2021905</c:v>
                </c:pt>
                <c:pt idx="10167">
                  <c:v>-2021531</c:v>
                </c:pt>
                <c:pt idx="10168">
                  <c:v>-2017184</c:v>
                </c:pt>
                <c:pt idx="10169">
                  <c:v>-2008938</c:v>
                </c:pt>
                <c:pt idx="10170">
                  <c:v>-2008003</c:v>
                </c:pt>
                <c:pt idx="10171">
                  <c:v>-2134684</c:v>
                </c:pt>
                <c:pt idx="10172">
                  <c:v>-2021145</c:v>
                </c:pt>
                <c:pt idx="10173">
                  <c:v>-1981476</c:v>
                </c:pt>
                <c:pt idx="10174">
                  <c:v>-2022700</c:v>
                </c:pt>
                <c:pt idx="10175">
                  <c:v>-2040850</c:v>
                </c:pt>
                <c:pt idx="10176">
                  <c:v>-2021461</c:v>
                </c:pt>
                <c:pt idx="10177">
                  <c:v>-2020829</c:v>
                </c:pt>
                <c:pt idx="10178">
                  <c:v>-2000384</c:v>
                </c:pt>
                <c:pt idx="10179">
                  <c:v>-2016537</c:v>
                </c:pt>
                <c:pt idx="10180">
                  <c:v>-1962025</c:v>
                </c:pt>
                <c:pt idx="10181">
                  <c:v>-2037467</c:v>
                </c:pt>
                <c:pt idx="10182">
                  <c:v>-2016152</c:v>
                </c:pt>
                <c:pt idx="10183">
                  <c:v>-2036530</c:v>
                </c:pt>
                <c:pt idx="10184">
                  <c:v>-2017649</c:v>
                </c:pt>
                <c:pt idx="10185">
                  <c:v>-2017426</c:v>
                </c:pt>
                <c:pt idx="10186">
                  <c:v>-2018276</c:v>
                </c:pt>
                <c:pt idx="10187">
                  <c:v>-1761637</c:v>
                </c:pt>
                <c:pt idx="10188">
                  <c:v>-2018268</c:v>
                </c:pt>
                <c:pt idx="10189">
                  <c:v>-1916930</c:v>
                </c:pt>
                <c:pt idx="10190">
                  <c:v>-2008716</c:v>
                </c:pt>
                <c:pt idx="10191">
                  <c:v>-1998585</c:v>
                </c:pt>
                <c:pt idx="10192">
                  <c:v>-2012293</c:v>
                </c:pt>
                <c:pt idx="10193">
                  <c:v>-2011253</c:v>
                </c:pt>
                <c:pt idx="10194">
                  <c:v>-2017742</c:v>
                </c:pt>
                <c:pt idx="10195">
                  <c:v>-2008275</c:v>
                </c:pt>
                <c:pt idx="10196">
                  <c:v>-2009219</c:v>
                </c:pt>
                <c:pt idx="10197">
                  <c:v>-1961174</c:v>
                </c:pt>
                <c:pt idx="10198">
                  <c:v>-2017625</c:v>
                </c:pt>
                <c:pt idx="10199">
                  <c:v>-2021367</c:v>
                </c:pt>
                <c:pt idx="10200">
                  <c:v>-2011004</c:v>
                </c:pt>
                <c:pt idx="10201">
                  <c:v>-2016982</c:v>
                </c:pt>
                <c:pt idx="10202">
                  <c:v>-2016970</c:v>
                </c:pt>
                <c:pt idx="10203">
                  <c:v>-2005116</c:v>
                </c:pt>
                <c:pt idx="10204">
                  <c:v>-2020993</c:v>
                </c:pt>
                <c:pt idx="10205">
                  <c:v>-2016374</c:v>
                </c:pt>
                <c:pt idx="10206">
                  <c:v>-2024069</c:v>
                </c:pt>
                <c:pt idx="10207">
                  <c:v>-2022533</c:v>
                </c:pt>
                <c:pt idx="10208">
                  <c:v>-2013673</c:v>
                </c:pt>
                <c:pt idx="10209">
                  <c:v>-2013977</c:v>
                </c:pt>
                <c:pt idx="10210">
                  <c:v>-2014311</c:v>
                </c:pt>
                <c:pt idx="10211">
                  <c:v>-2005105</c:v>
                </c:pt>
                <c:pt idx="10212">
                  <c:v>-2011545</c:v>
                </c:pt>
                <c:pt idx="10213">
                  <c:v>-1999473</c:v>
                </c:pt>
                <c:pt idx="10214">
                  <c:v>-1885835</c:v>
                </c:pt>
                <c:pt idx="10215">
                  <c:v>-2013790</c:v>
                </c:pt>
                <c:pt idx="10216">
                  <c:v>-2013147</c:v>
                </c:pt>
                <c:pt idx="10217">
                  <c:v>-2011837</c:v>
                </c:pt>
                <c:pt idx="10218">
                  <c:v>-2015660</c:v>
                </c:pt>
                <c:pt idx="10219">
                  <c:v>-2006636</c:v>
                </c:pt>
                <c:pt idx="10220">
                  <c:v>-2015995</c:v>
                </c:pt>
                <c:pt idx="10221">
                  <c:v>-2012317</c:v>
                </c:pt>
                <c:pt idx="10222">
                  <c:v>-2019355</c:v>
                </c:pt>
                <c:pt idx="10223">
                  <c:v>-2012983</c:v>
                </c:pt>
                <c:pt idx="10224">
                  <c:v>-2015964</c:v>
                </c:pt>
                <c:pt idx="10225">
                  <c:v>-1998421</c:v>
                </c:pt>
                <c:pt idx="10226">
                  <c:v>-1836267</c:v>
                </c:pt>
                <c:pt idx="10227">
                  <c:v>-1963040</c:v>
                </c:pt>
                <c:pt idx="10228">
                  <c:v>-2012492</c:v>
                </c:pt>
                <c:pt idx="10229">
                  <c:v>-2022502</c:v>
                </c:pt>
                <c:pt idx="10230">
                  <c:v>-1960474</c:v>
                </c:pt>
                <c:pt idx="10231">
                  <c:v>-1836151</c:v>
                </c:pt>
                <c:pt idx="10232">
                  <c:v>-1961186</c:v>
                </c:pt>
                <c:pt idx="10233">
                  <c:v>-1960754</c:v>
                </c:pt>
                <c:pt idx="10234">
                  <c:v>-2014877</c:v>
                </c:pt>
                <c:pt idx="10235">
                  <c:v>-2277900</c:v>
                </c:pt>
                <c:pt idx="10236">
                  <c:v>-2022034</c:v>
                </c:pt>
                <c:pt idx="10237">
                  <c:v>-1960637</c:v>
                </c:pt>
                <c:pt idx="10238">
                  <c:v>-2020092</c:v>
                </c:pt>
                <c:pt idx="10239">
                  <c:v>-2012773</c:v>
                </c:pt>
                <c:pt idx="10240">
                  <c:v>-2022533</c:v>
                </c:pt>
                <c:pt idx="10241">
                  <c:v>-1971229</c:v>
                </c:pt>
                <c:pt idx="10242">
                  <c:v>-2025309</c:v>
                </c:pt>
                <c:pt idx="10243">
                  <c:v>-2019533</c:v>
                </c:pt>
                <c:pt idx="10244">
                  <c:v>-2017649</c:v>
                </c:pt>
                <c:pt idx="10245">
                  <c:v>-2008938</c:v>
                </c:pt>
                <c:pt idx="10246">
                  <c:v>-2157585</c:v>
                </c:pt>
                <c:pt idx="10247">
                  <c:v>-2048589</c:v>
                </c:pt>
                <c:pt idx="10248">
                  <c:v>-1921721</c:v>
                </c:pt>
                <c:pt idx="10249">
                  <c:v>-1955766</c:v>
                </c:pt>
                <c:pt idx="10250">
                  <c:v>-2013673</c:v>
                </c:pt>
                <c:pt idx="10251">
                  <c:v>-2277948</c:v>
                </c:pt>
                <c:pt idx="10252">
                  <c:v>-2015532</c:v>
                </c:pt>
                <c:pt idx="10253">
                  <c:v>-2005036</c:v>
                </c:pt>
                <c:pt idx="10254">
                  <c:v>-2019355</c:v>
                </c:pt>
                <c:pt idx="10255">
                  <c:v>-2018467</c:v>
                </c:pt>
                <c:pt idx="10256">
                  <c:v>-2013533</c:v>
                </c:pt>
                <c:pt idx="10257">
                  <c:v>-2094566</c:v>
                </c:pt>
                <c:pt idx="10258">
                  <c:v>-2006852</c:v>
                </c:pt>
                <c:pt idx="10259">
                  <c:v>-2016514</c:v>
                </c:pt>
                <c:pt idx="10260">
                  <c:v>-2024069</c:v>
                </c:pt>
                <c:pt idx="10261">
                  <c:v>-2022034</c:v>
                </c:pt>
                <c:pt idx="10262">
                  <c:v>-1886073</c:v>
                </c:pt>
                <c:pt idx="10263">
                  <c:v>-1748090</c:v>
                </c:pt>
                <c:pt idx="10264">
                  <c:v>-2018513</c:v>
                </c:pt>
                <c:pt idx="10265">
                  <c:v>-2013790</c:v>
                </c:pt>
                <c:pt idx="10266">
                  <c:v>-2020490</c:v>
                </c:pt>
                <c:pt idx="10267">
                  <c:v>-2005036</c:v>
                </c:pt>
                <c:pt idx="10268">
                  <c:v>-2011054</c:v>
                </c:pt>
                <c:pt idx="10269">
                  <c:v>-2015088</c:v>
                </c:pt>
                <c:pt idx="10270">
                  <c:v>-2008938</c:v>
                </c:pt>
                <c:pt idx="10271">
                  <c:v>-2058558</c:v>
                </c:pt>
                <c:pt idx="10272">
                  <c:v>-2017414</c:v>
                </c:pt>
                <c:pt idx="10273">
                  <c:v>-2012916</c:v>
                </c:pt>
                <c:pt idx="10274">
                  <c:v>-2022665</c:v>
                </c:pt>
                <c:pt idx="10275">
                  <c:v>-2022607</c:v>
                </c:pt>
                <c:pt idx="10276">
                  <c:v>-2018619</c:v>
                </c:pt>
                <c:pt idx="10277">
                  <c:v>-2004474</c:v>
                </c:pt>
                <c:pt idx="10278">
                  <c:v>-2006496</c:v>
                </c:pt>
                <c:pt idx="10279">
                  <c:v>-2005467</c:v>
                </c:pt>
                <c:pt idx="10280">
                  <c:v>-2012059</c:v>
                </c:pt>
                <c:pt idx="10281">
                  <c:v>-1958142</c:v>
                </c:pt>
                <c:pt idx="10282">
                  <c:v>-2006647</c:v>
                </c:pt>
                <c:pt idx="10283">
                  <c:v>-1960754</c:v>
                </c:pt>
                <c:pt idx="10284">
                  <c:v>-1817601</c:v>
                </c:pt>
                <c:pt idx="10285">
                  <c:v>-2015824</c:v>
                </c:pt>
                <c:pt idx="10286">
                  <c:v>-2015660</c:v>
                </c:pt>
                <c:pt idx="10287">
                  <c:v>-2016760</c:v>
                </c:pt>
                <c:pt idx="10288">
                  <c:v>-2003550</c:v>
                </c:pt>
                <c:pt idx="10289">
                  <c:v>-1934670</c:v>
                </c:pt>
                <c:pt idx="10290">
                  <c:v>-2006379</c:v>
                </c:pt>
                <c:pt idx="10291">
                  <c:v>-2150368</c:v>
                </c:pt>
                <c:pt idx="10292">
                  <c:v>-1909607</c:v>
                </c:pt>
                <c:pt idx="10293">
                  <c:v>-2007921</c:v>
                </c:pt>
                <c:pt idx="10294">
                  <c:v>-2022607</c:v>
                </c:pt>
                <c:pt idx="10295">
                  <c:v>-2010633</c:v>
                </c:pt>
                <c:pt idx="10296">
                  <c:v>-2009149</c:v>
                </c:pt>
                <c:pt idx="10297">
                  <c:v>-2015777</c:v>
                </c:pt>
                <c:pt idx="10298">
                  <c:v>-2015532</c:v>
                </c:pt>
                <c:pt idx="10299">
                  <c:v>-1922373</c:v>
                </c:pt>
                <c:pt idx="10300">
                  <c:v>-2007299</c:v>
                </c:pt>
                <c:pt idx="10301">
                  <c:v>-1970540</c:v>
                </c:pt>
                <c:pt idx="10302">
                  <c:v>-2013112</c:v>
                </c:pt>
                <c:pt idx="10303">
                  <c:v>-2014479</c:v>
                </c:pt>
                <c:pt idx="10304">
                  <c:v>-2007618</c:v>
                </c:pt>
                <c:pt idx="10305">
                  <c:v>-1848388</c:v>
                </c:pt>
                <c:pt idx="10306">
                  <c:v>-2018502</c:v>
                </c:pt>
                <c:pt idx="10307">
                  <c:v>-2015972</c:v>
                </c:pt>
                <c:pt idx="10308">
                  <c:v>-2013310</c:v>
                </c:pt>
                <c:pt idx="10309">
                  <c:v>-2021390</c:v>
                </c:pt>
                <c:pt idx="10310">
                  <c:v>-1974380</c:v>
                </c:pt>
                <c:pt idx="10311">
                  <c:v>-2024876</c:v>
                </c:pt>
                <c:pt idx="10312">
                  <c:v>-2048299</c:v>
                </c:pt>
                <c:pt idx="10313">
                  <c:v>-1960976</c:v>
                </c:pt>
                <c:pt idx="10314">
                  <c:v>-1846551</c:v>
                </c:pt>
                <c:pt idx="10315">
                  <c:v>-2025180</c:v>
                </c:pt>
                <c:pt idx="10316">
                  <c:v>-2021936</c:v>
                </c:pt>
                <c:pt idx="10317">
                  <c:v>-2004766</c:v>
                </c:pt>
                <c:pt idx="10318">
                  <c:v>-2012317</c:v>
                </c:pt>
                <c:pt idx="10319">
                  <c:v>-1845899</c:v>
                </c:pt>
                <c:pt idx="10320">
                  <c:v>-2014830</c:v>
                </c:pt>
                <c:pt idx="10321">
                  <c:v>-2042781</c:v>
                </c:pt>
                <c:pt idx="10322">
                  <c:v>-2008798</c:v>
                </c:pt>
                <c:pt idx="10323">
                  <c:v>-2016678</c:v>
                </c:pt>
                <c:pt idx="10324">
                  <c:v>-2277451</c:v>
                </c:pt>
                <c:pt idx="10325">
                  <c:v>-2017414</c:v>
                </c:pt>
                <c:pt idx="10326">
                  <c:v>-2025180</c:v>
                </c:pt>
                <c:pt idx="10327">
                  <c:v>-2014293</c:v>
                </c:pt>
                <c:pt idx="10328">
                  <c:v>-2004503</c:v>
                </c:pt>
                <c:pt idx="10329">
                  <c:v>-2010680</c:v>
                </c:pt>
                <c:pt idx="10330">
                  <c:v>-1936739</c:v>
                </c:pt>
                <c:pt idx="10331">
                  <c:v>-1762157</c:v>
                </c:pt>
                <c:pt idx="10332">
                  <c:v>-1995606</c:v>
                </c:pt>
                <c:pt idx="10333">
                  <c:v>-1980519</c:v>
                </c:pt>
                <c:pt idx="10334">
                  <c:v>-2023706</c:v>
                </c:pt>
                <c:pt idx="10335">
                  <c:v>-1876043</c:v>
                </c:pt>
                <c:pt idx="10336">
                  <c:v>-1875230</c:v>
                </c:pt>
                <c:pt idx="10337">
                  <c:v>-2007618</c:v>
                </c:pt>
                <c:pt idx="10338">
                  <c:v>-2007231</c:v>
                </c:pt>
                <c:pt idx="10339">
                  <c:v>-2015204</c:v>
                </c:pt>
                <c:pt idx="10340">
                  <c:v>-2013462</c:v>
                </c:pt>
                <c:pt idx="10341">
                  <c:v>-1901791</c:v>
                </c:pt>
                <c:pt idx="10342">
                  <c:v>-1947475</c:v>
                </c:pt>
                <c:pt idx="10343">
                  <c:v>-2018573</c:v>
                </c:pt>
                <c:pt idx="10344">
                  <c:v>-2278845</c:v>
                </c:pt>
                <c:pt idx="10345">
                  <c:v>-1997253</c:v>
                </c:pt>
                <c:pt idx="10346">
                  <c:v>-1934763</c:v>
                </c:pt>
                <c:pt idx="10347">
                  <c:v>-2155266</c:v>
                </c:pt>
                <c:pt idx="10348">
                  <c:v>-1910991</c:v>
                </c:pt>
                <c:pt idx="10349">
                  <c:v>-2012317</c:v>
                </c:pt>
                <c:pt idx="10350">
                  <c:v>-2016374</c:v>
                </c:pt>
                <c:pt idx="10351">
                  <c:v>-2013743</c:v>
                </c:pt>
                <c:pt idx="10352">
                  <c:v>-2006636</c:v>
                </c:pt>
                <c:pt idx="10353">
                  <c:v>-1896196</c:v>
                </c:pt>
                <c:pt idx="10354">
                  <c:v>-2016491</c:v>
                </c:pt>
                <c:pt idx="10355">
                  <c:v>-1962912</c:v>
                </c:pt>
                <c:pt idx="10356">
                  <c:v>-2009721</c:v>
                </c:pt>
                <c:pt idx="10357">
                  <c:v>-1961854</c:v>
                </c:pt>
                <c:pt idx="10358">
                  <c:v>-1960008</c:v>
                </c:pt>
                <c:pt idx="10359">
                  <c:v>-2024502</c:v>
                </c:pt>
                <c:pt idx="10360">
                  <c:v>-2014047</c:v>
                </c:pt>
                <c:pt idx="10361">
                  <c:v>-2028546</c:v>
                </c:pt>
                <c:pt idx="10362">
                  <c:v>-2011569</c:v>
                </c:pt>
                <c:pt idx="10363">
                  <c:v>-1959565</c:v>
                </c:pt>
                <c:pt idx="10364">
                  <c:v>-2027555</c:v>
                </c:pt>
                <c:pt idx="10365">
                  <c:v>-2012293</c:v>
                </c:pt>
                <c:pt idx="10366">
                  <c:v>-2021331</c:v>
                </c:pt>
                <c:pt idx="10367">
                  <c:v>-2006262</c:v>
                </c:pt>
                <c:pt idx="10368">
                  <c:v>-2006016</c:v>
                </c:pt>
                <c:pt idx="10369">
                  <c:v>-2007256</c:v>
                </c:pt>
                <c:pt idx="10370">
                  <c:v>-2016315</c:v>
                </c:pt>
                <c:pt idx="10371">
                  <c:v>-2008062</c:v>
                </c:pt>
                <c:pt idx="10372">
                  <c:v>-1967251</c:v>
                </c:pt>
                <c:pt idx="10373">
                  <c:v>-2017625</c:v>
                </c:pt>
                <c:pt idx="10374">
                  <c:v>-2008868</c:v>
                </c:pt>
                <c:pt idx="10375">
                  <c:v>-1961186</c:v>
                </c:pt>
                <c:pt idx="10376">
                  <c:v>-2020361</c:v>
                </c:pt>
                <c:pt idx="10377">
                  <c:v>-2016561</c:v>
                </c:pt>
                <c:pt idx="10378">
                  <c:v>-2016993</c:v>
                </c:pt>
                <c:pt idx="10379">
                  <c:v>-1946822</c:v>
                </c:pt>
                <c:pt idx="10380">
                  <c:v>-2013743</c:v>
                </c:pt>
                <c:pt idx="10381">
                  <c:v>-2020818</c:v>
                </c:pt>
                <c:pt idx="10382">
                  <c:v>-2016175</c:v>
                </c:pt>
                <c:pt idx="10383">
                  <c:v>-2012574</c:v>
                </c:pt>
                <c:pt idx="10384">
                  <c:v>-2277451</c:v>
                </c:pt>
                <c:pt idx="10385">
                  <c:v>-2009780</c:v>
                </c:pt>
                <c:pt idx="10386">
                  <c:v>-2027309</c:v>
                </c:pt>
                <c:pt idx="10387">
                  <c:v>-2011252</c:v>
                </c:pt>
                <c:pt idx="10388">
                  <c:v>-2044200</c:v>
                </c:pt>
                <c:pt idx="10389">
                  <c:v>-2019519</c:v>
                </c:pt>
                <c:pt idx="10390">
                  <c:v>-2018899</c:v>
                </c:pt>
                <c:pt idx="10391">
                  <c:v>-2019437</c:v>
                </c:pt>
                <c:pt idx="10392">
                  <c:v>-2014678</c:v>
                </c:pt>
                <c:pt idx="10393">
                  <c:v>-2156502</c:v>
                </c:pt>
                <c:pt idx="10394">
                  <c:v>-2021145</c:v>
                </c:pt>
                <c:pt idx="10395">
                  <c:v>-2094415</c:v>
                </c:pt>
                <c:pt idx="10396">
                  <c:v>-2009055</c:v>
                </c:pt>
                <c:pt idx="10397">
                  <c:v>-2012578</c:v>
                </c:pt>
                <c:pt idx="10398">
                  <c:v>-1848320</c:v>
                </c:pt>
                <c:pt idx="10399">
                  <c:v>-2017192</c:v>
                </c:pt>
                <c:pt idx="10400">
                  <c:v>-2094795</c:v>
                </c:pt>
                <c:pt idx="10401">
                  <c:v>-1842974</c:v>
                </c:pt>
                <c:pt idx="10402">
                  <c:v>-2017578</c:v>
                </c:pt>
                <c:pt idx="10403">
                  <c:v>-2014643</c:v>
                </c:pt>
                <c:pt idx="10404">
                  <c:v>-1909317</c:v>
                </c:pt>
                <c:pt idx="10405">
                  <c:v>-2014247</c:v>
                </c:pt>
                <c:pt idx="10406">
                  <c:v>-2298866</c:v>
                </c:pt>
                <c:pt idx="10407">
                  <c:v>-2044200</c:v>
                </c:pt>
                <c:pt idx="10408">
                  <c:v>-2014877</c:v>
                </c:pt>
                <c:pt idx="10409">
                  <c:v>-2027413</c:v>
                </c:pt>
                <c:pt idx="10410">
                  <c:v>-2021110</c:v>
                </c:pt>
                <c:pt idx="10411">
                  <c:v>-1857051</c:v>
                </c:pt>
                <c:pt idx="10412">
                  <c:v>-2022700</c:v>
                </c:pt>
                <c:pt idx="10413">
                  <c:v>-1966168</c:v>
                </c:pt>
                <c:pt idx="10414">
                  <c:v>-2016795</c:v>
                </c:pt>
                <c:pt idx="10415">
                  <c:v>-1846439</c:v>
                </c:pt>
                <c:pt idx="10416">
                  <c:v>-2011428</c:v>
                </c:pt>
                <c:pt idx="10417">
                  <c:v>-1791314</c:v>
                </c:pt>
                <c:pt idx="10418">
                  <c:v>-1792794</c:v>
                </c:pt>
                <c:pt idx="10419">
                  <c:v>-1961500</c:v>
                </c:pt>
                <c:pt idx="10420">
                  <c:v>-2008658</c:v>
                </c:pt>
                <c:pt idx="10421">
                  <c:v>-2275761</c:v>
                </c:pt>
                <c:pt idx="10422">
                  <c:v>-1961582</c:v>
                </c:pt>
                <c:pt idx="10423">
                  <c:v>-2015107</c:v>
                </c:pt>
                <c:pt idx="10424">
                  <c:v>-2150368</c:v>
                </c:pt>
                <c:pt idx="10425">
                  <c:v>-2014247</c:v>
                </c:pt>
                <c:pt idx="10426">
                  <c:v>-2006433</c:v>
                </c:pt>
                <c:pt idx="10427">
                  <c:v>-2009335</c:v>
                </c:pt>
                <c:pt idx="10428">
                  <c:v>-1885762</c:v>
                </c:pt>
                <c:pt idx="10429">
                  <c:v>-2017332</c:v>
                </c:pt>
                <c:pt idx="10430">
                  <c:v>-2012001</c:v>
                </c:pt>
                <c:pt idx="10431">
                  <c:v>-1961500</c:v>
                </c:pt>
                <c:pt idx="10432">
                  <c:v>-1967787</c:v>
                </c:pt>
                <c:pt idx="10433">
                  <c:v>-1967274</c:v>
                </c:pt>
                <c:pt idx="10434">
                  <c:v>-2051544</c:v>
                </c:pt>
                <c:pt idx="10435">
                  <c:v>-2248229</c:v>
                </c:pt>
                <c:pt idx="10436">
                  <c:v>-2019473</c:v>
                </c:pt>
                <c:pt idx="10437">
                  <c:v>-2248229</c:v>
                </c:pt>
                <c:pt idx="10438">
                  <c:v>-2009196</c:v>
                </c:pt>
                <c:pt idx="10439">
                  <c:v>-2015660</c:v>
                </c:pt>
                <c:pt idx="10440">
                  <c:v>-2009569</c:v>
                </c:pt>
                <c:pt idx="10441">
                  <c:v>-1852203</c:v>
                </c:pt>
                <c:pt idx="10442">
                  <c:v>-2010972</c:v>
                </c:pt>
                <c:pt idx="10443">
                  <c:v>-2020467</c:v>
                </c:pt>
                <c:pt idx="10444">
                  <c:v>-2012059</c:v>
                </c:pt>
                <c:pt idx="10445">
                  <c:v>-1846520</c:v>
                </c:pt>
                <c:pt idx="10446">
                  <c:v>-2012924</c:v>
                </c:pt>
                <c:pt idx="10447">
                  <c:v>-2017110</c:v>
                </c:pt>
                <c:pt idx="10448">
                  <c:v>-2019952</c:v>
                </c:pt>
                <c:pt idx="10449">
                  <c:v>-1849386</c:v>
                </c:pt>
                <c:pt idx="10450">
                  <c:v>-2020069</c:v>
                </c:pt>
                <c:pt idx="10451">
                  <c:v>-2015995</c:v>
                </c:pt>
                <c:pt idx="10452">
                  <c:v>-2009196</c:v>
                </c:pt>
                <c:pt idx="10453">
                  <c:v>-2017192</c:v>
                </c:pt>
                <c:pt idx="10454">
                  <c:v>-2005150</c:v>
                </c:pt>
                <c:pt idx="10455">
                  <c:v>-2277296</c:v>
                </c:pt>
                <c:pt idx="10456">
                  <c:v>-2019533</c:v>
                </c:pt>
                <c:pt idx="10457">
                  <c:v>-2018619</c:v>
                </c:pt>
                <c:pt idx="10458">
                  <c:v>-2012574</c:v>
                </c:pt>
                <c:pt idx="10459">
                  <c:v>-2022191</c:v>
                </c:pt>
                <c:pt idx="10460">
                  <c:v>-2010271</c:v>
                </c:pt>
                <c:pt idx="10461">
                  <c:v>-1848968</c:v>
                </c:pt>
                <c:pt idx="10462">
                  <c:v>-2011159</c:v>
                </c:pt>
                <c:pt idx="10463">
                  <c:v>-2014784</c:v>
                </c:pt>
                <c:pt idx="10464">
                  <c:v>-2018572</c:v>
                </c:pt>
                <c:pt idx="10465">
                  <c:v>-2007828</c:v>
                </c:pt>
                <c:pt idx="10466">
                  <c:v>-1968483</c:v>
                </c:pt>
                <c:pt idx="10467">
                  <c:v>-1956125</c:v>
                </c:pt>
                <c:pt idx="10468">
                  <c:v>-2276714</c:v>
                </c:pt>
                <c:pt idx="10469">
                  <c:v>-2018502</c:v>
                </c:pt>
                <c:pt idx="10470">
                  <c:v>-2017184</c:v>
                </c:pt>
                <c:pt idx="10471">
                  <c:v>-1848992</c:v>
                </c:pt>
                <c:pt idx="10472">
                  <c:v>-2010361</c:v>
                </c:pt>
                <c:pt idx="10473">
                  <c:v>-2015068</c:v>
                </c:pt>
                <c:pt idx="10474">
                  <c:v>-2277770</c:v>
                </c:pt>
                <c:pt idx="10475">
                  <c:v>-2018490</c:v>
                </c:pt>
                <c:pt idx="10476">
                  <c:v>-2010002</c:v>
                </c:pt>
                <c:pt idx="10477">
                  <c:v>-1959471</c:v>
                </c:pt>
                <c:pt idx="10478">
                  <c:v>-2013579</c:v>
                </c:pt>
                <c:pt idx="10479">
                  <c:v>-1911151</c:v>
                </c:pt>
                <c:pt idx="10480">
                  <c:v>-2015474</c:v>
                </c:pt>
                <c:pt idx="10481">
                  <c:v>-2011861</c:v>
                </c:pt>
                <c:pt idx="10482">
                  <c:v>-1961827</c:v>
                </c:pt>
                <c:pt idx="10483">
                  <c:v>-2011627</c:v>
                </c:pt>
                <c:pt idx="10484">
                  <c:v>-1968079</c:v>
                </c:pt>
                <c:pt idx="10485">
                  <c:v>-2020133</c:v>
                </c:pt>
                <c:pt idx="10486">
                  <c:v>-2015134</c:v>
                </c:pt>
                <c:pt idx="10487">
                  <c:v>-2017543</c:v>
                </c:pt>
                <c:pt idx="10488">
                  <c:v>-2020993</c:v>
                </c:pt>
                <c:pt idx="10489">
                  <c:v>-2007793</c:v>
                </c:pt>
                <c:pt idx="10490">
                  <c:v>-2011522</c:v>
                </c:pt>
                <c:pt idx="10491">
                  <c:v>-1820470</c:v>
                </c:pt>
                <c:pt idx="10492">
                  <c:v>-2020069</c:v>
                </c:pt>
                <c:pt idx="10493">
                  <c:v>-2018946</c:v>
                </c:pt>
                <c:pt idx="10494">
                  <c:v>-2277900</c:v>
                </c:pt>
                <c:pt idx="10495">
                  <c:v>-1761116</c:v>
                </c:pt>
                <c:pt idx="10496">
                  <c:v>-2151263</c:v>
                </c:pt>
                <c:pt idx="10497">
                  <c:v>-1994905</c:v>
                </c:pt>
                <c:pt idx="10498">
                  <c:v>-2011931</c:v>
                </c:pt>
                <c:pt idx="10499">
                  <c:v>-1848063</c:v>
                </c:pt>
                <c:pt idx="10500">
                  <c:v>-2018619</c:v>
                </c:pt>
                <c:pt idx="10501">
                  <c:v>-1833715</c:v>
                </c:pt>
                <c:pt idx="10502">
                  <c:v>-2014748</c:v>
                </c:pt>
                <c:pt idx="10503">
                  <c:v>-2012598</c:v>
                </c:pt>
                <c:pt idx="10504">
                  <c:v>-1819820</c:v>
                </c:pt>
                <c:pt idx="10505">
                  <c:v>-2020022</c:v>
                </c:pt>
                <c:pt idx="10506">
                  <c:v>-2019894</c:v>
                </c:pt>
                <c:pt idx="10507">
                  <c:v>-2022034</c:v>
                </c:pt>
                <c:pt idx="10508">
                  <c:v>-1966889</c:v>
                </c:pt>
                <c:pt idx="10509">
                  <c:v>-2022794</c:v>
                </c:pt>
                <c:pt idx="10510">
                  <c:v>-2017426</c:v>
                </c:pt>
                <c:pt idx="10511">
                  <c:v>-2008319</c:v>
                </c:pt>
                <c:pt idx="10512">
                  <c:v>-2013544</c:v>
                </c:pt>
                <c:pt idx="10513">
                  <c:v>-2012702</c:v>
                </c:pt>
                <c:pt idx="10514">
                  <c:v>-2014678</c:v>
                </c:pt>
                <c:pt idx="10515">
                  <c:v>-1956984</c:v>
                </c:pt>
                <c:pt idx="10516">
                  <c:v>-2018803</c:v>
                </c:pt>
                <c:pt idx="10517">
                  <c:v>-2058511</c:v>
                </c:pt>
                <c:pt idx="10518">
                  <c:v>-1935444</c:v>
                </c:pt>
                <c:pt idx="10519">
                  <c:v>-2012317</c:v>
                </c:pt>
                <c:pt idx="10520">
                  <c:v>-1956545</c:v>
                </c:pt>
                <c:pt idx="10521">
                  <c:v>-2005116</c:v>
                </c:pt>
                <c:pt idx="10522">
                  <c:v>-2019355</c:v>
                </c:pt>
                <c:pt idx="10523">
                  <c:v>-2004766</c:v>
                </c:pt>
                <c:pt idx="10524">
                  <c:v>-2018513</c:v>
                </c:pt>
                <c:pt idx="10525">
                  <c:v>-2016947</c:v>
                </c:pt>
                <c:pt idx="10526">
                  <c:v>-2095558</c:v>
                </c:pt>
                <c:pt idx="10527">
                  <c:v>-2006119</c:v>
                </c:pt>
                <c:pt idx="10528">
                  <c:v>-1900489</c:v>
                </c:pt>
                <c:pt idx="10529">
                  <c:v>-2005740</c:v>
                </c:pt>
                <c:pt idx="10530">
                  <c:v>-2016456</c:v>
                </c:pt>
                <c:pt idx="10531">
                  <c:v>-2010569</c:v>
                </c:pt>
                <c:pt idx="10532">
                  <c:v>-2013310</c:v>
                </c:pt>
                <c:pt idx="10533">
                  <c:v>-1957396</c:v>
                </c:pt>
                <c:pt idx="10534">
                  <c:v>-2018573</c:v>
                </c:pt>
                <c:pt idx="10535">
                  <c:v>-2006040</c:v>
                </c:pt>
                <c:pt idx="10536">
                  <c:v>-2007793</c:v>
                </c:pt>
                <c:pt idx="10537">
                  <c:v>-1960637</c:v>
                </c:pt>
                <c:pt idx="10538">
                  <c:v>-1922373</c:v>
                </c:pt>
                <c:pt idx="10539">
                  <c:v>-1933598</c:v>
                </c:pt>
                <c:pt idx="10540">
                  <c:v>-2035020</c:v>
                </c:pt>
                <c:pt idx="10541">
                  <c:v>-2151263</c:v>
                </c:pt>
                <c:pt idx="10542">
                  <c:v>-2151769</c:v>
                </c:pt>
                <c:pt idx="10543">
                  <c:v>-1962795</c:v>
                </c:pt>
                <c:pt idx="10544">
                  <c:v>-1847564</c:v>
                </c:pt>
                <c:pt idx="10545">
                  <c:v>-2037467</c:v>
                </c:pt>
                <c:pt idx="10546">
                  <c:v>-1921430</c:v>
                </c:pt>
                <c:pt idx="10547">
                  <c:v>-2017122</c:v>
                </c:pt>
                <c:pt idx="10548">
                  <c:v>-2278132</c:v>
                </c:pt>
                <c:pt idx="10549">
                  <c:v>-2013686</c:v>
                </c:pt>
                <c:pt idx="10550">
                  <c:v>-2151705</c:v>
                </c:pt>
                <c:pt idx="10551">
                  <c:v>-2014000</c:v>
                </c:pt>
                <c:pt idx="10552">
                  <c:v>-2011837</c:v>
                </c:pt>
                <c:pt idx="10553">
                  <c:v>-2018081</c:v>
                </c:pt>
                <c:pt idx="10554">
                  <c:v>-2007793</c:v>
                </c:pt>
                <c:pt idx="10555">
                  <c:v>-2005268</c:v>
                </c:pt>
                <c:pt idx="10556">
                  <c:v>-2014778</c:v>
                </c:pt>
                <c:pt idx="10557">
                  <c:v>-2006547</c:v>
                </c:pt>
                <c:pt idx="10558">
                  <c:v>-1935700</c:v>
                </c:pt>
                <c:pt idx="10559">
                  <c:v>-2013579</c:v>
                </c:pt>
                <c:pt idx="10560">
                  <c:v>-2020022</c:v>
                </c:pt>
                <c:pt idx="10561">
                  <c:v>-2095558</c:v>
                </c:pt>
                <c:pt idx="10562">
                  <c:v>-2007783</c:v>
                </c:pt>
                <c:pt idx="10563">
                  <c:v>-2005782</c:v>
                </c:pt>
                <c:pt idx="10564">
                  <c:v>-2013112</c:v>
                </c:pt>
                <c:pt idx="10565">
                  <c:v>-2014900</c:v>
                </c:pt>
                <c:pt idx="10566">
                  <c:v>-1962297</c:v>
                </c:pt>
                <c:pt idx="10567">
                  <c:v>-2012328</c:v>
                </c:pt>
                <c:pt idx="10568">
                  <c:v>-2022619</c:v>
                </c:pt>
                <c:pt idx="10569">
                  <c:v>-2017578</c:v>
                </c:pt>
                <c:pt idx="10570">
                  <c:v>-2013392</c:v>
                </c:pt>
                <c:pt idx="10571">
                  <c:v>-2020139</c:v>
                </c:pt>
                <c:pt idx="10572">
                  <c:v>-1861681</c:v>
                </c:pt>
                <c:pt idx="10573">
                  <c:v>-2015824</c:v>
                </c:pt>
                <c:pt idx="10574">
                  <c:v>-2010900</c:v>
                </c:pt>
                <c:pt idx="10575">
                  <c:v>-2015076</c:v>
                </c:pt>
                <c:pt idx="10576">
                  <c:v>-2005782</c:v>
                </c:pt>
                <c:pt idx="10577">
                  <c:v>-1849409</c:v>
                </c:pt>
                <c:pt idx="10578">
                  <c:v>-1961582</c:v>
                </c:pt>
                <c:pt idx="10579">
                  <c:v>-2324194</c:v>
                </c:pt>
                <c:pt idx="10580">
                  <c:v>-2009721</c:v>
                </c:pt>
                <c:pt idx="10581">
                  <c:v>-1850024</c:v>
                </c:pt>
                <c:pt idx="10582">
                  <c:v>-2020747</c:v>
                </c:pt>
                <c:pt idx="10583">
                  <c:v>-2051341</c:v>
                </c:pt>
                <c:pt idx="10584">
                  <c:v>-2012223</c:v>
                </c:pt>
                <c:pt idx="10585">
                  <c:v>-2006119</c:v>
                </c:pt>
                <c:pt idx="10586">
                  <c:v>-2006575</c:v>
                </c:pt>
                <c:pt idx="10587">
                  <c:v>-1882900</c:v>
                </c:pt>
                <c:pt idx="10588">
                  <c:v>-1917861</c:v>
                </c:pt>
                <c:pt idx="10589">
                  <c:v>-2015906</c:v>
                </c:pt>
                <c:pt idx="10590">
                  <c:v>-2277685</c:v>
                </c:pt>
                <c:pt idx="10591">
                  <c:v>-2011692</c:v>
                </c:pt>
                <c:pt idx="10592">
                  <c:v>-2021905</c:v>
                </c:pt>
                <c:pt idx="10593">
                  <c:v>-2017180</c:v>
                </c:pt>
                <c:pt idx="10594">
                  <c:v>-2001459</c:v>
                </c:pt>
                <c:pt idx="10595">
                  <c:v>-2009055</c:v>
                </c:pt>
                <c:pt idx="10596">
                  <c:v>-1980110</c:v>
                </c:pt>
                <c:pt idx="10597">
                  <c:v>-2016163</c:v>
                </c:pt>
                <c:pt idx="10598">
                  <c:v>-1935252</c:v>
                </c:pt>
                <c:pt idx="10599">
                  <c:v>-2018478</c:v>
                </c:pt>
                <c:pt idx="10600">
                  <c:v>-2023572</c:v>
                </c:pt>
                <c:pt idx="10601">
                  <c:v>-2020262</c:v>
                </c:pt>
                <c:pt idx="10602">
                  <c:v>-2015929</c:v>
                </c:pt>
                <c:pt idx="10603">
                  <c:v>-1961897</c:v>
                </c:pt>
                <c:pt idx="10604">
                  <c:v>-2019055</c:v>
                </c:pt>
                <c:pt idx="10605">
                  <c:v>-2012983</c:v>
                </c:pt>
                <c:pt idx="10606">
                  <c:v>-2019519</c:v>
                </c:pt>
                <c:pt idx="10607">
                  <c:v>-2014830</c:v>
                </c:pt>
                <c:pt idx="10608">
                  <c:v>-2012653</c:v>
                </c:pt>
                <c:pt idx="10609">
                  <c:v>-2011919</c:v>
                </c:pt>
                <c:pt idx="10610">
                  <c:v>-2014529</c:v>
                </c:pt>
                <c:pt idx="10611">
                  <c:v>-2017683</c:v>
                </c:pt>
                <c:pt idx="10612">
                  <c:v>-1959296</c:v>
                </c:pt>
                <c:pt idx="10613">
                  <c:v>-1909994</c:v>
                </c:pt>
                <c:pt idx="10614">
                  <c:v>-1998363</c:v>
                </c:pt>
                <c:pt idx="10615">
                  <c:v>-1960531</c:v>
                </c:pt>
                <c:pt idx="10616">
                  <c:v>-2011861</c:v>
                </c:pt>
                <c:pt idx="10617">
                  <c:v>-2010002</c:v>
                </c:pt>
                <c:pt idx="10618">
                  <c:v>-2007688</c:v>
                </c:pt>
                <c:pt idx="10619">
                  <c:v>-1966843</c:v>
                </c:pt>
                <c:pt idx="10620">
                  <c:v>-2007886</c:v>
                </c:pt>
                <c:pt idx="10621">
                  <c:v>-2016374</c:v>
                </c:pt>
                <c:pt idx="10622">
                  <c:v>-2011335</c:v>
                </c:pt>
                <c:pt idx="10623">
                  <c:v>-2006133</c:v>
                </c:pt>
                <c:pt idx="10624">
                  <c:v>-2008759</c:v>
                </c:pt>
                <c:pt idx="10625">
                  <c:v>-2020759</c:v>
                </c:pt>
                <c:pt idx="10626">
                  <c:v>-2019437</c:v>
                </c:pt>
                <c:pt idx="10627">
                  <c:v>-2020583</c:v>
                </c:pt>
                <c:pt idx="10628">
                  <c:v>-2012995</c:v>
                </c:pt>
                <c:pt idx="10629">
                  <c:v>-2018490</c:v>
                </c:pt>
                <c:pt idx="10630">
                  <c:v>-2011674</c:v>
                </c:pt>
                <c:pt idx="10631">
                  <c:v>-2013755</c:v>
                </c:pt>
                <c:pt idx="10632">
                  <c:v>-2014047</c:v>
                </c:pt>
                <c:pt idx="10633">
                  <c:v>-2010972</c:v>
                </c:pt>
                <c:pt idx="10634">
                  <c:v>-1987191</c:v>
                </c:pt>
                <c:pt idx="10635">
                  <c:v>-1960976</c:v>
                </c:pt>
                <c:pt idx="10636">
                  <c:v>-2014164</c:v>
                </c:pt>
                <c:pt idx="10637">
                  <c:v>-1967787</c:v>
                </c:pt>
                <c:pt idx="10638">
                  <c:v>-2014900</c:v>
                </c:pt>
                <c:pt idx="10639">
                  <c:v>-2016491</c:v>
                </c:pt>
                <c:pt idx="10640">
                  <c:v>-2020408</c:v>
                </c:pt>
                <c:pt idx="10641">
                  <c:v>-2009215</c:v>
                </c:pt>
                <c:pt idx="10642">
                  <c:v>-2322059</c:v>
                </c:pt>
                <c:pt idx="10643">
                  <c:v>-1836360</c:v>
                </c:pt>
                <c:pt idx="10644">
                  <c:v>-2141413</c:v>
                </c:pt>
                <c:pt idx="10645">
                  <c:v>-2041703</c:v>
                </c:pt>
                <c:pt idx="10646">
                  <c:v>-2005713</c:v>
                </c:pt>
                <c:pt idx="10647">
                  <c:v>-2016152</c:v>
                </c:pt>
                <c:pt idx="10648">
                  <c:v>-1820512</c:v>
                </c:pt>
                <c:pt idx="10649">
                  <c:v>-2016374</c:v>
                </c:pt>
                <c:pt idx="10650">
                  <c:v>-2021382</c:v>
                </c:pt>
                <c:pt idx="10651">
                  <c:v>-1961594</c:v>
                </c:pt>
                <c:pt idx="10652">
                  <c:v>-1791617</c:v>
                </c:pt>
                <c:pt idx="10653">
                  <c:v>-2017531</c:v>
                </c:pt>
                <c:pt idx="10654">
                  <c:v>-1934041</c:v>
                </c:pt>
                <c:pt idx="10655">
                  <c:v>-1959856</c:v>
                </c:pt>
                <c:pt idx="10656">
                  <c:v>-2016175</c:v>
                </c:pt>
                <c:pt idx="10657">
                  <c:v>-2012916</c:v>
                </c:pt>
                <c:pt idx="10658">
                  <c:v>-2018291</c:v>
                </c:pt>
                <c:pt idx="10659">
                  <c:v>-1848063</c:v>
                </c:pt>
                <c:pt idx="10660">
                  <c:v>-1652110</c:v>
                </c:pt>
                <c:pt idx="10661">
                  <c:v>-2012924</c:v>
                </c:pt>
                <c:pt idx="10662">
                  <c:v>-2009472</c:v>
                </c:pt>
                <c:pt idx="10663">
                  <c:v>-1761637</c:v>
                </c:pt>
                <c:pt idx="10664">
                  <c:v>-2025403</c:v>
                </c:pt>
                <c:pt idx="10665">
                  <c:v>-2016732</c:v>
                </c:pt>
                <c:pt idx="10666">
                  <c:v>-2016947</c:v>
                </c:pt>
                <c:pt idx="10667">
                  <c:v>-2011428</c:v>
                </c:pt>
                <c:pt idx="10668">
                  <c:v>-1962357</c:v>
                </c:pt>
                <c:pt idx="10669">
                  <c:v>-1792605</c:v>
                </c:pt>
                <c:pt idx="10670">
                  <c:v>-1968196</c:v>
                </c:pt>
                <c:pt idx="10671">
                  <c:v>-2019753</c:v>
                </c:pt>
                <c:pt idx="10672">
                  <c:v>-2051611</c:v>
                </c:pt>
                <c:pt idx="10673">
                  <c:v>-2006262</c:v>
                </c:pt>
                <c:pt idx="10674">
                  <c:v>-2016888</c:v>
                </c:pt>
                <c:pt idx="10675">
                  <c:v>-2024876</c:v>
                </c:pt>
                <c:pt idx="10676">
                  <c:v>-2005257</c:v>
                </c:pt>
                <c:pt idx="10677">
                  <c:v>-2008401</c:v>
                </c:pt>
                <c:pt idx="10678">
                  <c:v>-2019206</c:v>
                </c:pt>
                <c:pt idx="10679">
                  <c:v>-1845899</c:v>
                </c:pt>
                <c:pt idx="10680">
                  <c:v>-2024502</c:v>
                </c:pt>
                <c:pt idx="10681">
                  <c:v>-2002257</c:v>
                </c:pt>
                <c:pt idx="10682">
                  <c:v>-2025438</c:v>
                </c:pt>
                <c:pt idx="10683">
                  <c:v>-2015660</c:v>
                </c:pt>
                <c:pt idx="10684">
                  <c:v>-2014244</c:v>
                </c:pt>
                <c:pt idx="10685">
                  <c:v>-2020747</c:v>
                </c:pt>
                <c:pt idx="10686">
                  <c:v>-2019437</c:v>
                </c:pt>
                <c:pt idx="10687">
                  <c:v>-2013995</c:v>
                </c:pt>
                <c:pt idx="10688">
                  <c:v>-2014293</c:v>
                </c:pt>
                <c:pt idx="10689">
                  <c:v>-2011031</c:v>
                </c:pt>
                <c:pt idx="10690">
                  <c:v>-2094901</c:v>
                </c:pt>
                <c:pt idx="10691">
                  <c:v>-2022502</c:v>
                </c:pt>
                <c:pt idx="10692">
                  <c:v>-2301245</c:v>
                </c:pt>
                <c:pt idx="10693">
                  <c:v>-2012795</c:v>
                </c:pt>
                <c:pt idx="10694">
                  <c:v>-2011946</c:v>
                </c:pt>
                <c:pt idx="10695">
                  <c:v>-2051880</c:v>
                </c:pt>
                <c:pt idx="10696">
                  <c:v>-2021234</c:v>
                </c:pt>
                <c:pt idx="10697">
                  <c:v>-2004474</c:v>
                </c:pt>
                <c:pt idx="10698">
                  <c:v>-2025309</c:v>
                </c:pt>
                <c:pt idx="10699">
                  <c:v>-2012598</c:v>
                </c:pt>
                <c:pt idx="10700">
                  <c:v>-1966306</c:v>
                </c:pt>
                <c:pt idx="10701">
                  <c:v>-2016732</c:v>
                </c:pt>
                <c:pt idx="10702">
                  <c:v>-2006314</c:v>
                </c:pt>
                <c:pt idx="10703">
                  <c:v>-1900489</c:v>
                </c:pt>
                <c:pt idx="10704">
                  <c:v>-1847843</c:v>
                </c:pt>
                <c:pt idx="10705">
                  <c:v>-2048589</c:v>
                </c:pt>
                <c:pt idx="10706">
                  <c:v>-1960334</c:v>
                </c:pt>
                <c:pt idx="10707">
                  <c:v>-2011674</c:v>
                </c:pt>
                <c:pt idx="10708">
                  <c:v>-1962463</c:v>
                </c:pt>
                <c:pt idx="10709">
                  <c:v>-2016105</c:v>
                </c:pt>
                <c:pt idx="10710">
                  <c:v>-2006547</c:v>
                </c:pt>
                <c:pt idx="10711">
                  <c:v>-2040850</c:v>
                </c:pt>
                <c:pt idx="10712">
                  <c:v>-2020361</c:v>
                </c:pt>
                <c:pt idx="10713">
                  <c:v>-2094795</c:v>
                </c:pt>
                <c:pt idx="10714">
                  <c:v>-1955075</c:v>
                </c:pt>
                <c:pt idx="10715">
                  <c:v>-2022034</c:v>
                </c:pt>
                <c:pt idx="10716">
                  <c:v>-2015088</c:v>
                </c:pt>
                <c:pt idx="10717">
                  <c:v>-1968721</c:v>
                </c:pt>
                <c:pt idx="10718">
                  <c:v>-1980519</c:v>
                </c:pt>
                <c:pt idx="10719">
                  <c:v>-1956778</c:v>
                </c:pt>
                <c:pt idx="10720">
                  <c:v>-2024893</c:v>
                </c:pt>
                <c:pt idx="10721">
                  <c:v>-2017356</c:v>
                </c:pt>
                <c:pt idx="10722">
                  <c:v>-2010738</c:v>
                </c:pt>
                <c:pt idx="10723">
                  <c:v>-2019055</c:v>
                </c:pt>
                <c:pt idx="10724">
                  <c:v>-2011596</c:v>
                </c:pt>
                <c:pt idx="10725">
                  <c:v>-2094901</c:v>
                </c:pt>
                <c:pt idx="10726">
                  <c:v>-1916996</c:v>
                </c:pt>
                <c:pt idx="10727">
                  <c:v>-1955075</c:v>
                </c:pt>
                <c:pt idx="10728">
                  <c:v>-2012738</c:v>
                </c:pt>
                <c:pt idx="10729">
                  <c:v>-1934630</c:v>
                </c:pt>
                <c:pt idx="10730">
                  <c:v>-2011031</c:v>
                </c:pt>
                <c:pt idx="10731">
                  <c:v>-1959296</c:v>
                </c:pt>
                <c:pt idx="10732">
                  <c:v>-2008658</c:v>
                </c:pt>
                <c:pt idx="10733">
                  <c:v>-2016900</c:v>
                </c:pt>
                <c:pt idx="10734">
                  <c:v>-1893498</c:v>
                </c:pt>
                <c:pt idx="10735">
                  <c:v>-2012808</c:v>
                </c:pt>
                <c:pt idx="10736">
                  <c:v>-2036741</c:v>
                </c:pt>
                <c:pt idx="10737">
                  <c:v>-1896518</c:v>
                </c:pt>
                <c:pt idx="10738">
                  <c:v>-2009196</c:v>
                </c:pt>
                <c:pt idx="10739">
                  <c:v>-1962463</c:v>
                </c:pt>
                <c:pt idx="10740">
                  <c:v>-2025915</c:v>
                </c:pt>
                <c:pt idx="10741">
                  <c:v>-2008401</c:v>
                </c:pt>
                <c:pt idx="10742">
                  <c:v>-1960334</c:v>
                </c:pt>
                <c:pt idx="10743">
                  <c:v>-2028327</c:v>
                </c:pt>
                <c:pt idx="10744">
                  <c:v>-2019683</c:v>
                </c:pt>
                <c:pt idx="10745">
                  <c:v>-1726984</c:v>
                </c:pt>
                <c:pt idx="10746">
                  <c:v>-1624918</c:v>
                </c:pt>
                <c:pt idx="10747">
                  <c:v>-1670341</c:v>
                </c:pt>
                <c:pt idx="10748">
                  <c:v>-1624757</c:v>
                </c:pt>
                <c:pt idx="10749">
                  <c:v>-1741878</c:v>
                </c:pt>
                <c:pt idx="10750">
                  <c:v>-1801523</c:v>
                </c:pt>
                <c:pt idx="10751">
                  <c:v>-1711453</c:v>
                </c:pt>
                <c:pt idx="10752">
                  <c:v>-1674914</c:v>
                </c:pt>
                <c:pt idx="10753">
                  <c:v>-1640947</c:v>
                </c:pt>
                <c:pt idx="10754">
                  <c:v>-1478042</c:v>
                </c:pt>
                <c:pt idx="10755">
                  <c:v>-1706366</c:v>
                </c:pt>
                <c:pt idx="10756">
                  <c:v>-1615666</c:v>
                </c:pt>
                <c:pt idx="10757">
                  <c:v>-1256032</c:v>
                </c:pt>
                <c:pt idx="10758">
                  <c:v>-1279775</c:v>
                </c:pt>
                <c:pt idx="10759">
                  <c:v>-1510069</c:v>
                </c:pt>
                <c:pt idx="10760">
                  <c:v>-1232765</c:v>
                </c:pt>
                <c:pt idx="10761">
                  <c:v>-1780717</c:v>
                </c:pt>
                <c:pt idx="10762">
                  <c:v>-1223614</c:v>
                </c:pt>
                <c:pt idx="10763">
                  <c:v>-1627447</c:v>
                </c:pt>
                <c:pt idx="10764">
                  <c:v>-1672879</c:v>
                </c:pt>
                <c:pt idx="10765">
                  <c:v>-1330917</c:v>
                </c:pt>
                <c:pt idx="10766">
                  <c:v>-1354643</c:v>
                </c:pt>
                <c:pt idx="10767">
                  <c:v>-1690601</c:v>
                </c:pt>
                <c:pt idx="10768">
                  <c:v>-1704014</c:v>
                </c:pt>
                <c:pt idx="10769">
                  <c:v>-1608497</c:v>
                </c:pt>
                <c:pt idx="10770">
                  <c:v>-1286386</c:v>
                </c:pt>
                <c:pt idx="10771">
                  <c:v>-1445489</c:v>
                </c:pt>
                <c:pt idx="10772">
                  <c:v>-1321875</c:v>
                </c:pt>
                <c:pt idx="10773">
                  <c:v>-1532775</c:v>
                </c:pt>
                <c:pt idx="10774">
                  <c:v>-1664700</c:v>
                </c:pt>
                <c:pt idx="10775">
                  <c:v>-1678749</c:v>
                </c:pt>
                <c:pt idx="10776">
                  <c:v>-1700220</c:v>
                </c:pt>
                <c:pt idx="10777">
                  <c:v>-1242451</c:v>
                </c:pt>
                <c:pt idx="10778">
                  <c:v>-1668270</c:v>
                </c:pt>
                <c:pt idx="10779">
                  <c:v>-1715606</c:v>
                </c:pt>
                <c:pt idx="10780">
                  <c:v>-1720244</c:v>
                </c:pt>
                <c:pt idx="10781">
                  <c:v>-1729672</c:v>
                </c:pt>
                <c:pt idx="10782">
                  <c:v>-1399792</c:v>
                </c:pt>
                <c:pt idx="10783">
                  <c:v>-1292061</c:v>
                </c:pt>
                <c:pt idx="10784">
                  <c:v>-1320858</c:v>
                </c:pt>
                <c:pt idx="10785">
                  <c:v>-1702365</c:v>
                </c:pt>
                <c:pt idx="10786">
                  <c:v>-1720124</c:v>
                </c:pt>
                <c:pt idx="10787">
                  <c:v>-1236632</c:v>
                </c:pt>
                <c:pt idx="10788">
                  <c:v>-1674833</c:v>
                </c:pt>
                <c:pt idx="10789">
                  <c:v>-1219918</c:v>
                </c:pt>
                <c:pt idx="10790">
                  <c:v>-1622232</c:v>
                </c:pt>
                <c:pt idx="10791">
                  <c:v>-1688854</c:v>
                </c:pt>
                <c:pt idx="10792">
                  <c:v>-1339865</c:v>
                </c:pt>
                <c:pt idx="10793">
                  <c:v>-1664715</c:v>
                </c:pt>
                <c:pt idx="10794">
                  <c:v>-1205298</c:v>
                </c:pt>
                <c:pt idx="10795">
                  <c:v>-1207655</c:v>
                </c:pt>
                <c:pt idx="10796">
                  <c:v>-1580573</c:v>
                </c:pt>
                <c:pt idx="10797">
                  <c:v>-1661825</c:v>
                </c:pt>
                <c:pt idx="10798">
                  <c:v>-1599601</c:v>
                </c:pt>
                <c:pt idx="10799">
                  <c:v>-1742121</c:v>
                </c:pt>
                <c:pt idx="10800">
                  <c:v>-1456702</c:v>
                </c:pt>
                <c:pt idx="10801">
                  <c:v>-1231336</c:v>
                </c:pt>
                <c:pt idx="10802">
                  <c:v>-1850468</c:v>
                </c:pt>
                <c:pt idx="10803">
                  <c:v>-1686319</c:v>
                </c:pt>
                <c:pt idx="10804">
                  <c:v>-1241385</c:v>
                </c:pt>
                <c:pt idx="10805">
                  <c:v>-1224486</c:v>
                </c:pt>
                <c:pt idx="10806">
                  <c:v>-1643179</c:v>
                </c:pt>
                <c:pt idx="10807">
                  <c:v>-1682378</c:v>
                </c:pt>
                <c:pt idx="10808">
                  <c:v>-1516288</c:v>
                </c:pt>
                <c:pt idx="10809">
                  <c:v>-1496578</c:v>
                </c:pt>
                <c:pt idx="10810">
                  <c:v>-1686071</c:v>
                </c:pt>
                <c:pt idx="10811">
                  <c:v>-1801178</c:v>
                </c:pt>
                <c:pt idx="10812">
                  <c:v>-1767208</c:v>
                </c:pt>
                <c:pt idx="10813">
                  <c:v>-1418528</c:v>
                </c:pt>
                <c:pt idx="10814">
                  <c:v>-1674064</c:v>
                </c:pt>
                <c:pt idx="10815">
                  <c:v>-1685639</c:v>
                </c:pt>
                <c:pt idx="10816">
                  <c:v>-1650876</c:v>
                </c:pt>
                <c:pt idx="10817">
                  <c:v>-1473137</c:v>
                </c:pt>
                <c:pt idx="10818">
                  <c:v>-1710083</c:v>
                </c:pt>
                <c:pt idx="10819">
                  <c:v>-1692101</c:v>
                </c:pt>
                <c:pt idx="10820">
                  <c:v>-1474268</c:v>
                </c:pt>
                <c:pt idx="10821">
                  <c:v>-1651059</c:v>
                </c:pt>
                <c:pt idx="10822">
                  <c:v>-1665471</c:v>
                </c:pt>
                <c:pt idx="10823">
                  <c:v>-1652176</c:v>
                </c:pt>
                <c:pt idx="10824">
                  <c:v>-1525479</c:v>
                </c:pt>
                <c:pt idx="10825">
                  <c:v>-1317920</c:v>
                </c:pt>
                <c:pt idx="10826">
                  <c:v>-1380163</c:v>
                </c:pt>
                <c:pt idx="10827">
                  <c:v>-1758112</c:v>
                </c:pt>
                <c:pt idx="10828">
                  <c:v>-1311403</c:v>
                </c:pt>
                <c:pt idx="10829">
                  <c:v>-1648517</c:v>
                </c:pt>
                <c:pt idx="10830">
                  <c:v>-1660383</c:v>
                </c:pt>
                <c:pt idx="10831">
                  <c:v>-1558123</c:v>
                </c:pt>
                <c:pt idx="10832">
                  <c:v>-1435591</c:v>
                </c:pt>
                <c:pt idx="10833">
                  <c:v>-1413613</c:v>
                </c:pt>
                <c:pt idx="10834">
                  <c:v>-1290593</c:v>
                </c:pt>
                <c:pt idx="10835">
                  <c:v>-1518231</c:v>
                </c:pt>
                <c:pt idx="10836">
                  <c:v>-1761533</c:v>
                </c:pt>
                <c:pt idx="10837">
                  <c:v>-1533394</c:v>
                </c:pt>
                <c:pt idx="10838">
                  <c:v>-1570308</c:v>
                </c:pt>
                <c:pt idx="10839">
                  <c:v>-1418861</c:v>
                </c:pt>
                <c:pt idx="10840">
                  <c:v>-1747331</c:v>
                </c:pt>
                <c:pt idx="10841">
                  <c:v>-1689500</c:v>
                </c:pt>
                <c:pt idx="10842">
                  <c:v>-1698906</c:v>
                </c:pt>
                <c:pt idx="10843">
                  <c:v>-1188067</c:v>
                </c:pt>
                <c:pt idx="10844">
                  <c:v>-1703979</c:v>
                </c:pt>
                <c:pt idx="10845">
                  <c:v>-1704348</c:v>
                </c:pt>
                <c:pt idx="10846">
                  <c:v>-1688713</c:v>
                </c:pt>
                <c:pt idx="10847">
                  <c:v>-1500981</c:v>
                </c:pt>
                <c:pt idx="10848">
                  <c:v>-1510153</c:v>
                </c:pt>
                <c:pt idx="10849">
                  <c:v>-1730089</c:v>
                </c:pt>
                <c:pt idx="10850">
                  <c:v>-1683337</c:v>
                </c:pt>
                <c:pt idx="10851">
                  <c:v>-1427715</c:v>
                </c:pt>
                <c:pt idx="10852">
                  <c:v>-1798586</c:v>
                </c:pt>
                <c:pt idx="10853">
                  <c:v>-1711453</c:v>
                </c:pt>
                <c:pt idx="10854">
                  <c:v>-1636221</c:v>
                </c:pt>
                <c:pt idx="10855">
                  <c:v>-1700024</c:v>
                </c:pt>
                <c:pt idx="10856">
                  <c:v>-1686457</c:v>
                </c:pt>
                <c:pt idx="10857">
                  <c:v>-1411230</c:v>
                </c:pt>
                <c:pt idx="10858">
                  <c:v>-1744083</c:v>
                </c:pt>
                <c:pt idx="10859">
                  <c:v>-1482625</c:v>
                </c:pt>
                <c:pt idx="10860">
                  <c:v>-1326118</c:v>
                </c:pt>
                <c:pt idx="10861">
                  <c:v>-1469326</c:v>
                </c:pt>
                <c:pt idx="10862">
                  <c:v>-1407226</c:v>
                </c:pt>
                <c:pt idx="10863">
                  <c:v>-1693522</c:v>
                </c:pt>
                <c:pt idx="10864">
                  <c:v>-1670088</c:v>
                </c:pt>
                <c:pt idx="10865">
                  <c:v>-1628539</c:v>
                </c:pt>
                <c:pt idx="10866">
                  <c:v>-1707106</c:v>
                </c:pt>
                <c:pt idx="10867">
                  <c:v>-1722021</c:v>
                </c:pt>
                <c:pt idx="10868">
                  <c:v>-1668576</c:v>
                </c:pt>
                <c:pt idx="10869">
                  <c:v>-1203349</c:v>
                </c:pt>
                <c:pt idx="10870">
                  <c:v>-1565681</c:v>
                </c:pt>
                <c:pt idx="10871">
                  <c:v>-1799176</c:v>
                </c:pt>
                <c:pt idx="10872">
                  <c:v>-1678810</c:v>
                </c:pt>
                <c:pt idx="10873">
                  <c:v>-1760619</c:v>
                </c:pt>
                <c:pt idx="10874">
                  <c:v>-1779662</c:v>
                </c:pt>
                <c:pt idx="10875">
                  <c:v>-1739164</c:v>
                </c:pt>
                <c:pt idx="10876">
                  <c:v>-1788348</c:v>
                </c:pt>
                <c:pt idx="10877">
                  <c:v>-1536762</c:v>
                </c:pt>
                <c:pt idx="10878">
                  <c:v>-1470108</c:v>
                </c:pt>
                <c:pt idx="10879">
                  <c:v>-1620504</c:v>
                </c:pt>
                <c:pt idx="10880">
                  <c:v>-1727734</c:v>
                </c:pt>
                <c:pt idx="10881">
                  <c:v>-1219685</c:v>
                </c:pt>
                <c:pt idx="10882">
                  <c:v>-1712686</c:v>
                </c:pt>
                <c:pt idx="10883">
                  <c:v>-1643315</c:v>
                </c:pt>
                <c:pt idx="10884">
                  <c:v>-1588757</c:v>
                </c:pt>
                <c:pt idx="10885">
                  <c:v>-1683738</c:v>
                </c:pt>
                <c:pt idx="10886">
                  <c:v>-1770805</c:v>
                </c:pt>
                <c:pt idx="10887">
                  <c:v>-1244152</c:v>
                </c:pt>
                <c:pt idx="10888">
                  <c:v>-1446441</c:v>
                </c:pt>
                <c:pt idx="10889">
                  <c:v>-1229680</c:v>
                </c:pt>
                <c:pt idx="10890">
                  <c:v>-1693656</c:v>
                </c:pt>
                <c:pt idx="10891">
                  <c:v>-1729570</c:v>
                </c:pt>
                <c:pt idx="10892">
                  <c:v>-1695793</c:v>
                </c:pt>
                <c:pt idx="10893">
                  <c:v>-1650933</c:v>
                </c:pt>
                <c:pt idx="10894">
                  <c:v>-1229669</c:v>
                </c:pt>
                <c:pt idx="10895">
                  <c:v>-1598516</c:v>
                </c:pt>
                <c:pt idx="10896">
                  <c:v>-1245185</c:v>
                </c:pt>
                <c:pt idx="10897">
                  <c:v>-1206895</c:v>
                </c:pt>
                <c:pt idx="10898">
                  <c:v>-1700576</c:v>
                </c:pt>
                <c:pt idx="10899">
                  <c:v>-1460943</c:v>
                </c:pt>
                <c:pt idx="10900">
                  <c:v>-1447739</c:v>
                </c:pt>
                <c:pt idx="10901">
                  <c:v>-1747065</c:v>
                </c:pt>
                <c:pt idx="10902">
                  <c:v>-1675156</c:v>
                </c:pt>
                <c:pt idx="10903">
                  <c:v>-1695320</c:v>
                </c:pt>
                <c:pt idx="10904">
                  <c:v>-1776613</c:v>
                </c:pt>
                <c:pt idx="10905">
                  <c:v>-1656017</c:v>
                </c:pt>
                <c:pt idx="10906">
                  <c:v>-1799767</c:v>
                </c:pt>
                <c:pt idx="10907">
                  <c:v>-1746302</c:v>
                </c:pt>
                <c:pt idx="10908">
                  <c:v>-1412347</c:v>
                </c:pt>
                <c:pt idx="10909">
                  <c:v>-1655083</c:v>
                </c:pt>
                <c:pt idx="10910">
                  <c:v>-1684899</c:v>
                </c:pt>
                <c:pt idx="10911">
                  <c:v>-1238866</c:v>
                </c:pt>
                <c:pt idx="10912">
                  <c:v>-1726751</c:v>
                </c:pt>
                <c:pt idx="10913">
                  <c:v>-1773893</c:v>
                </c:pt>
                <c:pt idx="10914">
                  <c:v>-1453748</c:v>
                </c:pt>
                <c:pt idx="10915">
                  <c:v>-1441596</c:v>
                </c:pt>
                <c:pt idx="10916">
                  <c:v>-1494604</c:v>
                </c:pt>
                <c:pt idx="10917">
                  <c:v>-1686388</c:v>
                </c:pt>
                <c:pt idx="10918">
                  <c:v>-1700728</c:v>
                </c:pt>
                <c:pt idx="10919">
                  <c:v>-1461800</c:v>
                </c:pt>
                <c:pt idx="10920">
                  <c:v>-1389669</c:v>
                </c:pt>
                <c:pt idx="10921">
                  <c:v>-1406280</c:v>
                </c:pt>
                <c:pt idx="10922">
                  <c:v>-1446648</c:v>
                </c:pt>
                <c:pt idx="10923">
                  <c:v>-1599985</c:v>
                </c:pt>
                <c:pt idx="10924">
                  <c:v>-1461268</c:v>
                </c:pt>
                <c:pt idx="10925">
                  <c:v>-1291606</c:v>
                </c:pt>
                <c:pt idx="10926">
                  <c:v>-1418849</c:v>
                </c:pt>
                <c:pt idx="10927">
                  <c:v>-1711026</c:v>
                </c:pt>
                <c:pt idx="10928">
                  <c:v>-1459299</c:v>
                </c:pt>
                <c:pt idx="10929">
                  <c:v>-1279774</c:v>
                </c:pt>
                <c:pt idx="10930">
                  <c:v>-1643259</c:v>
                </c:pt>
                <c:pt idx="10931">
                  <c:v>-1545892</c:v>
                </c:pt>
                <c:pt idx="10932">
                  <c:v>-1675493</c:v>
                </c:pt>
                <c:pt idx="10933">
                  <c:v>-1544106</c:v>
                </c:pt>
                <c:pt idx="10934">
                  <c:v>-1692727</c:v>
                </c:pt>
                <c:pt idx="10935">
                  <c:v>-1217322</c:v>
                </c:pt>
                <c:pt idx="10936">
                  <c:v>-1214829</c:v>
                </c:pt>
                <c:pt idx="10937">
                  <c:v>-1481935</c:v>
                </c:pt>
                <c:pt idx="10938">
                  <c:v>-1529850</c:v>
                </c:pt>
                <c:pt idx="10939">
                  <c:v>-1699171</c:v>
                </c:pt>
                <c:pt idx="10940">
                  <c:v>-1627194</c:v>
                </c:pt>
                <c:pt idx="10941">
                  <c:v>-1607985</c:v>
                </c:pt>
                <c:pt idx="10942">
                  <c:v>-1697419</c:v>
                </c:pt>
                <c:pt idx="10943">
                  <c:v>-1646584</c:v>
                </c:pt>
                <c:pt idx="10944">
                  <c:v>-1704521</c:v>
                </c:pt>
                <c:pt idx="10945">
                  <c:v>-1714891</c:v>
                </c:pt>
                <c:pt idx="10946">
                  <c:v>-1710115</c:v>
                </c:pt>
                <c:pt idx="10947">
                  <c:v>-1231971</c:v>
                </c:pt>
                <c:pt idx="10948">
                  <c:v>-1807039</c:v>
                </c:pt>
                <c:pt idx="10949">
                  <c:v>-1359254</c:v>
                </c:pt>
                <c:pt idx="10950">
                  <c:v>-1409745</c:v>
                </c:pt>
                <c:pt idx="10951">
                  <c:v>-1554676</c:v>
                </c:pt>
                <c:pt idx="10952">
                  <c:v>-1795259</c:v>
                </c:pt>
                <c:pt idx="10953">
                  <c:v>-1237721</c:v>
                </c:pt>
                <c:pt idx="10954">
                  <c:v>-1726157</c:v>
                </c:pt>
                <c:pt idx="10955">
                  <c:v>-1765645</c:v>
                </c:pt>
                <c:pt idx="10956">
                  <c:v>-1449992</c:v>
                </c:pt>
                <c:pt idx="10957">
                  <c:v>-1649913</c:v>
                </c:pt>
                <c:pt idx="10958">
                  <c:v>-1696174</c:v>
                </c:pt>
                <c:pt idx="10959">
                  <c:v>-1631516</c:v>
                </c:pt>
                <c:pt idx="10960">
                  <c:v>-1227718</c:v>
                </c:pt>
                <c:pt idx="10961">
                  <c:v>-1706986</c:v>
                </c:pt>
                <c:pt idx="10962">
                  <c:v>-1234216</c:v>
                </c:pt>
                <c:pt idx="10963">
                  <c:v>-1694191</c:v>
                </c:pt>
                <c:pt idx="10964">
                  <c:v>-1733922</c:v>
                </c:pt>
                <c:pt idx="10965">
                  <c:v>-1489908</c:v>
                </c:pt>
                <c:pt idx="10966">
                  <c:v>-1636772</c:v>
                </c:pt>
                <c:pt idx="10967">
                  <c:v>-1691782</c:v>
                </c:pt>
                <c:pt idx="10968">
                  <c:v>-1753570</c:v>
                </c:pt>
                <c:pt idx="10969">
                  <c:v>-1717625</c:v>
                </c:pt>
                <c:pt idx="10970">
                  <c:v>-1690952</c:v>
                </c:pt>
                <c:pt idx="10971">
                  <c:v>-1235078</c:v>
                </c:pt>
                <c:pt idx="10972">
                  <c:v>-1625102</c:v>
                </c:pt>
                <c:pt idx="10973">
                  <c:v>-1615344</c:v>
                </c:pt>
                <c:pt idx="10974">
                  <c:v>-1687103</c:v>
                </c:pt>
                <c:pt idx="10975">
                  <c:v>-1415666</c:v>
                </c:pt>
                <c:pt idx="10976">
                  <c:v>-1725347</c:v>
                </c:pt>
                <c:pt idx="10977">
                  <c:v>-1647576</c:v>
                </c:pt>
                <c:pt idx="10978">
                  <c:v>-1670779</c:v>
                </c:pt>
                <c:pt idx="10979">
                  <c:v>-1669892</c:v>
                </c:pt>
                <c:pt idx="10980">
                  <c:v>-1245378</c:v>
                </c:pt>
                <c:pt idx="10981">
                  <c:v>-1693269</c:v>
                </c:pt>
                <c:pt idx="10982">
                  <c:v>-1240385</c:v>
                </c:pt>
                <c:pt idx="10983">
                  <c:v>-1637140</c:v>
                </c:pt>
                <c:pt idx="10984">
                  <c:v>-1227095</c:v>
                </c:pt>
                <c:pt idx="10985">
                  <c:v>-1695251</c:v>
                </c:pt>
                <c:pt idx="10986">
                  <c:v>-1555831</c:v>
                </c:pt>
                <c:pt idx="10987">
                  <c:v>-1234488</c:v>
                </c:pt>
                <c:pt idx="10988">
                  <c:v>-1493989</c:v>
                </c:pt>
                <c:pt idx="10989">
                  <c:v>-1727838</c:v>
                </c:pt>
                <c:pt idx="10990">
                  <c:v>-1595852</c:v>
                </c:pt>
                <c:pt idx="10991">
                  <c:v>-1729743</c:v>
                </c:pt>
                <c:pt idx="10992">
                  <c:v>-1479885</c:v>
                </c:pt>
                <c:pt idx="10993">
                  <c:v>-1419431</c:v>
                </c:pt>
                <c:pt idx="10994">
                  <c:v>-1745263</c:v>
                </c:pt>
                <c:pt idx="10995">
                  <c:v>-1474019</c:v>
                </c:pt>
                <c:pt idx="10996">
                  <c:v>-1564914</c:v>
                </c:pt>
                <c:pt idx="10997">
                  <c:v>-1533771</c:v>
                </c:pt>
                <c:pt idx="10998">
                  <c:v>-1453374</c:v>
                </c:pt>
                <c:pt idx="10999">
                  <c:v>-1692516</c:v>
                </c:pt>
                <c:pt idx="11000">
                  <c:v>-1764400</c:v>
                </c:pt>
                <c:pt idx="11001">
                  <c:v>-1360063</c:v>
                </c:pt>
                <c:pt idx="11002">
                  <c:v>-1249258</c:v>
                </c:pt>
                <c:pt idx="11003">
                  <c:v>-1736289</c:v>
                </c:pt>
                <c:pt idx="11004">
                  <c:v>-1540302</c:v>
                </c:pt>
                <c:pt idx="11005">
                  <c:v>-1743510</c:v>
                </c:pt>
                <c:pt idx="11006">
                  <c:v>-1728335</c:v>
                </c:pt>
                <c:pt idx="11007">
                  <c:v>-1685446</c:v>
                </c:pt>
                <c:pt idx="11008">
                  <c:v>-1669432</c:v>
                </c:pt>
                <c:pt idx="11009">
                  <c:v>-1673617</c:v>
                </c:pt>
                <c:pt idx="11010">
                  <c:v>-1688785</c:v>
                </c:pt>
                <c:pt idx="11011">
                  <c:v>-1646506</c:v>
                </c:pt>
                <c:pt idx="11012">
                  <c:v>-1683035</c:v>
                </c:pt>
                <c:pt idx="11013">
                  <c:v>-1704316</c:v>
                </c:pt>
                <c:pt idx="11014">
                  <c:v>-1680719</c:v>
                </c:pt>
                <c:pt idx="11015">
                  <c:v>-1461248</c:v>
                </c:pt>
                <c:pt idx="11016">
                  <c:v>-1229861</c:v>
                </c:pt>
                <c:pt idx="11017">
                  <c:v>-1714533</c:v>
                </c:pt>
                <c:pt idx="11018">
                  <c:v>-1511079</c:v>
                </c:pt>
                <c:pt idx="11019">
                  <c:v>-1412045</c:v>
                </c:pt>
                <c:pt idx="11020">
                  <c:v>-1589055</c:v>
                </c:pt>
                <c:pt idx="11021">
                  <c:v>-1741266</c:v>
                </c:pt>
                <c:pt idx="11022">
                  <c:v>-1783695</c:v>
                </c:pt>
                <c:pt idx="11023">
                  <c:v>-1710092</c:v>
                </c:pt>
                <c:pt idx="11024">
                  <c:v>-1542490</c:v>
                </c:pt>
                <c:pt idx="11025">
                  <c:v>-1163420</c:v>
                </c:pt>
                <c:pt idx="11026">
                  <c:v>-1207507</c:v>
                </c:pt>
                <c:pt idx="11027">
                  <c:v>-1410815</c:v>
                </c:pt>
                <c:pt idx="11028">
                  <c:v>-1249678</c:v>
                </c:pt>
                <c:pt idx="11029">
                  <c:v>-1792980</c:v>
                </c:pt>
                <c:pt idx="11030">
                  <c:v>-1609131</c:v>
                </c:pt>
                <c:pt idx="11031">
                  <c:v>-1796618</c:v>
                </c:pt>
                <c:pt idx="11032">
                  <c:v>-1515541</c:v>
                </c:pt>
                <c:pt idx="11033">
                  <c:v>-1727642</c:v>
                </c:pt>
                <c:pt idx="11034">
                  <c:v>-1666772</c:v>
                </c:pt>
                <c:pt idx="11035">
                  <c:v>-1370551</c:v>
                </c:pt>
                <c:pt idx="11036">
                  <c:v>-1264477</c:v>
                </c:pt>
                <c:pt idx="11037">
                  <c:v>-1657436</c:v>
                </c:pt>
                <c:pt idx="11038">
                  <c:v>-1716540</c:v>
                </c:pt>
                <c:pt idx="11039">
                  <c:v>-1454652</c:v>
                </c:pt>
                <c:pt idx="11040">
                  <c:v>-1727400</c:v>
                </c:pt>
                <c:pt idx="11041">
                  <c:v>-1767521</c:v>
                </c:pt>
                <c:pt idx="11042">
                  <c:v>-1676974</c:v>
                </c:pt>
                <c:pt idx="11043">
                  <c:v>-1256634</c:v>
                </c:pt>
                <c:pt idx="11044">
                  <c:v>-1687955</c:v>
                </c:pt>
                <c:pt idx="11045">
                  <c:v>-1673359</c:v>
                </c:pt>
                <c:pt idx="11046">
                  <c:v>-1473105</c:v>
                </c:pt>
                <c:pt idx="11047">
                  <c:v>-1373706</c:v>
                </c:pt>
                <c:pt idx="11048">
                  <c:v>-1537884</c:v>
                </c:pt>
                <c:pt idx="11049">
                  <c:v>-1591236</c:v>
                </c:pt>
                <c:pt idx="11050">
                  <c:v>-1531549</c:v>
                </c:pt>
                <c:pt idx="11051">
                  <c:v>-1231098</c:v>
                </c:pt>
                <c:pt idx="11052">
                  <c:v>-1249939</c:v>
                </c:pt>
                <c:pt idx="11053">
                  <c:v>-1809830</c:v>
                </c:pt>
                <c:pt idx="11054">
                  <c:v>-1627847</c:v>
                </c:pt>
                <c:pt idx="11055">
                  <c:v>-1681779</c:v>
                </c:pt>
                <c:pt idx="11056">
                  <c:v>-1712237</c:v>
                </c:pt>
                <c:pt idx="11057">
                  <c:v>-1717475</c:v>
                </c:pt>
                <c:pt idx="11058">
                  <c:v>-1689304</c:v>
                </c:pt>
                <c:pt idx="11059">
                  <c:v>-1207655</c:v>
                </c:pt>
                <c:pt idx="11060">
                  <c:v>-1723649</c:v>
                </c:pt>
                <c:pt idx="11061">
                  <c:v>-1667005</c:v>
                </c:pt>
                <c:pt idx="11062">
                  <c:v>-1332794</c:v>
                </c:pt>
                <c:pt idx="11063">
                  <c:v>-1669731</c:v>
                </c:pt>
                <c:pt idx="11064">
                  <c:v>-1575600</c:v>
                </c:pt>
                <c:pt idx="11065">
                  <c:v>-1574985</c:v>
                </c:pt>
                <c:pt idx="11066">
                  <c:v>-1706992</c:v>
                </c:pt>
                <c:pt idx="11067">
                  <c:v>-1706274</c:v>
                </c:pt>
                <c:pt idx="11068">
                  <c:v>-1733922</c:v>
                </c:pt>
                <c:pt idx="11069">
                  <c:v>-1471629</c:v>
                </c:pt>
                <c:pt idx="11070">
                  <c:v>-1695063</c:v>
                </c:pt>
                <c:pt idx="11071">
                  <c:v>-1685622</c:v>
                </c:pt>
                <c:pt idx="11072">
                  <c:v>-1617056</c:v>
                </c:pt>
                <c:pt idx="11073">
                  <c:v>-1695770</c:v>
                </c:pt>
                <c:pt idx="11074">
                  <c:v>-1647552</c:v>
                </c:pt>
                <c:pt idx="11075">
                  <c:v>-1600802</c:v>
                </c:pt>
                <c:pt idx="11076">
                  <c:v>-1631161</c:v>
                </c:pt>
                <c:pt idx="11077">
                  <c:v>-1519660</c:v>
                </c:pt>
                <c:pt idx="11078">
                  <c:v>-1205422</c:v>
                </c:pt>
                <c:pt idx="11079">
                  <c:v>-1235974</c:v>
                </c:pt>
                <c:pt idx="11080">
                  <c:v>-1696629</c:v>
                </c:pt>
                <c:pt idx="11081">
                  <c:v>-1266928</c:v>
                </c:pt>
                <c:pt idx="11082">
                  <c:v>-1481315</c:v>
                </c:pt>
                <c:pt idx="11083">
                  <c:v>-1304674</c:v>
                </c:pt>
                <c:pt idx="11084">
                  <c:v>-1378753</c:v>
                </c:pt>
                <c:pt idx="11085">
                  <c:v>-1695897</c:v>
                </c:pt>
                <c:pt idx="11086">
                  <c:v>-1721368</c:v>
                </c:pt>
                <c:pt idx="11087">
                  <c:v>-1238345</c:v>
                </c:pt>
                <c:pt idx="11088">
                  <c:v>-1458773</c:v>
                </c:pt>
                <c:pt idx="11089">
                  <c:v>-1542834</c:v>
                </c:pt>
                <c:pt idx="11090">
                  <c:v>-1731255</c:v>
                </c:pt>
                <c:pt idx="11091">
                  <c:v>-1765139</c:v>
                </c:pt>
                <c:pt idx="11092">
                  <c:v>-1688398</c:v>
                </c:pt>
                <c:pt idx="11093">
                  <c:v>-1505526</c:v>
                </c:pt>
                <c:pt idx="11094">
                  <c:v>-1218592</c:v>
                </c:pt>
                <c:pt idx="11095">
                  <c:v>-1838227</c:v>
                </c:pt>
                <c:pt idx="11096">
                  <c:v>-1693200</c:v>
                </c:pt>
                <c:pt idx="11097">
                  <c:v>-1301697</c:v>
                </c:pt>
                <c:pt idx="11098">
                  <c:v>-1752603</c:v>
                </c:pt>
                <c:pt idx="11099">
                  <c:v>-1740989</c:v>
                </c:pt>
                <c:pt idx="11100">
                  <c:v>-1676359</c:v>
                </c:pt>
                <c:pt idx="11101">
                  <c:v>-1868503</c:v>
                </c:pt>
                <c:pt idx="11102">
                  <c:v>-1749583</c:v>
                </c:pt>
                <c:pt idx="11103">
                  <c:v>-1675027</c:v>
                </c:pt>
                <c:pt idx="11104">
                  <c:v>-1731031</c:v>
                </c:pt>
                <c:pt idx="11105">
                  <c:v>-1679683</c:v>
                </c:pt>
                <c:pt idx="11106">
                  <c:v>-1716713</c:v>
                </c:pt>
                <c:pt idx="11107">
                  <c:v>-1767693</c:v>
                </c:pt>
                <c:pt idx="11108">
                  <c:v>-1771413</c:v>
                </c:pt>
                <c:pt idx="11109">
                  <c:v>-1376019</c:v>
                </c:pt>
                <c:pt idx="11110">
                  <c:v>-1690433</c:v>
                </c:pt>
                <c:pt idx="11111">
                  <c:v>-1708671</c:v>
                </c:pt>
                <c:pt idx="11112">
                  <c:v>-1613678</c:v>
                </c:pt>
                <c:pt idx="11113">
                  <c:v>-1682125</c:v>
                </c:pt>
                <c:pt idx="11114">
                  <c:v>-1331247</c:v>
                </c:pt>
                <c:pt idx="11115">
                  <c:v>-1706090</c:v>
                </c:pt>
                <c:pt idx="11116">
                  <c:v>-1392814</c:v>
                </c:pt>
                <c:pt idx="11117">
                  <c:v>-1701742</c:v>
                </c:pt>
                <c:pt idx="11118">
                  <c:v>-1641844</c:v>
                </c:pt>
                <c:pt idx="11119">
                  <c:v>-1765577</c:v>
                </c:pt>
                <c:pt idx="11120">
                  <c:v>-1492266</c:v>
                </c:pt>
                <c:pt idx="11121">
                  <c:v>-1711496</c:v>
                </c:pt>
                <c:pt idx="11122">
                  <c:v>-1684662</c:v>
                </c:pt>
                <c:pt idx="11123">
                  <c:v>-1340542</c:v>
                </c:pt>
                <c:pt idx="11124">
                  <c:v>-1773268</c:v>
                </c:pt>
                <c:pt idx="11125">
                  <c:v>-1511294</c:v>
                </c:pt>
                <c:pt idx="11126">
                  <c:v>-1705098</c:v>
                </c:pt>
                <c:pt idx="11127">
                  <c:v>-1666793</c:v>
                </c:pt>
                <c:pt idx="11128">
                  <c:v>-1741232</c:v>
                </c:pt>
                <c:pt idx="11129">
                  <c:v>-1623560</c:v>
                </c:pt>
                <c:pt idx="11130">
                  <c:v>-1221535</c:v>
                </c:pt>
                <c:pt idx="11131">
                  <c:v>-1669674</c:v>
                </c:pt>
                <c:pt idx="11132">
                  <c:v>-1776796</c:v>
                </c:pt>
                <c:pt idx="11133">
                  <c:v>-1307425</c:v>
                </c:pt>
                <c:pt idx="11134">
                  <c:v>-1288290</c:v>
                </c:pt>
                <c:pt idx="11135">
                  <c:v>-1725541</c:v>
                </c:pt>
                <c:pt idx="11136">
                  <c:v>-1666939</c:v>
                </c:pt>
                <c:pt idx="11137">
                  <c:v>-1435648</c:v>
                </c:pt>
                <c:pt idx="11138">
                  <c:v>-1248804</c:v>
                </c:pt>
                <c:pt idx="11139">
                  <c:v>-1640775</c:v>
                </c:pt>
                <c:pt idx="11140">
                  <c:v>-1214143</c:v>
                </c:pt>
                <c:pt idx="11141">
                  <c:v>-1742571</c:v>
                </c:pt>
                <c:pt idx="11142">
                  <c:v>-1409747</c:v>
                </c:pt>
                <c:pt idx="11143">
                  <c:v>-1562867</c:v>
                </c:pt>
                <c:pt idx="11144">
                  <c:v>-1463057</c:v>
                </c:pt>
                <c:pt idx="11145">
                  <c:v>-1382350</c:v>
                </c:pt>
                <c:pt idx="11146">
                  <c:v>-1259789</c:v>
                </c:pt>
                <c:pt idx="11147">
                  <c:v>-1267235</c:v>
                </c:pt>
                <c:pt idx="11148">
                  <c:v>-1337641</c:v>
                </c:pt>
                <c:pt idx="11149">
                  <c:v>-1488391</c:v>
                </c:pt>
                <c:pt idx="11150">
                  <c:v>-1717625</c:v>
                </c:pt>
                <c:pt idx="11151">
                  <c:v>-1379197</c:v>
                </c:pt>
                <c:pt idx="11152">
                  <c:v>-1639187</c:v>
                </c:pt>
                <c:pt idx="11153">
                  <c:v>-1680800</c:v>
                </c:pt>
                <c:pt idx="11154">
                  <c:v>-1457847</c:v>
                </c:pt>
                <c:pt idx="11155">
                  <c:v>-1685778</c:v>
                </c:pt>
                <c:pt idx="11156">
                  <c:v>-1674987</c:v>
                </c:pt>
                <c:pt idx="11157">
                  <c:v>-1679092</c:v>
                </c:pt>
                <c:pt idx="11158">
                  <c:v>-1275989</c:v>
                </c:pt>
                <c:pt idx="11159">
                  <c:v>-1690214</c:v>
                </c:pt>
                <c:pt idx="11160">
                  <c:v>-1188356</c:v>
                </c:pt>
                <c:pt idx="11161">
                  <c:v>-1687921</c:v>
                </c:pt>
                <c:pt idx="11162">
                  <c:v>-1564610</c:v>
                </c:pt>
                <c:pt idx="11163">
                  <c:v>-1711833</c:v>
                </c:pt>
                <c:pt idx="11164">
                  <c:v>-1565648</c:v>
                </c:pt>
                <c:pt idx="11165">
                  <c:v>-1641839</c:v>
                </c:pt>
                <c:pt idx="11166">
                  <c:v>-1627665</c:v>
                </c:pt>
                <c:pt idx="11167">
                  <c:v>-1682528</c:v>
                </c:pt>
                <c:pt idx="11168">
                  <c:v>-1245548</c:v>
                </c:pt>
                <c:pt idx="11169">
                  <c:v>-1677033</c:v>
                </c:pt>
                <c:pt idx="11170">
                  <c:v>-1322489</c:v>
                </c:pt>
                <c:pt idx="11171">
                  <c:v>-1421564</c:v>
                </c:pt>
                <c:pt idx="11172">
                  <c:v>-1673796</c:v>
                </c:pt>
                <c:pt idx="11173">
                  <c:v>-1695297</c:v>
                </c:pt>
                <c:pt idx="11174">
                  <c:v>-1677471</c:v>
                </c:pt>
                <c:pt idx="11175">
                  <c:v>-1420775</c:v>
                </c:pt>
                <c:pt idx="11176">
                  <c:v>-1675305</c:v>
                </c:pt>
                <c:pt idx="11177">
                  <c:v>-1207813</c:v>
                </c:pt>
                <c:pt idx="11178">
                  <c:v>-1614862</c:v>
                </c:pt>
                <c:pt idx="11179">
                  <c:v>-1434894</c:v>
                </c:pt>
                <c:pt idx="11180">
                  <c:v>-1292674</c:v>
                </c:pt>
                <c:pt idx="11181">
                  <c:v>-1620343</c:v>
                </c:pt>
                <c:pt idx="11182">
                  <c:v>-1640982</c:v>
                </c:pt>
                <c:pt idx="11183">
                  <c:v>-1713252</c:v>
                </c:pt>
                <c:pt idx="11184">
                  <c:v>-1697626</c:v>
                </c:pt>
                <c:pt idx="11185">
                  <c:v>-1370859</c:v>
                </c:pt>
                <c:pt idx="11186">
                  <c:v>-1262206</c:v>
                </c:pt>
                <c:pt idx="11187">
                  <c:v>-1495378</c:v>
                </c:pt>
                <c:pt idx="11188">
                  <c:v>-1208278</c:v>
                </c:pt>
                <c:pt idx="11189">
                  <c:v>-1675904</c:v>
                </c:pt>
                <c:pt idx="11190">
                  <c:v>-1675521</c:v>
                </c:pt>
                <c:pt idx="11191">
                  <c:v>-1386638</c:v>
                </c:pt>
                <c:pt idx="11192">
                  <c:v>-1683140</c:v>
                </c:pt>
                <c:pt idx="11193">
                  <c:v>-1492781</c:v>
                </c:pt>
                <c:pt idx="11194">
                  <c:v>-1763394</c:v>
                </c:pt>
                <c:pt idx="11195">
                  <c:v>-1179857</c:v>
                </c:pt>
                <c:pt idx="11196">
                  <c:v>-1202703</c:v>
                </c:pt>
                <c:pt idx="11197">
                  <c:v>-1482954</c:v>
                </c:pt>
                <c:pt idx="11198">
                  <c:v>-1693269</c:v>
                </c:pt>
                <c:pt idx="11199">
                  <c:v>-1679384</c:v>
                </c:pt>
                <c:pt idx="11200">
                  <c:v>-1215327</c:v>
                </c:pt>
                <c:pt idx="11201">
                  <c:v>-1385077</c:v>
                </c:pt>
                <c:pt idx="11202">
                  <c:v>-1278283</c:v>
                </c:pt>
                <c:pt idx="11203">
                  <c:v>-1224224</c:v>
                </c:pt>
                <c:pt idx="11204">
                  <c:v>-1687702</c:v>
                </c:pt>
                <c:pt idx="11205">
                  <c:v>-1486410</c:v>
                </c:pt>
                <c:pt idx="11206">
                  <c:v>-1236099</c:v>
                </c:pt>
                <c:pt idx="11207">
                  <c:v>-1646342</c:v>
                </c:pt>
                <c:pt idx="11208">
                  <c:v>-1232130</c:v>
                </c:pt>
                <c:pt idx="11209">
                  <c:v>-1670261</c:v>
                </c:pt>
                <c:pt idx="11210">
                  <c:v>-1668937</c:v>
                </c:pt>
                <c:pt idx="11211">
                  <c:v>-1669823</c:v>
                </c:pt>
                <c:pt idx="11212">
                  <c:v>-1670330</c:v>
                </c:pt>
                <c:pt idx="11213">
                  <c:v>-1669213</c:v>
                </c:pt>
                <c:pt idx="11214">
                  <c:v>-1671090</c:v>
                </c:pt>
                <c:pt idx="11215">
                  <c:v>-1210556</c:v>
                </c:pt>
                <c:pt idx="11216">
                  <c:v>-1232322</c:v>
                </c:pt>
                <c:pt idx="11217">
                  <c:v>-1670031</c:v>
                </c:pt>
                <c:pt idx="11218">
                  <c:v>-1673607</c:v>
                </c:pt>
                <c:pt idx="11219">
                  <c:v>-1668583</c:v>
                </c:pt>
                <c:pt idx="11220">
                  <c:v>-1608358</c:v>
                </c:pt>
                <c:pt idx="11221">
                  <c:v>-1672656</c:v>
                </c:pt>
                <c:pt idx="11222">
                  <c:v>-1669236</c:v>
                </c:pt>
                <c:pt idx="11223">
                  <c:v>-1232152</c:v>
                </c:pt>
                <c:pt idx="11224">
                  <c:v>-1669109</c:v>
                </c:pt>
                <c:pt idx="11225">
                  <c:v>-1231937</c:v>
                </c:pt>
                <c:pt idx="11226">
                  <c:v>-1232969</c:v>
                </c:pt>
                <c:pt idx="11227">
                  <c:v>-1670422</c:v>
                </c:pt>
                <c:pt idx="11228">
                  <c:v>-1669132</c:v>
                </c:pt>
                <c:pt idx="11229">
                  <c:v>-1211802</c:v>
                </c:pt>
                <c:pt idx="11230">
                  <c:v>-1609128</c:v>
                </c:pt>
                <c:pt idx="11231">
                  <c:v>-1213536</c:v>
                </c:pt>
                <c:pt idx="11232">
                  <c:v>-1210896</c:v>
                </c:pt>
                <c:pt idx="11233">
                  <c:v>-1231653</c:v>
                </c:pt>
                <c:pt idx="11234">
                  <c:v>-1233411</c:v>
                </c:pt>
                <c:pt idx="11235">
                  <c:v>-1212040</c:v>
                </c:pt>
                <c:pt idx="11236">
                  <c:v>-1233831</c:v>
                </c:pt>
                <c:pt idx="11237">
                  <c:v>-1688652</c:v>
                </c:pt>
                <c:pt idx="11238">
                  <c:v>-1668165</c:v>
                </c:pt>
                <c:pt idx="11239">
                  <c:v>-1668879</c:v>
                </c:pt>
                <c:pt idx="11240">
                  <c:v>-1544836</c:v>
                </c:pt>
                <c:pt idx="11241">
                  <c:v>-1231937</c:v>
                </c:pt>
                <c:pt idx="11242">
                  <c:v>-1210171</c:v>
                </c:pt>
                <c:pt idx="11243">
                  <c:v>-1212936</c:v>
                </c:pt>
                <c:pt idx="11244">
                  <c:v>-1213457</c:v>
                </c:pt>
                <c:pt idx="11245">
                  <c:v>-1670168</c:v>
                </c:pt>
                <c:pt idx="11246">
                  <c:v>-1608577</c:v>
                </c:pt>
                <c:pt idx="11247">
                  <c:v>-1234158</c:v>
                </c:pt>
                <c:pt idx="11248">
                  <c:v>-1669132</c:v>
                </c:pt>
                <c:pt idx="11249">
                  <c:v>-1672979</c:v>
                </c:pt>
                <c:pt idx="11250">
                  <c:v>-1490836</c:v>
                </c:pt>
                <c:pt idx="11251">
                  <c:v>-1608577</c:v>
                </c:pt>
                <c:pt idx="11252">
                  <c:v>-1489292</c:v>
                </c:pt>
                <c:pt idx="11253">
                  <c:v>-1670595</c:v>
                </c:pt>
                <c:pt idx="11254">
                  <c:v>-1799211</c:v>
                </c:pt>
                <c:pt idx="11255">
                  <c:v>-1232062</c:v>
                </c:pt>
                <c:pt idx="11256">
                  <c:v>-1672898</c:v>
                </c:pt>
                <c:pt idx="11257">
                  <c:v>-1232390</c:v>
                </c:pt>
                <c:pt idx="11258">
                  <c:v>-1232458</c:v>
                </c:pt>
                <c:pt idx="11259">
                  <c:v>-1489407</c:v>
                </c:pt>
                <c:pt idx="11260">
                  <c:v>-1231381</c:v>
                </c:pt>
                <c:pt idx="11261">
                  <c:v>-1670168</c:v>
                </c:pt>
                <c:pt idx="11262">
                  <c:v>-1625292</c:v>
                </c:pt>
                <c:pt idx="11263">
                  <c:v>-1544622</c:v>
                </c:pt>
                <c:pt idx="11264">
                  <c:v>-1671631</c:v>
                </c:pt>
                <c:pt idx="11265">
                  <c:v>-1669190</c:v>
                </c:pt>
                <c:pt idx="11266">
                  <c:v>-1489647</c:v>
                </c:pt>
                <c:pt idx="11267">
                  <c:v>-1489292</c:v>
                </c:pt>
                <c:pt idx="11268">
                  <c:v>-1233933</c:v>
                </c:pt>
                <c:pt idx="11269">
                  <c:v>-1465102</c:v>
                </c:pt>
                <c:pt idx="11270">
                  <c:v>-1233513</c:v>
                </c:pt>
                <c:pt idx="11271">
                  <c:v>-1527380</c:v>
                </c:pt>
                <c:pt idx="11272">
                  <c:v>-1624786</c:v>
                </c:pt>
                <c:pt idx="11273">
                  <c:v>-1232254</c:v>
                </c:pt>
                <c:pt idx="11274">
                  <c:v>-1527380</c:v>
                </c:pt>
                <c:pt idx="11275">
                  <c:v>-1671751</c:v>
                </c:pt>
                <c:pt idx="11276">
                  <c:v>-1668234</c:v>
                </c:pt>
                <c:pt idx="11277">
                  <c:v>-1670100</c:v>
                </c:pt>
                <c:pt idx="11278">
                  <c:v>-1210680</c:v>
                </c:pt>
                <c:pt idx="11279">
                  <c:v>-1687946</c:v>
                </c:pt>
                <c:pt idx="11280">
                  <c:v>-1213809</c:v>
                </c:pt>
                <c:pt idx="11281">
                  <c:v>-1232062</c:v>
                </c:pt>
                <c:pt idx="11282">
                  <c:v>-1545319</c:v>
                </c:pt>
                <c:pt idx="11283">
                  <c:v>-1212562</c:v>
                </c:pt>
                <c:pt idx="11284">
                  <c:v>-1213491</c:v>
                </c:pt>
                <c:pt idx="11285">
                  <c:v>-1212947</c:v>
                </c:pt>
                <c:pt idx="11286">
                  <c:v>-1464371</c:v>
                </c:pt>
                <c:pt idx="11287">
                  <c:v>-1490836</c:v>
                </c:pt>
                <c:pt idx="11288">
                  <c:v>-1464245</c:v>
                </c:pt>
                <c:pt idx="11289">
                  <c:v>-1673186</c:v>
                </c:pt>
                <c:pt idx="11290">
                  <c:v>-1669961</c:v>
                </c:pt>
                <c:pt idx="11291">
                  <c:v>-1231993</c:v>
                </c:pt>
                <c:pt idx="11292">
                  <c:v>-1688970</c:v>
                </c:pt>
                <c:pt idx="11293">
                  <c:v>-1231823</c:v>
                </c:pt>
                <c:pt idx="11294">
                  <c:v>-1212018</c:v>
                </c:pt>
                <c:pt idx="11295">
                  <c:v>-1231880</c:v>
                </c:pt>
                <c:pt idx="11296">
                  <c:v>-1490367</c:v>
                </c:pt>
                <c:pt idx="11297">
                  <c:v>-1667935</c:v>
                </c:pt>
                <c:pt idx="11298">
                  <c:v>-1705305</c:v>
                </c:pt>
                <c:pt idx="11299">
                  <c:v>-1534991</c:v>
                </c:pt>
                <c:pt idx="11300">
                  <c:v>-1669201</c:v>
                </c:pt>
                <c:pt idx="11301">
                  <c:v>-1232470</c:v>
                </c:pt>
                <c:pt idx="11302">
                  <c:v>-1624048</c:v>
                </c:pt>
                <c:pt idx="11303">
                  <c:v>-1231959</c:v>
                </c:pt>
                <c:pt idx="11304">
                  <c:v>-1210386</c:v>
                </c:pt>
                <c:pt idx="11305">
                  <c:v>-1663617</c:v>
                </c:pt>
                <c:pt idx="11306">
                  <c:v>-1705617</c:v>
                </c:pt>
                <c:pt idx="11307">
                  <c:v>-1212947</c:v>
                </c:pt>
                <c:pt idx="11308">
                  <c:v>-1688970</c:v>
                </c:pt>
                <c:pt idx="11309">
                  <c:v>-1608244</c:v>
                </c:pt>
                <c:pt idx="11310">
                  <c:v>-1671274</c:v>
                </c:pt>
                <c:pt idx="11311">
                  <c:v>-1544978</c:v>
                </c:pt>
                <c:pt idx="11312">
                  <c:v>-1544214</c:v>
                </c:pt>
                <c:pt idx="11313">
                  <c:v>-1671274</c:v>
                </c:pt>
                <c:pt idx="11314">
                  <c:v>-1490367</c:v>
                </c:pt>
                <c:pt idx="11315">
                  <c:v>-1670894</c:v>
                </c:pt>
                <c:pt idx="11316">
                  <c:v>-1672127</c:v>
                </c:pt>
                <c:pt idx="11317">
                  <c:v>-1232402</c:v>
                </c:pt>
                <c:pt idx="11318">
                  <c:v>-1212301</c:v>
                </c:pt>
                <c:pt idx="11319">
                  <c:v>-1210680</c:v>
                </c:pt>
                <c:pt idx="11320">
                  <c:v>-1544622</c:v>
                </c:pt>
                <c:pt idx="11321">
                  <c:v>-1234158</c:v>
                </c:pt>
                <c:pt idx="11322">
                  <c:v>-1624346</c:v>
                </c:pt>
                <c:pt idx="11323">
                  <c:v>-1775385</c:v>
                </c:pt>
                <c:pt idx="11324">
                  <c:v>-1671751</c:v>
                </c:pt>
                <c:pt idx="11325">
                  <c:v>-1210896</c:v>
                </c:pt>
                <c:pt idx="11326">
                  <c:v>-1545206</c:v>
                </c:pt>
                <c:pt idx="11327">
                  <c:v>-1669201</c:v>
                </c:pt>
                <c:pt idx="11328">
                  <c:v>-1534991</c:v>
                </c:pt>
                <c:pt idx="11329">
                  <c:v>-1231823</c:v>
                </c:pt>
                <c:pt idx="11330">
                  <c:v>-1488281</c:v>
                </c:pt>
                <c:pt idx="11331">
                  <c:v>-1232969</c:v>
                </c:pt>
                <c:pt idx="11332">
                  <c:v>-1672898</c:v>
                </c:pt>
                <c:pt idx="11333">
                  <c:v>-1233488</c:v>
                </c:pt>
                <c:pt idx="11334">
                  <c:v>-1545470</c:v>
                </c:pt>
                <c:pt idx="11335">
                  <c:v>-1211712</c:v>
                </c:pt>
                <c:pt idx="11336">
                  <c:v>-1670100</c:v>
                </c:pt>
                <c:pt idx="11337">
                  <c:v>-1232957</c:v>
                </c:pt>
                <c:pt idx="11338">
                  <c:v>-1211712</c:v>
                </c:pt>
                <c:pt idx="11339">
                  <c:v>-1668476</c:v>
                </c:pt>
                <c:pt idx="11340">
                  <c:v>-1705536</c:v>
                </c:pt>
                <c:pt idx="11341">
                  <c:v>-1669754</c:v>
                </c:pt>
                <c:pt idx="11342">
                  <c:v>-1671297</c:v>
                </c:pt>
                <c:pt idx="11343">
                  <c:v>-1688558</c:v>
                </c:pt>
                <c:pt idx="11344">
                  <c:v>-1688652</c:v>
                </c:pt>
                <c:pt idx="11345">
                  <c:v>-1232470</c:v>
                </c:pt>
                <c:pt idx="11346">
                  <c:v>-1211179</c:v>
                </c:pt>
                <c:pt idx="11347">
                  <c:v>-1706829</c:v>
                </c:pt>
                <c:pt idx="11348">
                  <c:v>-1232957</c:v>
                </c:pt>
                <c:pt idx="11349">
                  <c:v>-1670422</c:v>
                </c:pt>
                <c:pt idx="11350">
                  <c:v>-1668879</c:v>
                </c:pt>
                <c:pt idx="11351">
                  <c:v>-1489647</c:v>
                </c:pt>
                <c:pt idx="11352">
                  <c:v>-1232447</c:v>
                </c:pt>
                <c:pt idx="11353">
                  <c:v>-1490367</c:v>
                </c:pt>
                <c:pt idx="11354">
                  <c:v>-1672368</c:v>
                </c:pt>
                <c:pt idx="11355">
                  <c:v>-1233592</c:v>
                </c:pt>
                <c:pt idx="11356">
                  <c:v>-1321398</c:v>
                </c:pt>
                <c:pt idx="11357">
                  <c:v>-1175996</c:v>
                </c:pt>
                <c:pt idx="11358">
                  <c:v>-1329673</c:v>
                </c:pt>
                <c:pt idx="11359">
                  <c:v>-1244629</c:v>
                </c:pt>
                <c:pt idx="11360">
                  <c:v>-1286199</c:v>
                </c:pt>
                <c:pt idx="11361">
                  <c:v>-1285388</c:v>
                </c:pt>
                <c:pt idx="11362">
                  <c:v>-1330391</c:v>
                </c:pt>
                <c:pt idx="11363">
                  <c:v>-1260901</c:v>
                </c:pt>
                <c:pt idx="11364">
                  <c:v>-1284541</c:v>
                </c:pt>
                <c:pt idx="11365">
                  <c:v>-1215044</c:v>
                </c:pt>
                <c:pt idx="11366">
                  <c:v>-1346770</c:v>
                </c:pt>
                <c:pt idx="11367">
                  <c:v>-1319510</c:v>
                </c:pt>
                <c:pt idx="11368">
                  <c:v>-1349475</c:v>
                </c:pt>
                <c:pt idx="11369">
                  <c:v>-1277897</c:v>
                </c:pt>
                <c:pt idx="11370">
                  <c:v>-1321451</c:v>
                </c:pt>
                <c:pt idx="11371">
                  <c:v>-1356449</c:v>
                </c:pt>
                <c:pt idx="11372">
                  <c:v>-1345834</c:v>
                </c:pt>
                <c:pt idx="11373">
                  <c:v>-1207621</c:v>
                </c:pt>
                <c:pt idx="11374">
                  <c:v>-1277903</c:v>
                </c:pt>
                <c:pt idx="11375">
                  <c:v>-1268302</c:v>
                </c:pt>
                <c:pt idx="11376">
                  <c:v>-1353664</c:v>
                </c:pt>
                <c:pt idx="11377">
                  <c:v>-1243434</c:v>
                </c:pt>
                <c:pt idx="11378">
                  <c:v>-1115675</c:v>
                </c:pt>
                <c:pt idx="11379">
                  <c:v>-1258404</c:v>
                </c:pt>
                <c:pt idx="11380">
                  <c:v>-1242806</c:v>
                </c:pt>
                <c:pt idx="11381">
                  <c:v>-1236087</c:v>
                </c:pt>
                <c:pt idx="11382">
                  <c:v>-1344735</c:v>
                </c:pt>
                <c:pt idx="11383">
                  <c:v>-1189273</c:v>
                </c:pt>
                <c:pt idx="11384">
                  <c:v>-1248032</c:v>
                </c:pt>
                <c:pt idx="11385">
                  <c:v>-1175811</c:v>
                </c:pt>
                <c:pt idx="11386">
                  <c:v>-1215792</c:v>
                </c:pt>
                <c:pt idx="11387">
                  <c:v>-1254455</c:v>
                </c:pt>
                <c:pt idx="11388">
                  <c:v>-1336767</c:v>
                </c:pt>
                <c:pt idx="11389">
                  <c:v>-1251191</c:v>
                </c:pt>
                <c:pt idx="11390">
                  <c:v>-1262819</c:v>
                </c:pt>
                <c:pt idx="11391">
                  <c:v>-1309953</c:v>
                </c:pt>
                <c:pt idx="11392">
                  <c:v>-1277817</c:v>
                </c:pt>
                <c:pt idx="11393">
                  <c:v>-1252741</c:v>
                </c:pt>
                <c:pt idx="11394">
                  <c:v>-1359516</c:v>
                </c:pt>
                <c:pt idx="11395">
                  <c:v>-1368159</c:v>
                </c:pt>
                <c:pt idx="11396">
                  <c:v>-1316373</c:v>
                </c:pt>
                <c:pt idx="11397">
                  <c:v>-1251936</c:v>
                </c:pt>
                <c:pt idx="11398">
                  <c:v>-1247182</c:v>
                </c:pt>
                <c:pt idx="11399">
                  <c:v>-1182439</c:v>
                </c:pt>
                <c:pt idx="11400">
                  <c:v>-1316440</c:v>
                </c:pt>
                <c:pt idx="11401">
                  <c:v>-1228854</c:v>
                </c:pt>
                <c:pt idx="11402">
                  <c:v>-1316639</c:v>
                </c:pt>
                <c:pt idx="11403">
                  <c:v>-1282814</c:v>
                </c:pt>
                <c:pt idx="11404">
                  <c:v>-1225201</c:v>
                </c:pt>
                <c:pt idx="11405">
                  <c:v>-1264861</c:v>
                </c:pt>
                <c:pt idx="11406">
                  <c:v>-1212403</c:v>
                </c:pt>
                <c:pt idx="11407">
                  <c:v>-1325647</c:v>
                </c:pt>
                <c:pt idx="11408">
                  <c:v>-1346770</c:v>
                </c:pt>
                <c:pt idx="11409">
                  <c:v>-1174999</c:v>
                </c:pt>
                <c:pt idx="11410">
                  <c:v>-1259278</c:v>
                </c:pt>
                <c:pt idx="11411">
                  <c:v>-1242655</c:v>
                </c:pt>
                <c:pt idx="11412">
                  <c:v>-1247147</c:v>
                </c:pt>
                <c:pt idx="11413">
                  <c:v>-1287392</c:v>
                </c:pt>
                <c:pt idx="11414">
                  <c:v>-1205037</c:v>
                </c:pt>
                <c:pt idx="11415">
                  <c:v>-1241532</c:v>
                </c:pt>
                <c:pt idx="11416">
                  <c:v>-1299697</c:v>
                </c:pt>
                <c:pt idx="11417">
                  <c:v>-1291359</c:v>
                </c:pt>
                <c:pt idx="11418">
                  <c:v>-1303776</c:v>
                </c:pt>
                <c:pt idx="11419">
                  <c:v>-1353198</c:v>
                </c:pt>
                <c:pt idx="11420">
                  <c:v>-1300574</c:v>
                </c:pt>
                <c:pt idx="11421">
                  <c:v>-1283814</c:v>
                </c:pt>
                <c:pt idx="11422">
                  <c:v>-1382171</c:v>
                </c:pt>
                <c:pt idx="11423">
                  <c:v>-1272389</c:v>
                </c:pt>
                <c:pt idx="11424">
                  <c:v>-1269046</c:v>
                </c:pt>
                <c:pt idx="11425">
                  <c:v>-2337903</c:v>
                </c:pt>
                <c:pt idx="11426">
                  <c:v>-1319351</c:v>
                </c:pt>
                <c:pt idx="11427">
                  <c:v>-1275387</c:v>
                </c:pt>
                <c:pt idx="11428">
                  <c:v>-1255228</c:v>
                </c:pt>
                <c:pt idx="11429">
                  <c:v>-1269017</c:v>
                </c:pt>
                <c:pt idx="11430">
                  <c:v>-1246149</c:v>
                </c:pt>
                <c:pt idx="11431">
                  <c:v>-1241407</c:v>
                </c:pt>
                <c:pt idx="11432">
                  <c:v>-1287392</c:v>
                </c:pt>
                <c:pt idx="11433">
                  <c:v>-1238057</c:v>
                </c:pt>
                <c:pt idx="11434">
                  <c:v>-1262308</c:v>
                </c:pt>
                <c:pt idx="11435">
                  <c:v>-1242904</c:v>
                </c:pt>
                <c:pt idx="11436">
                  <c:v>-1315394</c:v>
                </c:pt>
                <c:pt idx="11437">
                  <c:v>-1122609</c:v>
                </c:pt>
                <c:pt idx="11438">
                  <c:v>-1166917</c:v>
                </c:pt>
                <c:pt idx="11439">
                  <c:v>-1232152</c:v>
                </c:pt>
                <c:pt idx="11440">
                  <c:v>-1319789</c:v>
                </c:pt>
                <c:pt idx="11441">
                  <c:v>-1352025</c:v>
                </c:pt>
                <c:pt idx="11442">
                  <c:v>-1269596</c:v>
                </c:pt>
                <c:pt idx="11443">
                  <c:v>-1306116</c:v>
                </c:pt>
                <c:pt idx="11444">
                  <c:v>-1300117</c:v>
                </c:pt>
                <c:pt idx="11445">
                  <c:v>-1208238</c:v>
                </c:pt>
                <c:pt idx="11446">
                  <c:v>-1287733</c:v>
                </c:pt>
                <c:pt idx="11447">
                  <c:v>-1161021</c:v>
                </c:pt>
                <c:pt idx="11448">
                  <c:v>-1268625</c:v>
                </c:pt>
                <c:pt idx="11449">
                  <c:v>-1243064</c:v>
                </c:pt>
                <c:pt idx="11450">
                  <c:v>-1211904</c:v>
                </c:pt>
                <c:pt idx="11451">
                  <c:v>-1227662</c:v>
                </c:pt>
                <c:pt idx="11452">
                  <c:v>-1307564</c:v>
                </c:pt>
                <c:pt idx="11453">
                  <c:v>-1265771</c:v>
                </c:pt>
                <c:pt idx="11454">
                  <c:v>-1287380</c:v>
                </c:pt>
                <c:pt idx="11455">
                  <c:v>-1271649</c:v>
                </c:pt>
                <c:pt idx="11456">
                  <c:v>-1244005</c:v>
                </c:pt>
                <c:pt idx="11457">
                  <c:v>-1159825</c:v>
                </c:pt>
                <c:pt idx="11458">
                  <c:v>-1227106</c:v>
                </c:pt>
                <c:pt idx="11459">
                  <c:v>-1390331</c:v>
                </c:pt>
                <c:pt idx="11460">
                  <c:v>-1315022</c:v>
                </c:pt>
                <c:pt idx="11461">
                  <c:v>-1206850</c:v>
                </c:pt>
                <c:pt idx="11462">
                  <c:v>-1241042</c:v>
                </c:pt>
                <c:pt idx="11463">
                  <c:v>-1250472</c:v>
                </c:pt>
                <c:pt idx="11464">
                  <c:v>-1198533</c:v>
                </c:pt>
                <c:pt idx="11465">
                  <c:v>-1331259</c:v>
                </c:pt>
                <c:pt idx="11466">
                  <c:v>-1157780</c:v>
                </c:pt>
                <c:pt idx="11467">
                  <c:v>-1301952</c:v>
                </c:pt>
                <c:pt idx="11468">
                  <c:v>-1301412</c:v>
                </c:pt>
                <c:pt idx="11469">
                  <c:v>-1245718</c:v>
                </c:pt>
                <c:pt idx="11470">
                  <c:v>-1318928</c:v>
                </c:pt>
                <c:pt idx="11471">
                  <c:v>-1852986</c:v>
                </c:pt>
                <c:pt idx="11472">
                  <c:v>-1351240</c:v>
                </c:pt>
                <c:pt idx="11473">
                  <c:v>-1187535</c:v>
                </c:pt>
                <c:pt idx="11474">
                  <c:v>-1226154</c:v>
                </c:pt>
                <c:pt idx="11475">
                  <c:v>-1209471</c:v>
                </c:pt>
                <c:pt idx="11476">
                  <c:v>-1229102</c:v>
                </c:pt>
                <c:pt idx="11477">
                  <c:v>-1234114</c:v>
                </c:pt>
                <c:pt idx="11478">
                  <c:v>-1290913</c:v>
                </c:pt>
                <c:pt idx="11479">
                  <c:v>-1243619</c:v>
                </c:pt>
                <c:pt idx="11480">
                  <c:v>-1291856</c:v>
                </c:pt>
                <c:pt idx="11481">
                  <c:v>-1203360</c:v>
                </c:pt>
                <c:pt idx="11482">
                  <c:v>-1275330</c:v>
                </c:pt>
                <c:pt idx="11483">
                  <c:v>-1225553</c:v>
                </c:pt>
                <c:pt idx="11484">
                  <c:v>-1131745</c:v>
                </c:pt>
                <c:pt idx="11485">
                  <c:v>-1339313</c:v>
                </c:pt>
                <c:pt idx="11486">
                  <c:v>-1351137</c:v>
                </c:pt>
                <c:pt idx="11487">
                  <c:v>-1252387</c:v>
                </c:pt>
                <c:pt idx="11488">
                  <c:v>-1305856</c:v>
                </c:pt>
                <c:pt idx="11489">
                  <c:v>-1241713</c:v>
                </c:pt>
                <c:pt idx="11490">
                  <c:v>-1274899</c:v>
                </c:pt>
                <c:pt idx="11491">
                  <c:v>-1289951</c:v>
                </c:pt>
                <c:pt idx="11492">
                  <c:v>-1243574</c:v>
                </c:pt>
                <c:pt idx="11493">
                  <c:v>-1242144</c:v>
                </c:pt>
                <c:pt idx="11494">
                  <c:v>-1256895</c:v>
                </c:pt>
                <c:pt idx="11495">
                  <c:v>-1300841</c:v>
                </c:pt>
                <c:pt idx="11496">
                  <c:v>-1249541</c:v>
                </c:pt>
                <c:pt idx="11497">
                  <c:v>-1248285</c:v>
                </c:pt>
                <c:pt idx="11498">
                  <c:v>-1242144</c:v>
                </c:pt>
                <c:pt idx="11499">
                  <c:v>-1251811</c:v>
                </c:pt>
                <c:pt idx="11500">
                  <c:v>-1229102</c:v>
                </c:pt>
                <c:pt idx="11501">
                  <c:v>-1346141</c:v>
                </c:pt>
                <c:pt idx="11502">
                  <c:v>-1229102</c:v>
                </c:pt>
                <c:pt idx="11503">
                  <c:v>-1245457</c:v>
                </c:pt>
                <c:pt idx="11504">
                  <c:v>-1283959</c:v>
                </c:pt>
                <c:pt idx="11505">
                  <c:v>-1332811</c:v>
                </c:pt>
                <c:pt idx="11506">
                  <c:v>-1261094</c:v>
                </c:pt>
                <c:pt idx="11507">
                  <c:v>-1229102</c:v>
                </c:pt>
                <c:pt idx="11508">
                  <c:v>-1231449</c:v>
                </c:pt>
                <c:pt idx="11509">
                  <c:v>-1390365</c:v>
                </c:pt>
                <c:pt idx="11510">
                  <c:v>-1279250</c:v>
                </c:pt>
                <c:pt idx="11511">
                  <c:v>-1285189</c:v>
                </c:pt>
                <c:pt idx="11512">
                  <c:v>-1152059</c:v>
                </c:pt>
                <c:pt idx="11513">
                  <c:v>-1273389</c:v>
                </c:pt>
                <c:pt idx="11514">
                  <c:v>-1245831</c:v>
                </c:pt>
                <c:pt idx="11515">
                  <c:v>-1269633</c:v>
                </c:pt>
                <c:pt idx="11516">
                  <c:v>-1331683</c:v>
                </c:pt>
                <c:pt idx="11517">
                  <c:v>-1278408</c:v>
                </c:pt>
                <c:pt idx="11518">
                  <c:v>-1332737</c:v>
                </c:pt>
                <c:pt idx="11519">
                  <c:v>-1250863</c:v>
                </c:pt>
                <c:pt idx="11520">
                  <c:v>-1148484</c:v>
                </c:pt>
                <c:pt idx="11521">
                  <c:v>-1354386</c:v>
                </c:pt>
                <c:pt idx="11522">
                  <c:v>-1273536</c:v>
                </c:pt>
                <c:pt idx="11523">
                  <c:v>-1125458</c:v>
                </c:pt>
                <c:pt idx="11524">
                  <c:v>-1336423</c:v>
                </c:pt>
                <c:pt idx="11525">
                  <c:v>-1239933</c:v>
                </c:pt>
                <c:pt idx="11526">
                  <c:v>-1248021</c:v>
                </c:pt>
                <c:pt idx="11527">
                  <c:v>-1214523</c:v>
                </c:pt>
                <c:pt idx="11528">
                  <c:v>-1230395</c:v>
                </c:pt>
                <c:pt idx="11529">
                  <c:v>-1247760</c:v>
                </c:pt>
                <c:pt idx="11530">
                  <c:v>-1229102</c:v>
                </c:pt>
                <c:pt idx="11531">
                  <c:v>-1266928</c:v>
                </c:pt>
                <c:pt idx="11532">
                  <c:v>-1332010</c:v>
                </c:pt>
                <c:pt idx="11533">
                  <c:v>-1260825</c:v>
                </c:pt>
                <c:pt idx="11534">
                  <c:v>-1327493</c:v>
                </c:pt>
                <c:pt idx="11535">
                  <c:v>-1188520</c:v>
                </c:pt>
                <c:pt idx="11536">
                  <c:v>-1247182</c:v>
                </c:pt>
                <c:pt idx="11537">
                  <c:v>-1317676</c:v>
                </c:pt>
                <c:pt idx="11538">
                  <c:v>-1272696</c:v>
                </c:pt>
                <c:pt idx="11539">
                  <c:v>-1279557</c:v>
                </c:pt>
                <c:pt idx="11540">
                  <c:v>-1257496</c:v>
                </c:pt>
                <c:pt idx="11541">
                  <c:v>-1255636</c:v>
                </c:pt>
                <c:pt idx="11542">
                  <c:v>-1258482</c:v>
                </c:pt>
                <c:pt idx="11543">
                  <c:v>-1227117</c:v>
                </c:pt>
                <c:pt idx="11544">
                  <c:v>-1237681</c:v>
                </c:pt>
                <c:pt idx="11545">
                  <c:v>-1311233</c:v>
                </c:pt>
                <c:pt idx="11546">
                  <c:v>-1344184</c:v>
                </c:pt>
                <c:pt idx="11547">
                  <c:v>-1279770</c:v>
                </c:pt>
                <c:pt idx="11548">
                  <c:v>-1282848</c:v>
                </c:pt>
                <c:pt idx="11549">
                  <c:v>-1241495</c:v>
                </c:pt>
                <c:pt idx="11550">
                  <c:v>-1366083</c:v>
                </c:pt>
                <c:pt idx="11551">
                  <c:v>-1314371</c:v>
                </c:pt>
                <c:pt idx="11552">
                  <c:v>-1250085</c:v>
                </c:pt>
                <c:pt idx="11553">
                  <c:v>-1321022</c:v>
                </c:pt>
                <c:pt idx="11554">
                  <c:v>-1143076</c:v>
                </c:pt>
                <c:pt idx="11555">
                  <c:v>-1304780</c:v>
                </c:pt>
                <c:pt idx="11556">
                  <c:v>-1235282</c:v>
                </c:pt>
                <c:pt idx="11557">
                  <c:v>-1274195</c:v>
                </c:pt>
                <c:pt idx="11558">
                  <c:v>-1236564</c:v>
                </c:pt>
                <c:pt idx="11559">
                  <c:v>-1288584</c:v>
                </c:pt>
                <c:pt idx="11560">
                  <c:v>-1330365</c:v>
                </c:pt>
                <c:pt idx="11561">
                  <c:v>-1251641</c:v>
                </c:pt>
                <c:pt idx="11562">
                  <c:v>-1299299</c:v>
                </c:pt>
                <c:pt idx="11563">
                  <c:v>-1262694</c:v>
                </c:pt>
                <c:pt idx="11564">
                  <c:v>-1318858</c:v>
                </c:pt>
                <c:pt idx="11565">
                  <c:v>-1290754</c:v>
                </c:pt>
                <c:pt idx="11566">
                  <c:v>-1240394</c:v>
                </c:pt>
                <c:pt idx="11567">
                  <c:v>-1246682</c:v>
                </c:pt>
                <c:pt idx="11568">
                  <c:v>-1257326</c:v>
                </c:pt>
                <c:pt idx="11569">
                  <c:v>-1256157</c:v>
                </c:pt>
                <c:pt idx="11570">
                  <c:v>-1866248</c:v>
                </c:pt>
                <c:pt idx="11571">
                  <c:v>-1277342</c:v>
                </c:pt>
                <c:pt idx="11572">
                  <c:v>-1252151</c:v>
                </c:pt>
                <c:pt idx="11573">
                  <c:v>-1366098</c:v>
                </c:pt>
                <c:pt idx="11574">
                  <c:v>-1224997</c:v>
                </c:pt>
                <c:pt idx="11575">
                  <c:v>-1294913</c:v>
                </c:pt>
                <c:pt idx="11576">
                  <c:v>-1281042</c:v>
                </c:pt>
                <c:pt idx="11577">
                  <c:v>-1237461</c:v>
                </c:pt>
                <c:pt idx="11578">
                  <c:v>-1244050</c:v>
                </c:pt>
                <c:pt idx="11579">
                  <c:v>-1348483</c:v>
                </c:pt>
                <c:pt idx="11580">
                  <c:v>-1253104</c:v>
                </c:pt>
                <c:pt idx="11581">
                  <c:v>-1218864</c:v>
                </c:pt>
                <c:pt idx="11582">
                  <c:v>-1263182</c:v>
                </c:pt>
                <c:pt idx="11583">
                  <c:v>-1291856</c:v>
                </c:pt>
                <c:pt idx="11584">
                  <c:v>-1300083</c:v>
                </c:pt>
                <c:pt idx="11585">
                  <c:v>-1217243</c:v>
                </c:pt>
                <c:pt idx="11586">
                  <c:v>-1273400</c:v>
                </c:pt>
                <c:pt idx="11587">
                  <c:v>-1159270</c:v>
                </c:pt>
                <c:pt idx="11588">
                  <c:v>-1256531</c:v>
                </c:pt>
                <c:pt idx="11589">
                  <c:v>-1294333</c:v>
                </c:pt>
                <c:pt idx="11590">
                  <c:v>-1255646</c:v>
                </c:pt>
                <c:pt idx="11591">
                  <c:v>-1178714</c:v>
                </c:pt>
                <c:pt idx="11592">
                  <c:v>-1294379</c:v>
                </c:pt>
                <c:pt idx="11593">
                  <c:v>-1163907</c:v>
                </c:pt>
                <c:pt idx="11594">
                  <c:v>-1245162</c:v>
                </c:pt>
                <c:pt idx="11595">
                  <c:v>-1251765</c:v>
                </c:pt>
                <c:pt idx="11596">
                  <c:v>-1231472</c:v>
                </c:pt>
                <c:pt idx="11597">
                  <c:v>-1336081</c:v>
                </c:pt>
                <c:pt idx="11598">
                  <c:v>-1214874</c:v>
                </c:pt>
                <c:pt idx="11599">
                  <c:v>-1234432</c:v>
                </c:pt>
                <c:pt idx="11600">
                  <c:v>-1236165</c:v>
                </c:pt>
                <c:pt idx="11601">
                  <c:v>-1234513</c:v>
                </c:pt>
                <c:pt idx="11602">
                  <c:v>-1234176</c:v>
                </c:pt>
                <c:pt idx="11603">
                  <c:v>-1234776</c:v>
                </c:pt>
                <c:pt idx="11604">
                  <c:v>-1234624</c:v>
                </c:pt>
                <c:pt idx="11605">
                  <c:v>-1238369</c:v>
                </c:pt>
                <c:pt idx="11606">
                  <c:v>-1236395</c:v>
                </c:pt>
                <c:pt idx="11607">
                  <c:v>-1234621</c:v>
                </c:pt>
                <c:pt idx="11608">
                  <c:v>-1234172</c:v>
                </c:pt>
                <c:pt idx="11609">
                  <c:v>-1233445</c:v>
                </c:pt>
                <c:pt idx="11610">
                  <c:v>-1236458</c:v>
                </c:pt>
                <c:pt idx="11611">
                  <c:v>-1235598</c:v>
                </c:pt>
                <c:pt idx="11612">
                  <c:v>-1234615</c:v>
                </c:pt>
                <c:pt idx="11613">
                  <c:v>-2132638</c:v>
                </c:pt>
                <c:pt idx="11614">
                  <c:v>-2358356</c:v>
                </c:pt>
                <c:pt idx="11615">
                  <c:v>-2161577</c:v>
                </c:pt>
                <c:pt idx="11616">
                  <c:v>-2154272</c:v>
                </c:pt>
                <c:pt idx="11617">
                  <c:v>-2145078</c:v>
                </c:pt>
                <c:pt idx="11618">
                  <c:v>-2369904</c:v>
                </c:pt>
                <c:pt idx="11619">
                  <c:v>-2213203</c:v>
                </c:pt>
                <c:pt idx="11620">
                  <c:v>-2323246</c:v>
                </c:pt>
                <c:pt idx="11621">
                  <c:v>-2200394</c:v>
                </c:pt>
                <c:pt idx="11622">
                  <c:v>-2235072</c:v>
                </c:pt>
                <c:pt idx="11623">
                  <c:v>-2365635</c:v>
                </c:pt>
                <c:pt idx="11624">
                  <c:v>-2185052</c:v>
                </c:pt>
                <c:pt idx="11625">
                  <c:v>-2285509</c:v>
                </c:pt>
                <c:pt idx="11626">
                  <c:v>-2134944</c:v>
                </c:pt>
                <c:pt idx="11627">
                  <c:v>-2309174</c:v>
                </c:pt>
                <c:pt idx="11628">
                  <c:v>-2168727</c:v>
                </c:pt>
                <c:pt idx="11629">
                  <c:v>-2173264</c:v>
                </c:pt>
                <c:pt idx="11630">
                  <c:v>-2249722</c:v>
                </c:pt>
                <c:pt idx="11631">
                  <c:v>-2264409</c:v>
                </c:pt>
                <c:pt idx="11632">
                  <c:v>-2312206</c:v>
                </c:pt>
                <c:pt idx="11633">
                  <c:v>-2194971</c:v>
                </c:pt>
                <c:pt idx="11634">
                  <c:v>-2281479</c:v>
                </c:pt>
                <c:pt idx="11635">
                  <c:v>-2248228</c:v>
                </c:pt>
                <c:pt idx="11636">
                  <c:v>-2365129</c:v>
                </c:pt>
                <c:pt idx="11637">
                  <c:v>-2340668</c:v>
                </c:pt>
                <c:pt idx="11638">
                  <c:v>-2361424</c:v>
                </c:pt>
                <c:pt idx="11639">
                  <c:v>-2331585</c:v>
                </c:pt>
                <c:pt idx="11640">
                  <c:v>-2128029</c:v>
                </c:pt>
                <c:pt idx="11641">
                  <c:v>-2151781</c:v>
                </c:pt>
                <c:pt idx="11642">
                  <c:v>-2259247</c:v>
                </c:pt>
                <c:pt idx="11643">
                  <c:v>-2161118</c:v>
                </c:pt>
                <c:pt idx="11644">
                  <c:v>-2350752</c:v>
                </c:pt>
                <c:pt idx="11645">
                  <c:v>-2153959</c:v>
                </c:pt>
                <c:pt idx="11646">
                  <c:v>-2335805</c:v>
                </c:pt>
                <c:pt idx="11647">
                  <c:v>-2207711</c:v>
                </c:pt>
                <c:pt idx="11648">
                  <c:v>-2356241</c:v>
                </c:pt>
                <c:pt idx="11649">
                  <c:v>-2153829</c:v>
                </c:pt>
                <c:pt idx="11650">
                  <c:v>-2127278</c:v>
                </c:pt>
                <c:pt idx="11651">
                  <c:v>-2258556</c:v>
                </c:pt>
                <c:pt idx="11652">
                  <c:v>-2168020</c:v>
                </c:pt>
                <c:pt idx="11653">
                  <c:v>-2156754</c:v>
                </c:pt>
                <c:pt idx="11654">
                  <c:v>-2169211</c:v>
                </c:pt>
                <c:pt idx="11655">
                  <c:v>-2338615</c:v>
                </c:pt>
                <c:pt idx="11656">
                  <c:v>-2164380</c:v>
                </c:pt>
                <c:pt idx="11657">
                  <c:v>-2205132</c:v>
                </c:pt>
                <c:pt idx="11658">
                  <c:v>-2305958</c:v>
                </c:pt>
                <c:pt idx="11659">
                  <c:v>-2285284</c:v>
                </c:pt>
                <c:pt idx="11660">
                  <c:v>-2354905</c:v>
                </c:pt>
                <c:pt idx="11661">
                  <c:v>-2128706</c:v>
                </c:pt>
                <c:pt idx="11662">
                  <c:v>-2351811</c:v>
                </c:pt>
                <c:pt idx="11663">
                  <c:v>-2250406</c:v>
                </c:pt>
                <c:pt idx="11664">
                  <c:v>-2193473</c:v>
                </c:pt>
                <c:pt idx="11665">
                  <c:v>-2374240</c:v>
                </c:pt>
                <c:pt idx="11666">
                  <c:v>-2391342</c:v>
                </c:pt>
                <c:pt idx="11667">
                  <c:v>-2174042</c:v>
                </c:pt>
                <c:pt idx="11668">
                  <c:v>-2197986</c:v>
                </c:pt>
                <c:pt idx="11669">
                  <c:v>-2163132</c:v>
                </c:pt>
                <c:pt idx="11670">
                  <c:v>-2361986</c:v>
                </c:pt>
                <c:pt idx="11671">
                  <c:v>-2344202</c:v>
                </c:pt>
                <c:pt idx="11672">
                  <c:v>-2335669</c:v>
                </c:pt>
                <c:pt idx="11673">
                  <c:v>-2298940</c:v>
                </c:pt>
                <c:pt idx="11674">
                  <c:v>-2192871</c:v>
                </c:pt>
                <c:pt idx="11675">
                  <c:v>-2372084</c:v>
                </c:pt>
                <c:pt idx="11676">
                  <c:v>-2375098</c:v>
                </c:pt>
                <c:pt idx="11677">
                  <c:v>-2194127</c:v>
                </c:pt>
                <c:pt idx="11678">
                  <c:v>-2326819</c:v>
                </c:pt>
                <c:pt idx="11679">
                  <c:v>-2371107</c:v>
                </c:pt>
                <c:pt idx="11680">
                  <c:v>-2168928</c:v>
                </c:pt>
                <c:pt idx="11681">
                  <c:v>-2392618</c:v>
                </c:pt>
                <c:pt idx="11682">
                  <c:v>-2416980</c:v>
                </c:pt>
                <c:pt idx="11683">
                  <c:v>-2191314</c:v>
                </c:pt>
                <c:pt idx="11684">
                  <c:v>-2139188</c:v>
                </c:pt>
                <c:pt idx="11685">
                  <c:v>-2168020</c:v>
                </c:pt>
                <c:pt idx="11686">
                  <c:v>-2184639</c:v>
                </c:pt>
                <c:pt idx="11687">
                  <c:v>-2359154</c:v>
                </c:pt>
                <c:pt idx="11688">
                  <c:v>-2208012</c:v>
                </c:pt>
                <c:pt idx="11689">
                  <c:v>-2312806</c:v>
                </c:pt>
                <c:pt idx="11690">
                  <c:v>-2350134</c:v>
                </c:pt>
                <c:pt idx="11691">
                  <c:v>-2303289</c:v>
                </c:pt>
                <c:pt idx="11692">
                  <c:v>-2156881</c:v>
                </c:pt>
                <c:pt idx="11693">
                  <c:v>-2169081</c:v>
                </c:pt>
                <c:pt idx="11694">
                  <c:v>-2330603</c:v>
                </c:pt>
                <c:pt idx="11695">
                  <c:v>-2105444</c:v>
                </c:pt>
                <c:pt idx="11696">
                  <c:v>-2318384</c:v>
                </c:pt>
                <c:pt idx="11697">
                  <c:v>-2340941</c:v>
                </c:pt>
                <c:pt idx="11698">
                  <c:v>-2242646</c:v>
                </c:pt>
                <c:pt idx="11699">
                  <c:v>-2298020</c:v>
                </c:pt>
                <c:pt idx="11700">
                  <c:v>-2299127</c:v>
                </c:pt>
                <c:pt idx="11701">
                  <c:v>-2180819</c:v>
                </c:pt>
                <c:pt idx="11702">
                  <c:v>-2317093</c:v>
                </c:pt>
                <c:pt idx="11703">
                  <c:v>-2264954</c:v>
                </c:pt>
                <c:pt idx="11704">
                  <c:v>-2318611</c:v>
                </c:pt>
                <c:pt idx="11705">
                  <c:v>-2316416</c:v>
                </c:pt>
                <c:pt idx="11706">
                  <c:v>-2193244</c:v>
                </c:pt>
                <c:pt idx="11707">
                  <c:v>-2373835</c:v>
                </c:pt>
                <c:pt idx="11708">
                  <c:v>-2369178</c:v>
                </c:pt>
                <c:pt idx="11709">
                  <c:v>-2266872</c:v>
                </c:pt>
                <c:pt idx="11710">
                  <c:v>-2134218</c:v>
                </c:pt>
                <c:pt idx="11711">
                  <c:v>-2147085</c:v>
                </c:pt>
                <c:pt idx="11712">
                  <c:v>-2170613</c:v>
                </c:pt>
                <c:pt idx="11713">
                  <c:v>-2245146</c:v>
                </c:pt>
                <c:pt idx="11714">
                  <c:v>-2357925</c:v>
                </c:pt>
                <c:pt idx="11715">
                  <c:v>-2357719</c:v>
                </c:pt>
                <c:pt idx="11716">
                  <c:v>-2305910</c:v>
                </c:pt>
                <c:pt idx="11717">
                  <c:v>-2183755</c:v>
                </c:pt>
                <c:pt idx="11718">
                  <c:v>-2277711</c:v>
                </c:pt>
                <c:pt idx="11719">
                  <c:v>-2124732</c:v>
                </c:pt>
                <c:pt idx="11720">
                  <c:v>-2109935</c:v>
                </c:pt>
                <c:pt idx="11721">
                  <c:v>-2134933</c:v>
                </c:pt>
                <c:pt idx="11722">
                  <c:v>-2346518</c:v>
                </c:pt>
                <c:pt idx="11723">
                  <c:v>-2229262</c:v>
                </c:pt>
                <c:pt idx="11724">
                  <c:v>-2180117</c:v>
                </c:pt>
                <c:pt idx="11725">
                  <c:v>-2142726</c:v>
                </c:pt>
                <c:pt idx="11726">
                  <c:v>-2100748</c:v>
                </c:pt>
                <c:pt idx="11727">
                  <c:v>-2177365</c:v>
                </c:pt>
                <c:pt idx="11728">
                  <c:v>-2092518</c:v>
                </c:pt>
                <c:pt idx="11729">
                  <c:v>-2181067</c:v>
                </c:pt>
                <c:pt idx="11730">
                  <c:v>-2346161</c:v>
                </c:pt>
                <c:pt idx="11731">
                  <c:v>-2177106</c:v>
                </c:pt>
                <c:pt idx="11732">
                  <c:v>-2130674</c:v>
                </c:pt>
                <c:pt idx="11733">
                  <c:v>-2350253</c:v>
                </c:pt>
                <c:pt idx="11734">
                  <c:v>-2379196</c:v>
                </c:pt>
                <c:pt idx="11735">
                  <c:v>-2356678</c:v>
                </c:pt>
                <c:pt idx="11736">
                  <c:v>-2132851</c:v>
                </c:pt>
                <c:pt idx="11737">
                  <c:v>-2342225</c:v>
                </c:pt>
                <c:pt idx="11738">
                  <c:v>-2292256</c:v>
                </c:pt>
                <c:pt idx="11739">
                  <c:v>-2290975</c:v>
                </c:pt>
                <c:pt idx="11740">
                  <c:v>-2366817</c:v>
                </c:pt>
                <c:pt idx="11741">
                  <c:v>-2174266</c:v>
                </c:pt>
                <c:pt idx="11742">
                  <c:v>-2180784</c:v>
                </c:pt>
                <c:pt idx="11743">
                  <c:v>-2389024</c:v>
                </c:pt>
                <c:pt idx="11744">
                  <c:v>-2159599</c:v>
                </c:pt>
                <c:pt idx="11745">
                  <c:v>-2214338</c:v>
                </c:pt>
                <c:pt idx="11746">
                  <c:v>-2362168</c:v>
                </c:pt>
                <c:pt idx="11747">
                  <c:v>-2159946</c:v>
                </c:pt>
                <c:pt idx="11748">
                  <c:v>-2160235</c:v>
                </c:pt>
                <c:pt idx="11749">
                  <c:v>-2159681</c:v>
                </c:pt>
                <c:pt idx="11750">
                  <c:v>-2158363</c:v>
                </c:pt>
                <c:pt idx="11751">
                  <c:v>-2158384</c:v>
                </c:pt>
                <c:pt idx="11752">
                  <c:v>-2160847</c:v>
                </c:pt>
                <c:pt idx="11753">
                  <c:v>-2160556</c:v>
                </c:pt>
                <c:pt idx="11754">
                  <c:v>-2160835</c:v>
                </c:pt>
                <c:pt idx="11755">
                  <c:v>-2160400</c:v>
                </c:pt>
                <c:pt idx="11756">
                  <c:v>-2160718</c:v>
                </c:pt>
                <c:pt idx="11757">
                  <c:v>-2158421</c:v>
                </c:pt>
                <c:pt idx="11758">
                  <c:v>-2160612</c:v>
                </c:pt>
                <c:pt idx="11759">
                  <c:v>-2161000</c:v>
                </c:pt>
                <c:pt idx="11760">
                  <c:v>-2155330</c:v>
                </c:pt>
                <c:pt idx="11761">
                  <c:v>-2158350</c:v>
                </c:pt>
                <c:pt idx="11762">
                  <c:v>-2370881</c:v>
                </c:pt>
                <c:pt idx="11763">
                  <c:v>-2248005</c:v>
                </c:pt>
                <c:pt idx="11764">
                  <c:v>-2157759</c:v>
                </c:pt>
                <c:pt idx="11765">
                  <c:v>-2162461</c:v>
                </c:pt>
                <c:pt idx="11766">
                  <c:v>-2260595</c:v>
                </c:pt>
                <c:pt idx="11767">
                  <c:v>-2159234</c:v>
                </c:pt>
                <c:pt idx="11768">
                  <c:v>-2160458</c:v>
                </c:pt>
                <c:pt idx="11769">
                  <c:v>-2160635</c:v>
                </c:pt>
                <c:pt idx="11770">
                  <c:v>-2157055</c:v>
                </c:pt>
                <c:pt idx="11771">
                  <c:v>-2157055</c:v>
                </c:pt>
                <c:pt idx="11772">
                  <c:v>-2248916</c:v>
                </c:pt>
                <c:pt idx="11773">
                  <c:v>-2160788</c:v>
                </c:pt>
                <c:pt idx="11774">
                  <c:v>-2156620</c:v>
                </c:pt>
                <c:pt idx="11775">
                  <c:v>-2164798</c:v>
                </c:pt>
                <c:pt idx="11776">
                  <c:v>-2160682</c:v>
                </c:pt>
                <c:pt idx="11777">
                  <c:v>-2160458</c:v>
                </c:pt>
                <c:pt idx="11778">
                  <c:v>-2160623</c:v>
                </c:pt>
                <c:pt idx="11779">
                  <c:v>-2160741</c:v>
                </c:pt>
                <c:pt idx="11780">
                  <c:v>-2160576</c:v>
                </c:pt>
                <c:pt idx="11781">
                  <c:v>-2160581</c:v>
                </c:pt>
                <c:pt idx="11782">
                  <c:v>-2160612</c:v>
                </c:pt>
                <c:pt idx="11783">
                  <c:v>-2161224</c:v>
                </c:pt>
                <c:pt idx="11784">
                  <c:v>-2156386</c:v>
                </c:pt>
                <c:pt idx="11785">
                  <c:v>-2160623</c:v>
                </c:pt>
                <c:pt idx="11786">
                  <c:v>-2158115</c:v>
                </c:pt>
                <c:pt idx="11787">
                  <c:v>-2157632</c:v>
                </c:pt>
                <c:pt idx="11788">
                  <c:v>-2160470</c:v>
                </c:pt>
                <c:pt idx="11789">
                  <c:v>-2159881</c:v>
                </c:pt>
                <c:pt idx="11790">
                  <c:v>-2157879</c:v>
                </c:pt>
                <c:pt idx="11791">
                  <c:v>-2349311</c:v>
                </c:pt>
                <c:pt idx="11792">
                  <c:v>-2160729</c:v>
                </c:pt>
                <c:pt idx="11793">
                  <c:v>-2159681</c:v>
                </c:pt>
                <c:pt idx="11794">
                  <c:v>-2160682</c:v>
                </c:pt>
                <c:pt idx="11795">
                  <c:v>-2157879</c:v>
                </c:pt>
                <c:pt idx="11796">
                  <c:v>-2159410</c:v>
                </c:pt>
                <c:pt idx="11797">
                  <c:v>-2163650</c:v>
                </c:pt>
                <c:pt idx="11798">
                  <c:v>-2191550</c:v>
                </c:pt>
                <c:pt idx="11799">
                  <c:v>-2349311</c:v>
                </c:pt>
                <c:pt idx="11800">
                  <c:v>-2158515</c:v>
                </c:pt>
                <c:pt idx="11801">
                  <c:v>-2169941</c:v>
                </c:pt>
                <c:pt idx="11802">
                  <c:v>-2161872</c:v>
                </c:pt>
                <c:pt idx="11803">
                  <c:v>-2157624</c:v>
                </c:pt>
                <c:pt idx="11804">
                  <c:v>-2191026</c:v>
                </c:pt>
                <c:pt idx="11805">
                  <c:v>-2176670</c:v>
                </c:pt>
                <c:pt idx="11806">
                  <c:v>-2158268</c:v>
                </c:pt>
                <c:pt idx="11807">
                  <c:v>-2154995</c:v>
                </c:pt>
                <c:pt idx="11808">
                  <c:v>-2159799</c:v>
                </c:pt>
                <c:pt idx="11809">
                  <c:v>-2250227</c:v>
                </c:pt>
                <c:pt idx="11810">
                  <c:v>-2158668</c:v>
                </c:pt>
                <c:pt idx="11811">
                  <c:v>-2159881</c:v>
                </c:pt>
                <c:pt idx="11812">
                  <c:v>-2160882</c:v>
                </c:pt>
                <c:pt idx="11813">
                  <c:v>-2161106</c:v>
                </c:pt>
                <c:pt idx="11814">
                  <c:v>-2157032</c:v>
                </c:pt>
                <c:pt idx="11815">
                  <c:v>-2161012</c:v>
                </c:pt>
                <c:pt idx="11816">
                  <c:v>-2156423</c:v>
                </c:pt>
                <c:pt idx="11817">
                  <c:v>-2248916</c:v>
                </c:pt>
                <c:pt idx="11818">
                  <c:v>-2157879</c:v>
                </c:pt>
                <c:pt idx="11819">
                  <c:v>-2160729</c:v>
                </c:pt>
                <c:pt idx="11820">
                  <c:v>-2260602</c:v>
                </c:pt>
                <c:pt idx="11821">
                  <c:v>-2160835</c:v>
                </c:pt>
                <c:pt idx="11822">
                  <c:v>-2348938</c:v>
                </c:pt>
                <c:pt idx="11823">
                  <c:v>-1876644</c:v>
                </c:pt>
                <c:pt idx="11824">
                  <c:v>-1777288</c:v>
                </c:pt>
                <c:pt idx="11825">
                  <c:v>-1909106</c:v>
                </c:pt>
                <c:pt idx="11826">
                  <c:v>-1765403</c:v>
                </c:pt>
                <c:pt idx="11827">
                  <c:v>-1757915</c:v>
                </c:pt>
                <c:pt idx="11828">
                  <c:v>-1812390</c:v>
                </c:pt>
                <c:pt idx="11829">
                  <c:v>-1878146</c:v>
                </c:pt>
                <c:pt idx="11830">
                  <c:v>-1774297</c:v>
                </c:pt>
                <c:pt idx="11831">
                  <c:v>-1642811</c:v>
                </c:pt>
                <c:pt idx="11832">
                  <c:v>-1709549</c:v>
                </c:pt>
                <c:pt idx="11833">
                  <c:v>-1383493</c:v>
                </c:pt>
                <c:pt idx="11834">
                  <c:v>-1825747</c:v>
                </c:pt>
                <c:pt idx="11835">
                  <c:v>-1816346</c:v>
                </c:pt>
                <c:pt idx="11836">
                  <c:v>-1503626</c:v>
                </c:pt>
                <c:pt idx="11837">
                  <c:v>-1944363</c:v>
                </c:pt>
                <c:pt idx="11838">
                  <c:v>-1915192</c:v>
                </c:pt>
                <c:pt idx="11839">
                  <c:v>-1937419</c:v>
                </c:pt>
                <c:pt idx="11840">
                  <c:v>-1947848</c:v>
                </c:pt>
                <c:pt idx="11841">
                  <c:v>-1804166</c:v>
                </c:pt>
                <c:pt idx="11842">
                  <c:v>-1917528</c:v>
                </c:pt>
                <c:pt idx="11843">
                  <c:v>-1645434</c:v>
                </c:pt>
                <c:pt idx="11844">
                  <c:v>-1767798</c:v>
                </c:pt>
                <c:pt idx="11845">
                  <c:v>-1961477</c:v>
                </c:pt>
                <c:pt idx="11846">
                  <c:v>-1854956</c:v>
                </c:pt>
                <c:pt idx="11847">
                  <c:v>-1890805</c:v>
                </c:pt>
                <c:pt idx="11848">
                  <c:v>-1760619</c:v>
                </c:pt>
                <c:pt idx="11849">
                  <c:v>-1792821</c:v>
                </c:pt>
                <c:pt idx="11850">
                  <c:v>-1890081</c:v>
                </c:pt>
                <c:pt idx="11851">
                  <c:v>-1813989</c:v>
                </c:pt>
                <c:pt idx="11852">
                  <c:v>-1901999</c:v>
                </c:pt>
                <c:pt idx="11853">
                  <c:v>-1824662</c:v>
                </c:pt>
                <c:pt idx="11854">
                  <c:v>-1757930</c:v>
                </c:pt>
                <c:pt idx="11855">
                  <c:v>-1720347</c:v>
                </c:pt>
                <c:pt idx="11856">
                  <c:v>-1869259</c:v>
                </c:pt>
                <c:pt idx="11857">
                  <c:v>-1826991</c:v>
                </c:pt>
                <c:pt idx="11858">
                  <c:v>-1998702</c:v>
                </c:pt>
                <c:pt idx="11859">
                  <c:v>-1932446</c:v>
                </c:pt>
                <c:pt idx="11860">
                  <c:v>-1692622</c:v>
                </c:pt>
                <c:pt idx="11861">
                  <c:v>-1875137</c:v>
                </c:pt>
                <c:pt idx="11862">
                  <c:v>-1644306</c:v>
                </c:pt>
                <c:pt idx="11863">
                  <c:v>-1854121</c:v>
                </c:pt>
                <c:pt idx="11864">
                  <c:v>-1548165</c:v>
                </c:pt>
                <c:pt idx="11865">
                  <c:v>-1971708</c:v>
                </c:pt>
                <c:pt idx="11866">
                  <c:v>-1880690</c:v>
                </c:pt>
                <c:pt idx="11867">
                  <c:v>-1684326</c:v>
                </c:pt>
                <c:pt idx="11868">
                  <c:v>-1673255</c:v>
                </c:pt>
                <c:pt idx="11869">
                  <c:v>-1570534</c:v>
                </c:pt>
                <c:pt idx="11870">
                  <c:v>-1902096</c:v>
                </c:pt>
                <c:pt idx="11871">
                  <c:v>-1863558</c:v>
                </c:pt>
                <c:pt idx="11872">
                  <c:v>-1871002</c:v>
                </c:pt>
                <c:pt idx="11873">
                  <c:v>-1869399</c:v>
                </c:pt>
                <c:pt idx="11874">
                  <c:v>-1915939</c:v>
                </c:pt>
                <c:pt idx="11875">
                  <c:v>-1887612</c:v>
                </c:pt>
                <c:pt idx="11876">
                  <c:v>-1806830</c:v>
                </c:pt>
                <c:pt idx="11877">
                  <c:v>-1928125</c:v>
                </c:pt>
                <c:pt idx="11878">
                  <c:v>-1700181</c:v>
                </c:pt>
                <c:pt idx="11879">
                  <c:v>-1903754</c:v>
                </c:pt>
                <c:pt idx="11880">
                  <c:v>-1788446</c:v>
                </c:pt>
                <c:pt idx="11881">
                  <c:v>-1919769</c:v>
                </c:pt>
                <c:pt idx="11882">
                  <c:v>-1811637</c:v>
                </c:pt>
                <c:pt idx="11883">
                  <c:v>-1915657</c:v>
                </c:pt>
                <c:pt idx="11884">
                  <c:v>-1964175</c:v>
                </c:pt>
                <c:pt idx="11885">
                  <c:v>-1790877</c:v>
                </c:pt>
                <c:pt idx="11886">
                  <c:v>-1869164</c:v>
                </c:pt>
                <c:pt idx="11887">
                  <c:v>-1757834</c:v>
                </c:pt>
                <c:pt idx="11888">
                  <c:v>-1822888</c:v>
                </c:pt>
                <c:pt idx="11889">
                  <c:v>-1910037</c:v>
                </c:pt>
                <c:pt idx="11890">
                  <c:v>-1873894</c:v>
                </c:pt>
                <c:pt idx="11891">
                  <c:v>-1898987</c:v>
                </c:pt>
                <c:pt idx="11892">
                  <c:v>-1759429</c:v>
                </c:pt>
                <c:pt idx="11893">
                  <c:v>-1911189</c:v>
                </c:pt>
                <c:pt idx="11894">
                  <c:v>-1740262</c:v>
                </c:pt>
                <c:pt idx="11895">
                  <c:v>-1776992</c:v>
                </c:pt>
                <c:pt idx="11896">
                  <c:v>-1954854</c:v>
                </c:pt>
                <c:pt idx="11897">
                  <c:v>-1855793</c:v>
                </c:pt>
                <c:pt idx="11898">
                  <c:v>-1872663</c:v>
                </c:pt>
                <c:pt idx="11899">
                  <c:v>-1801733</c:v>
                </c:pt>
                <c:pt idx="11900">
                  <c:v>-1940099</c:v>
                </c:pt>
                <c:pt idx="11901">
                  <c:v>-1869211</c:v>
                </c:pt>
                <c:pt idx="11902">
                  <c:v>-1948617</c:v>
                </c:pt>
                <c:pt idx="11903">
                  <c:v>-1961452</c:v>
                </c:pt>
                <c:pt idx="11904">
                  <c:v>-1782399</c:v>
                </c:pt>
                <c:pt idx="11905">
                  <c:v>-1824587</c:v>
                </c:pt>
                <c:pt idx="11906">
                  <c:v>-1757494</c:v>
                </c:pt>
                <c:pt idx="11907">
                  <c:v>-1706078</c:v>
                </c:pt>
                <c:pt idx="11908">
                  <c:v>-1847738</c:v>
                </c:pt>
                <c:pt idx="11909">
                  <c:v>-2021976</c:v>
                </c:pt>
                <c:pt idx="11910">
                  <c:v>-1970051</c:v>
                </c:pt>
                <c:pt idx="11911">
                  <c:v>-1736855</c:v>
                </c:pt>
                <c:pt idx="11912">
                  <c:v>-1931560</c:v>
                </c:pt>
                <c:pt idx="11913">
                  <c:v>-1938107</c:v>
                </c:pt>
                <c:pt idx="11914">
                  <c:v>-1999309</c:v>
                </c:pt>
                <c:pt idx="11915">
                  <c:v>-1741890</c:v>
                </c:pt>
                <c:pt idx="11916">
                  <c:v>-1792022</c:v>
                </c:pt>
                <c:pt idx="11917">
                  <c:v>-1746245</c:v>
                </c:pt>
                <c:pt idx="11918">
                  <c:v>-1937230</c:v>
                </c:pt>
                <c:pt idx="11919">
                  <c:v>-1851985</c:v>
                </c:pt>
                <c:pt idx="11920">
                  <c:v>-1930792</c:v>
                </c:pt>
                <c:pt idx="11921">
                  <c:v>-1854781</c:v>
                </c:pt>
                <c:pt idx="11922">
                  <c:v>-1868292</c:v>
                </c:pt>
                <c:pt idx="11923">
                  <c:v>-1845177</c:v>
                </c:pt>
                <c:pt idx="11924">
                  <c:v>-1590787</c:v>
                </c:pt>
                <c:pt idx="11925">
                  <c:v>-1935344</c:v>
                </c:pt>
                <c:pt idx="11926">
                  <c:v>-1811985</c:v>
                </c:pt>
                <c:pt idx="11927">
                  <c:v>-1947999</c:v>
                </c:pt>
                <c:pt idx="11928">
                  <c:v>-1961699</c:v>
                </c:pt>
                <c:pt idx="11929">
                  <c:v>-1891685</c:v>
                </c:pt>
                <c:pt idx="11930">
                  <c:v>-1855641</c:v>
                </c:pt>
                <c:pt idx="11931">
                  <c:v>-1655721</c:v>
                </c:pt>
                <c:pt idx="11932">
                  <c:v>-1835269</c:v>
                </c:pt>
                <c:pt idx="11933">
                  <c:v>-1680498</c:v>
                </c:pt>
                <c:pt idx="11934">
                  <c:v>-1789777</c:v>
                </c:pt>
                <c:pt idx="11935">
                  <c:v>-1870914</c:v>
                </c:pt>
                <c:pt idx="11936">
                  <c:v>-1790263</c:v>
                </c:pt>
                <c:pt idx="11937">
                  <c:v>-1853092</c:v>
                </c:pt>
                <c:pt idx="11938">
                  <c:v>-1769186</c:v>
                </c:pt>
                <c:pt idx="11939">
                  <c:v>-1930891</c:v>
                </c:pt>
                <c:pt idx="11940">
                  <c:v>-1818855</c:v>
                </c:pt>
                <c:pt idx="11941">
                  <c:v>-1647712</c:v>
                </c:pt>
                <c:pt idx="11942">
                  <c:v>-1668280</c:v>
                </c:pt>
                <c:pt idx="11943">
                  <c:v>-1941606</c:v>
                </c:pt>
                <c:pt idx="11944">
                  <c:v>-1939523</c:v>
                </c:pt>
                <c:pt idx="11945">
                  <c:v>-1856001</c:v>
                </c:pt>
                <c:pt idx="11946">
                  <c:v>-1776738</c:v>
                </c:pt>
                <c:pt idx="11947">
                  <c:v>-1934262</c:v>
                </c:pt>
                <c:pt idx="11948">
                  <c:v>-1786294</c:v>
                </c:pt>
                <c:pt idx="11949">
                  <c:v>-1848632</c:v>
                </c:pt>
                <c:pt idx="11950">
                  <c:v>-1874115</c:v>
                </c:pt>
                <c:pt idx="11951">
                  <c:v>-1925459</c:v>
                </c:pt>
                <c:pt idx="11952">
                  <c:v>-1737109</c:v>
                </c:pt>
                <c:pt idx="11953">
                  <c:v>-1988376</c:v>
                </c:pt>
                <c:pt idx="11954">
                  <c:v>-1832081</c:v>
                </c:pt>
                <c:pt idx="11955">
                  <c:v>-1976949</c:v>
                </c:pt>
                <c:pt idx="11956">
                  <c:v>-1910054</c:v>
                </c:pt>
                <c:pt idx="11957">
                  <c:v>-1861856</c:v>
                </c:pt>
                <c:pt idx="11958">
                  <c:v>-1995872</c:v>
                </c:pt>
                <c:pt idx="11959">
                  <c:v>-1378886</c:v>
                </c:pt>
                <c:pt idx="11960">
                  <c:v>-1748174</c:v>
                </c:pt>
                <c:pt idx="11961">
                  <c:v>-1897324</c:v>
                </c:pt>
                <c:pt idx="11962">
                  <c:v>-1844421</c:v>
                </c:pt>
                <c:pt idx="11963">
                  <c:v>-1956598</c:v>
                </c:pt>
                <c:pt idx="11964">
                  <c:v>-1878401</c:v>
                </c:pt>
                <c:pt idx="11965">
                  <c:v>-1770477</c:v>
                </c:pt>
                <c:pt idx="11966">
                  <c:v>-1750623</c:v>
                </c:pt>
                <c:pt idx="11967">
                  <c:v>-1744235</c:v>
                </c:pt>
                <c:pt idx="11968">
                  <c:v>-1897487</c:v>
                </c:pt>
                <c:pt idx="11969">
                  <c:v>-1838899</c:v>
                </c:pt>
                <c:pt idx="11970">
                  <c:v>-1894560</c:v>
                </c:pt>
                <c:pt idx="11971">
                  <c:v>-1744620</c:v>
                </c:pt>
                <c:pt idx="11972">
                  <c:v>-1528799</c:v>
                </c:pt>
                <c:pt idx="11973">
                  <c:v>-1814870</c:v>
                </c:pt>
                <c:pt idx="11974">
                  <c:v>-1886036</c:v>
                </c:pt>
                <c:pt idx="11975">
                  <c:v>-1693372</c:v>
                </c:pt>
                <c:pt idx="11976">
                  <c:v>-1758481</c:v>
                </c:pt>
                <c:pt idx="11977">
                  <c:v>-1888338</c:v>
                </c:pt>
                <c:pt idx="11978">
                  <c:v>-1845127</c:v>
                </c:pt>
                <c:pt idx="11979">
                  <c:v>-1830811</c:v>
                </c:pt>
                <c:pt idx="11980">
                  <c:v>-1850779</c:v>
                </c:pt>
                <c:pt idx="11981">
                  <c:v>-1956440</c:v>
                </c:pt>
                <c:pt idx="11982">
                  <c:v>-1725530</c:v>
                </c:pt>
                <c:pt idx="11983">
                  <c:v>-1937209</c:v>
                </c:pt>
                <c:pt idx="11984">
                  <c:v>-1900093</c:v>
                </c:pt>
                <c:pt idx="11985">
                  <c:v>-1983881</c:v>
                </c:pt>
                <c:pt idx="11986">
                  <c:v>-1791293</c:v>
                </c:pt>
                <c:pt idx="11987">
                  <c:v>-1892103</c:v>
                </c:pt>
                <c:pt idx="11988">
                  <c:v>-1725934</c:v>
                </c:pt>
                <c:pt idx="11989">
                  <c:v>-2016011</c:v>
                </c:pt>
                <c:pt idx="11990">
                  <c:v>-1814093</c:v>
                </c:pt>
                <c:pt idx="11991">
                  <c:v>-1872477</c:v>
                </c:pt>
                <c:pt idx="11992">
                  <c:v>-1738040</c:v>
                </c:pt>
                <c:pt idx="11993">
                  <c:v>-1912031</c:v>
                </c:pt>
                <c:pt idx="11994">
                  <c:v>-1784975</c:v>
                </c:pt>
                <c:pt idx="11995">
                  <c:v>-1762779</c:v>
                </c:pt>
                <c:pt idx="11996">
                  <c:v>-1822448</c:v>
                </c:pt>
                <c:pt idx="11997">
                  <c:v>-1804868</c:v>
                </c:pt>
                <c:pt idx="11998">
                  <c:v>-1930076</c:v>
                </c:pt>
                <c:pt idx="11999">
                  <c:v>-1943909</c:v>
                </c:pt>
                <c:pt idx="12000">
                  <c:v>-1769563</c:v>
                </c:pt>
                <c:pt idx="12001">
                  <c:v>-1887523</c:v>
                </c:pt>
                <c:pt idx="12002">
                  <c:v>-1891496</c:v>
                </c:pt>
                <c:pt idx="12003">
                  <c:v>-1989571</c:v>
                </c:pt>
                <c:pt idx="12004">
                  <c:v>-1785247</c:v>
                </c:pt>
                <c:pt idx="12005">
                  <c:v>-1908641</c:v>
                </c:pt>
                <c:pt idx="12006">
                  <c:v>-1854144</c:v>
                </c:pt>
                <c:pt idx="12007">
                  <c:v>-1803198</c:v>
                </c:pt>
                <c:pt idx="12008">
                  <c:v>-1865077</c:v>
                </c:pt>
                <c:pt idx="12009">
                  <c:v>-1807108</c:v>
                </c:pt>
                <c:pt idx="12010">
                  <c:v>-1345708</c:v>
                </c:pt>
                <c:pt idx="12011">
                  <c:v>-1720292</c:v>
                </c:pt>
                <c:pt idx="12012">
                  <c:v>-1941730</c:v>
                </c:pt>
                <c:pt idx="12013">
                  <c:v>-1885627</c:v>
                </c:pt>
                <c:pt idx="12014">
                  <c:v>-1845169</c:v>
                </c:pt>
                <c:pt idx="12015">
                  <c:v>-1741214</c:v>
                </c:pt>
                <c:pt idx="12016">
                  <c:v>-1803537</c:v>
                </c:pt>
                <c:pt idx="12017">
                  <c:v>-1959984</c:v>
                </c:pt>
                <c:pt idx="12018">
                  <c:v>-1947473</c:v>
                </c:pt>
                <c:pt idx="12019">
                  <c:v>-1937245</c:v>
                </c:pt>
                <c:pt idx="12020">
                  <c:v>-1809807</c:v>
                </c:pt>
                <c:pt idx="12021">
                  <c:v>-1782464</c:v>
                </c:pt>
                <c:pt idx="12022">
                  <c:v>-1808589</c:v>
                </c:pt>
                <c:pt idx="12023">
                  <c:v>-1836405</c:v>
                </c:pt>
                <c:pt idx="12024">
                  <c:v>-1821393</c:v>
                </c:pt>
                <c:pt idx="12025">
                  <c:v>-1622256</c:v>
                </c:pt>
                <c:pt idx="12026">
                  <c:v>-1784939</c:v>
                </c:pt>
                <c:pt idx="12027">
                  <c:v>-1766376</c:v>
                </c:pt>
                <c:pt idx="12028">
                  <c:v>-1777680</c:v>
                </c:pt>
                <c:pt idx="12029">
                  <c:v>-1798100</c:v>
                </c:pt>
                <c:pt idx="12030">
                  <c:v>-1898056</c:v>
                </c:pt>
                <c:pt idx="12031">
                  <c:v>-1746326</c:v>
                </c:pt>
                <c:pt idx="12032">
                  <c:v>-1851092</c:v>
                </c:pt>
                <c:pt idx="12033">
                  <c:v>-1761047</c:v>
                </c:pt>
                <c:pt idx="12034">
                  <c:v>-1703730</c:v>
                </c:pt>
                <c:pt idx="12035">
                  <c:v>-1898242</c:v>
                </c:pt>
                <c:pt idx="12036">
                  <c:v>-1848110</c:v>
                </c:pt>
                <c:pt idx="12037">
                  <c:v>-1965746</c:v>
                </c:pt>
                <c:pt idx="12038">
                  <c:v>-1873905</c:v>
                </c:pt>
                <c:pt idx="12039">
                  <c:v>-1946508</c:v>
                </c:pt>
                <c:pt idx="12040">
                  <c:v>-1974076</c:v>
                </c:pt>
                <c:pt idx="12041">
                  <c:v>-1810734</c:v>
                </c:pt>
                <c:pt idx="12042">
                  <c:v>-1954248</c:v>
                </c:pt>
                <c:pt idx="12043">
                  <c:v>-1696381</c:v>
                </c:pt>
                <c:pt idx="12044">
                  <c:v>-1689314</c:v>
                </c:pt>
                <c:pt idx="12045">
                  <c:v>-1826133</c:v>
                </c:pt>
                <c:pt idx="12046">
                  <c:v>-1920103</c:v>
                </c:pt>
                <c:pt idx="12047">
                  <c:v>-1974473</c:v>
                </c:pt>
                <c:pt idx="12048">
                  <c:v>-1978458</c:v>
                </c:pt>
                <c:pt idx="12049">
                  <c:v>-1812402</c:v>
                </c:pt>
                <c:pt idx="12050">
                  <c:v>-1744766</c:v>
                </c:pt>
                <c:pt idx="12051">
                  <c:v>-1874138</c:v>
                </c:pt>
                <c:pt idx="12052">
                  <c:v>-1811104</c:v>
                </c:pt>
                <c:pt idx="12053">
                  <c:v>-1872709</c:v>
                </c:pt>
                <c:pt idx="12054">
                  <c:v>-1528480</c:v>
                </c:pt>
                <c:pt idx="12055">
                  <c:v>-1818912</c:v>
                </c:pt>
                <c:pt idx="12056">
                  <c:v>-1910049</c:v>
                </c:pt>
                <c:pt idx="12057">
                  <c:v>-1990852</c:v>
                </c:pt>
                <c:pt idx="12058">
                  <c:v>-1815426</c:v>
                </c:pt>
                <c:pt idx="12059">
                  <c:v>-1913631</c:v>
                </c:pt>
                <c:pt idx="12060">
                  <c:v>-1937233</c:v>
                </c:pt>
                <c:pt idx="12061">
                  <c:v>-1549445</c:v>
                </c:pt>
                <c:pt idx="12062">
                  <c:v>-1826818</c:v>
                </c:pt>
                <c:pt idx="12063">
                  <c:v>-1765082</c:v>
                </c:pt>
                <c:pt idx="12064">
                  <c:v>-1894578</c:v>
                </c:pt>
                <c:pt idx="12065">
                  <c:v>-1961535</c:v>
                </c:pt>
                <c:pt idx="12066">
                  <c:v>-1965898</c:v>
                </c:pt>
                <c:pt idx="12067">
                  <c:v>-1598703</c:v>
                </c:pt>
                <c:pt idx="12068">
                  <c:v>-1971690</c:v>
                </c:pt>
                <c:pt idx="12069">
                  <c:v>-1817754</c:v>
                </c:pt>
                <c:pt idx="12070">
                  <c:v>-1735158</c:v>
                </c:pt>
                <c:pt idx="12071">
                  <c:v>-1796282</c:v>
                </c:pt>
                <c:pt idx="12072">
                  <c:v>-1839130</c:v>
                </c:pt>
                <c:pt idx="12073">
                  <c:v>-1367786</c:v>
                </c:pt>
                <c:pt idx="12074">
                  <c:v>-1945669</c:v>
                </c:pt>
                <c:pt idx="12075">
                  <c:v>-1874242</c:v>
                </c:pt>
                <c:pt idx="12076">
                  <c:v>-1867773</c:v>
                </c:pt>
                <c:pt idx="12077">
                  <c:v>-1872328</c:v>
                </c:pt>
                <c:pt idx="12078">
                  <c:v>-1662408</c:v>
                </c:pt>
                <c:pt idx="12079">
                  <c:v>-1883240</c:v>
                </c:pt>
                <c:pt idx="12080">
                  <c:v>-1724710</c:v>
                </c:pt>
                <c:pt idx="12081">
                  <c:v>-1850848</c:v>
                </c:pt>
                <c:pt idx="12082">
                  <c:v>-1887681</c:v>
                </c:pt>
                <c:pt idx="12083">
                  <c:v>-1829484</c:v>
                </c:pt>
                <c:pt idx="12084">
                  <c:v>-1970973</c:v>
                </c:pt>
                <c:pt idx="12085">
                  <c:v>-1796575</c:v>
                </c:pt>
                <c:pt idx="12086">
                  <c:v>-1785415</c:v>
                </c:pt>
                <c:pt idx="12087">
                  <c:v>-1764457</c:v>
                </c:pt>
                <c:pt idx="12088">
                  <c:v>-1855462</c:v>
                </c:pt>
                <c:pt idx="12089">
                  <c:v>-1691978</c:v>
                </c:pt>
                <c:pt idx="12090">
                  <c:v>-1896103</c:v>
                </c:pt>
                <c:pt idx="12091">
                  <c:v>-1766488</c:v>
                </c:pt>
                <c:pt idx="12092">
                  <c:v>-1632361</c:v>
                </c:pt>
                <c:pt idx="12093">
                  <c:v>-1732838</c:v>
                </c:pt>
                <c:pt idx="12094">
                  <c:v>-1743103</c:v>
                </c:pt>
                <c:pt idx="12095">
                  <c:v>-1839079</c:v>
                </c:pt>
                <c:pt idx="12096">
                  <c:v>-1763121</c:v>
                </c:pt>
                <c:pt idx="12097">
                  <c:v>-2007103</c:v>
                </c:pt>
                <c:pt idx="12098">
                  <c:v>-1799443</c:v>
                </c:pt>
                <c:pt idx="12099">
                  <c:v>-1742023</c:v>
                </c:pt>
                <c:pt idx="12100">
                  <c:v>-1962889</c:v>
                </c:pt>
                <c:pt idx="12101">
                  <c:v>-1684043</c:v>
                </c:pt>
                <c:pt idx="12102">
                  <c:v>-1633610</c:v>
                </c:pt>
                <c:pt idx="12103">
                  <c:v>-1962515</c:v>
                </c:pt>
                <c:pt idx="12104">
                  <c:v>-1812471</c:v>
                </c:pt>
                <c:pt idx="12105">
                  <c:v>-1743033</c:v>
                </c:pt>
                <c:pt idx="12106">
                  <c:v>-1951998</c:v>
                </c:pt>
                <c:pt idx="12107">
                  <c:v>-1735458</c:v>
                </c:pt>
                <c:pt idx="12108">
                  <c:v>-1897952</c:v>
                </c:pt>
                <c:pt idx="12109">
                  <c:v>-1808730</c:v>
                </c:pt>
                <c:pt idx="12110">
                  <c:v>-1899614</c:v>
                </c:pt>
                <c:pt idx="12111">
                  <c:v>-1807444</c:v>
                </c:pt>
                <c:pt idx="12112">
                  <c:v>-1396543</c:v>
                </c:pt>
                <c:pt idx="12113">
                  <c:v>-1797625</c:v>
                </c:pt>
                <c:pt idx="12114">
                  <c:v>-1902103</c:v>
                </c:pt>
                <c:pt idx="12115">
                  <c:v>-1963833</c:v>
                </c:pt>
                <c:pt idx="12116">
                  <c:v>-1879261</c:v>
                </c:pt>
                <c:pt idx="12117">
                  <c:v>-1885879</c:v>
                </c:pt>
                <c:pt idx="12118">
                  <c:v>-1850918</c:v>
                </c:pt>
                <c:pt idx="12119">
                  <c:v>-1898091</c:v>
                </c:pt>
                <c:pt idx="12120">
                  <c:v>-1813537</c:v>
                </c:pt>
                <c:pt idx="12121">
                  <c:v>-1889418</c:v>
                </c:pt>
                <c:pt idx="12122">
                  <c:v>-1753675</c:v>
                </c:pt>
                <c:pt idx="12123">
                  <c:v>-1867705</c:v>
                </c:pt>
                <c:pt idx="12124">
                  <c:v>-1748486</c:v>
                </c:pt>
                <c:pt idx="12125">
                  <c:v>-1866508</c:v>
                </c:pt>
                <c:pt idx="12126">
                  <c:v>-1856059</c:v>
                </c:pt>
                <c:pt idx="12127">
                  <c:v>-1848430</c:v>
                </c:pt>
                <c:pt idx="12128">
                  <c:v>-1738968</c:v>
                </c:pt>
                <c:pt idx="12129">
                  <c:v>-1921873</c:v>
                </c:pt>
                <c:pt idx="12130">
                  <c:v>-1828452</c:v>
                </c:pt>
                <c:pt idx="12131">
                  <c:v>-1825693</c:v>
                </c:pt>
                <c:pt idx="12132">
                  <c:v>-1860110</c:v>
                </c:pt>
                <c:pt idx="12133">
                  <c:v>-1930031</c:v>
                </c:pt>
                <c:pt idx="12134">
                  <c:v>-1731567</c:v>
                </c:pt>
                <c:pt idx="12135">
                  <c:v>-1695862</c:v>
                </c:pt>
                <c:pt idx="12136">
                  <c:v>-1847680</c:v>
                </c:pt>
                <c:pt idx="12137">
                  <c:v>-1923531</c:v>
                </c:pt>
                <c:pt idx="12138">
                  <c:v>-1759293</c:v>
                </c:pt>
                <c:pt idx="12139">
                  <c:v>-1909272</c:v>
                </c:pt>
                <c:pt idx="12140">
                  <c:v>-1965557</c:v>
                </c:pt>
                <c:pt idx="12141">
                  <c:v>-1913318</c:v>
                </c:pt>
                <c:pt idx="12142">
                  <c:v>-1951147</c:v>
                </c:pt>
                <c:pt idx="12143">
                  <c:v>-1799582</c:v>
                </c:pt>
                <c:pt idx="12144">
                  <c:v>-1775311</c:v>
                </c:pt>
                <c:pt idx="12145">
                  <c:v>-1844880</c:v>
                </c:pt>
                <c:pt idx="12146">
                  <c:v>-1345700</c:v>
                </c:pt>
                <c:pt idx="12147">
                  <c:v>-1930281</c:v>
                </c:pt>
                <c:pt idx="12148">
                  <c:v>-1949397</c:v>
                </c:pt>
                <c:pt idx="12149">
                  <c:v>-1884095</c:v>
                </c:pt>
                <c:pt idx="12150">
                  <c:v>-1828150</c:v>
                </c:pt>
                <c:pt idx="12151">
                  <c:v>-1840205</c:v>
                </c:pt>
                <c:pt idx="12152">
                  <c:v>-1839502</c:v>
                </c:pt>
                <c:pt idx="12153">
                  <c:v>-1915913</c:v>
                </c:pt>
                <c:pt idx="12154">
                  <c:v>-1962667</c:v>
                </c:pt>
                <c:pt idx="12155">
                  <c:v>-1889034</c:v>
                </c:pt>
                <c:pt idx="12156">
                  <c:v>-1837716</c:v>
                </c:pt>
                <c:pt idx="12157">
                  <c:v>-1755592</c:v>
                </c:pt>
                <c:pt idx="12158">
                  <c:v>-1872546</c:v>
                </c:pt>
                <c:pt idx="12159">
                  <c:v>-1934552</c:v>
                </c:pt>
                <c:pt idx="12160">
                  <c:v>-1784361</c:v>
                </c:pt>
                <c:pt idx="12161">
                  <c:v>-1870897</c:v>
                </c:pt>
                <c:pt idx="12162">
                  <c:v>-1859564</c:v>
                </c:pt>
                <c:pt idx="12163">
                  <c:v>-1531595</c:v>
                </c:pt>
                <c:pt idx="12164">
                  <c:v>-1780844</c:v>
                </c:pt>
                <c:pt idx="12165">
                  <c:v>-1869819</c:v>
                </c:pt>
                <c:pt idx="12166">
                  <c:v>-1776703</c:v>
                </c:pt>
                <c:pt idx="12167">
                  <c:v>-1843817</c:v>
                </c:pt>
                <c:pt idx="12168">
                  <c:v>-1765606</c:v>
                </c:pt>
                <c:pt idx="12169">
                  <c:v>-1763255</c:v>
                </c:pt>
                <c:pt idx="12170">
                  <c:v>-1826655</c:v>
                </c:pt>
                <c:pt idx="12171">
                  <c:v>-1457242</c:v>
                </c:pt>
                <c:pt idx="12172">
                  <c:v>-1879598</c:v>
                </c:pt>
                <c:pt idx="12173">
                  <c:v>-1723925</c:v>
                </c:pt>
                <c:pt idx="12174">
                  <c:v>-1877890</c:v>
                </c:pt>
                <c:pt idx="12175">
                  <c:v>-1350876</c:v>
                </c:pt>
                <c:pt idx="12176">
                  <c:v>-1856326</c:v>
                </c:pt>
                <c:pt idx="12177">
                  <c:v>-1747393</c:v>
                </c:pt>
                <c:pt idx="12178">
                  <c:v>-1902857</c:v>
                </c:pt>
                <c:pt idx="12179">
                  <c:v>-1924046</c:v>
                </c:pt>
                <c:pt idx="12180">
                  <c:v>-1731821</c:v>
                </c:pt>
                <c:pt idx="12181">
                  <c:v>-1882387</c:v>
                </c:pt>
                <c:pt idx="12182">
                  <c:v>-1902834</c:v>
                </c:pt>
                <c:pt idx="12183">
                  <c:v>-1781087</c:v>
                </c:pt>
                <c:pt idx="12184">
                  <c:v>-1693096</c:v>
                </c:pt>
                <c:pt idx="12185">
                  <c:v>-1747341</c:v>
                </c:pt>
                <c:pt idx="12186">
                  <c:v>-1892650</c:v>
                </c:pt>
                <c:pt idx="12187">
                  <c:v>-1782649</c:v>
                </c:pt>
                <c:pt idx="12188">
                  <c:v>-1888093</c:v>
                </c:pt>
                <c:pt idx="12189">
                  <c:v>-1881911</c:v>
                </c:pt>
                <c:pt idx="12190">
                  <c:v>-1888950</c:v>
                </c:pt>
                <c:pt idx="12191">
                  <c:v>-1878098</c:v>
                </c:pt>
                <c:pt idx="12192">
                  <c:v>-1839020</c:v>
                </c:pt>
                <c:pt idx="12193">
                  <c:v>-1907780</c:v>
                </c:pt>
                <c:pt idx="12194">
                  <c:v>-1940541</c:v>
                </c:pt>
                <c:pt idx="12195">
                  <c:v>-1942325</c:v>
                </c:pt>
                <c:pt idx="12196">
                  <c:v>-1927647</c:v>
                </c:pt>
                <c:pt idx="12197">
                  <c:v>-1410705</c:v>
                </c:pt>
                <c:pt idx="12198">
                  <c:v>-1919871</c:v>
                </c:pt>
                <c:pt idx="12199">
                  <c:v>-1977505</c:v>
                </c:pt>
                <c:pt idx="12200">
                  <c:v>-1708610</c:v>
                </c:pt>
                <c:pt idx="12201">
                  <c:v>-1834342</c:v>
                </c:pt>
                <c:pt idx="12202">
                  <c:v>-1806185</c:v>
                </c:pt>
                <c:pt idx="12203">
                  <c:v>-1894463</c:v>
                </c:pt>
                <c:pt idx="12204">
                  <c:v>-1847309</c:v>
                </c:pt>
                <c:pt idx="12205">
                  <c:v>-1712791</c:v>
                </c:pt>
                <c:pt idx="12206">
                  <c:v>-1865753</c:v>
                </c:pt>
                <c:pt idx="12207">
                  <c:v>-1981145</c:v>
                </c:pt>
                <c:pt idx="12208">
                  <c:v>-1743149</c:v>
                </c:pt>
                <c:pt idx="12209">
                  <c:v>-1925242</c:v>
                </c:pt>
                <c:pt idx="12210">
                  <c:v>-1734608</c:v>
                </c:pt>
                <c:pt idx="12211">
                  <c:v>-1996914</c:v>
                </c:pt>
                <c:pt idx="12212">
                  <c:v>-1911343</c:v>
                </c:pt>
                <c:pt idx="12213">
                  <c:v>-1949445</c:v>
                </c:pt>
                <c:pt idx="12214">
                  <c:v>-1765774</c:v>
                </c:pt>
                <c:pt idx="12215">
                  <c:v>-1989848</c:v>
                </c:pt>
                <c:pt idx="12216">
                  <c:v>-1936802</c:v>
                </c:pt>
                <c:pt idx="12217">
                  <c:v>-1741737</c:v>
                </c:pt>
                <c:pt idx="12218">
                  <c:v>-1733375</c:v>
                </c:pt>
                <c:pt idx="12219">
                  <c:v>-1780856</c:v>
                </c:pt>
                <c:pt idx="12220">
                  <c:v>-1663675</c:v>
                </c:pt>
                <c:pt idx="12221">
                  <c:v>-1873094</c:v>
                </c:pt>
                <c:pt idx="12222">
                  <c:v>-1950004</c:v>
                </c:pt>
                <c:pt idx="12223">
                  <c:v>-1944608</c:v>
                </c:pt>
                <c:pt idx="12224">
                  <c:v>-1675409</c:v>
                </c:pt>
                <c:pt idx="12225">
                  <c:v>-1547409</c:v>
                </c:pt>
                <c:pt idx="12226">
                  <c:v>-1774633</c:v>
                </c:pt>
                <c:pt idx="12227">
                  <c:v>-1749433</c:v>
                </c:pt>
                <c:pt idx="12228">
                  <c:v>-1716209</c:v>
                </c:pt>
                <c:pt idx="12229">
                  <c:v>-1860818</c:v>
                </c:pt>
                <c:pt idx="12230">
                  <c:v>-1952510</c:v>
                </c:pt>
                <c:pt idx="12231">
                  <c:v>-1816723</c:v>
                </c:pt>
                <c:pt idx="12232">
                  <c:v>-1883967</c:v>
                </c:pt>
                <c:pt idx="12233">
                  <c:v>-1912603</c:v>
                </c:pt>
                <c:pt idx="12234">
                  <c:v>-1814925</c:v>
                </c:pt>
                <c:pt idx="12235">
                  <c:v>-1894347</c:v>
                </c:pt>
                <c:pt idx="12236">
                  <c:v>-1995045</c:v>
                </c:pt>
                <c:pt idx="12237">
                  <c:v>-1897963</c:v>
                </c:pt>
                <c:pt idx="12238">
                  <c:v>-1907861</c:v>
                </c:pt>
                <c:pt idx="12239">
                  <c:v>-1921349</c:v>
                </c:pt>
                <c:pt idx="12240">
                  <c:v>-1914819</c:v>
                </c:pt>
                <c:pt idx="12241">
                  <c:v>-1906698</c:v>
                </c:pt>
                <c:pt idx="12242">
                  <c:v>-1928729</c:v>
                </c:pt>
                <c:pt idx="12243">
                  <c:v>-1804271</c:v>
                </c:pt>
                <c:pt idx="12244">
                  <c:v>-1900311</c:v>
                </c:pt>
                <c:pt idx="12245">
                  <c:v>-1564450</c:v>
                </c:pt>
                <c:pt idx="12246">
                  <c:v>-1866647</c:v>
                </c:pt>
                <c:pt idx="12247">
                  <c:v>-1878971</c:v>
                </c:pt>
                <c:pt idx="12248">
                  <c:v>-1896939</c:v>
                </c:pt>
                <c:pt idx="12249">
                  <c:v>-1947219</c:v>
                </c:pt>
                <c:pt idx="12250">
                  <c:v>-1904700</c:v>
                </c:pt>
                <c:pt idx="12251">
                  <c:v>-1753627</c:v>
                </c:pt>
                <c:pt idx="12252">
                  <c:v>-1933936</c:v>
                </c:pt>
                <c:pt idx="12253">
                  <c:v>-1906276</c:v>
                </c:pt>
                <c:pt idx="12254">
                  <c:v>-1901935</c:v>
                </c:pt>
                <c:pt idx="12255">
                  <c:v>-1895041</c:v>
                </c:pt>
                <c:pt idx="12256">
                  <c:v>-1969927</c:v>
                </c:pt>
                <c:pt idx="12257">
                  <c:v>-1704521</c:v>
                </c:pt>
                <c:pt idx="12258">
                  <c:v>-1836684</c:v>
                </c:pt>
                <c:pt idx="12259">
                  <c:v>-1830443</c:v>
                </c:pt>
                <c:pt idx="12260">
                  <c:v>-1829368</c:v>
                </c:pt>
                <c:pt idx="12261">
                  <c:v>-1843499</c:v>
                </c:pt>
                <c:pt idx="12262">
                  <c:v>-1828869</c:v>
                </c:pt>
                <c:pt idx="12263">
                  <c:v>-1858287</c:v>
                </c:pt>
                <c:pt idx="12264">
                  <c:v>-1833202</c:v>
                </c:pt>
                <c:pt idx="12265">
                  <c:v>-1825415</c:v>
                </c:pt>
                <c:pt idx="12266">
                  <c:v>-1924025</c:v>
                </c:pt>
                <c:pt idx="12267">
                  <c:v>-1948372</c:v>
                </c:pt>
                <c:pt idx="12268">
                  <c:v>-1783231</c:v>
                </c:pt>
                <c:pt idx="12269">
                  <c:v>-1743669</c:v>
                </c:pt>
                <c:pt idx="12270">
                  <c:v>-1797833</c:v>
                </c:pt>
                <c:pt idx="12271">
                  <c:v>-1879935</c:v>
                </c:pt>
                <c:pt idx="12272">
                  <c:v>-1750092</c:v>
                </c:pt>
                <c:pt idx="12273">
                  <c:v>-1756817</c:v>
                </c:pt>
                <c:pt idx="12274">
                  <c:v>-1931688</c:v>
                </c:pt>
                <c:pt idx="12275">
                  <c:v>-1742248</c:v>
                </c:pt>
                <c:pt idx="12276">
                  <c:v>-1741166</c:v>
                </c:pt>
                <c:pt idx="12277">
                  <c:v>-1750858</c:v>
                </c:pt>
                <c:pt idx="12278">
                  <c:v>-1822193</c:v>
                </c:pt>
                <c:pt idx="12279">
                  <c:v>-1953730</c:v>
                </c:pt>
                <c:pt idx="12280">
                  <c:v>-2001847</c:v>
                </c:pt>
                <c:pt idx="12281">
                  <c:v>-1647735</c:v>
                </c:pt>
                <c:pt idx="12282">
                  <c:v>-1788698</c:v>
                </c:pt>
                <c:pt idx="12283">
                  <c:v>-1794268</c:v>
                </c:pt>
                <c:pt idx="12284">
                  <c:v>-1815903</c:v>
                </c:pt>
                <c:pt idx="12285">
                  <c:v>-1849456</c:v>
                </c:pt>
                <c:pt idx="12286">
                  <c:v>-1945855</c:v>
                </c:pt>
                <c:pt idx="12287">
                  <c:v>-1740586</c:v>
                </c:pt>
                <c:pt idx="12288">
                  <c:v>-1829077</c:v>
                </c:pt>
                <c:pt idx="12289">
                  <c:v>-1960696</c:v>
                </c:pt>
                <c:pt idx="12290">
                  <c:v>-1824963</c:v>
                </c:pt>
                <c:pt idx="12291">
                  <c:v>-1931060</c:v>
                </c:pt>
                <c:pt idx="12292">
                  <c:v>-1763333</c:v>
                </c:pt>
                <c:pt idx="12293">
                  <c:v>-1738344</c:v>
                </c:pt>
                <c:pt idx="12294">
                  <c:v>-1778297</c:v>
                </c:pt>
                <c:pt idx="12295">
                  <c:v>-1893188</c:v>
                </c:pt>
                <c:pt idx="12296">
                  <c:v>-1839294</c:v>
                </c:pt>
                <c:pt idx="12297">
                  <c:v>-1841393</c:v>
                </c:pt>
                <c:pt idx="12298">
                  <c:v>-1967461</c:v>
                </c:pt>
                <c:pt idx="12299">
                  <c:v>-1852183</c:v>
                </c:pt>
                <c:pt idx="12300">
                  <c:v>-1668380</c:v>
                </c:pt>
                <c:pt idx="12301">
                  <c:v>-1819052</c:v>
                </c:pt>
                <c:pt idx="12302">
                  <c:v>-1370904</c:v>
                </c:pt>
                <c:pt idx="12303">
                  <c:v>-1769174</c:v>
                </c:pt>
                <c:pt idx="12304">
                  <c:v>-1767336</c:v>
                </c:pt>
                <c:pt idx="12305">
                  <c:v>-1738391</c:v>
                </c:pt>
                <c:pt idx="12306">
                  <c:v>-1870479</c:v>
                </c:pt>
                <c:pt idx="12307">
                  <c:v>-1870212</c:v>
                </c:pt>
                <c:pt idx="12308">
                  <c:v>-1945661</c:v>
                </c:pt>
                <c:pt idx="12309">
                  <c:v>-1809695</c:v>
                </c:pt>
                <c:pt idx="12310">
                  <c:v>-1866972</c:v>
                </c:pt>
                <c:pt idx="12311">
                  <c:v>-1777125</c:v>
                </c:pt>
                <c:pt idx="12312">
                  <c:v>-1846076</c:v>
                </c:pt>
                <c:pt idx="12313">
                  <c:v>-1973971</c:v>
                </c:pt>
                <c:pt idx="12314">
                  <c:v>-1730320</c:v>
                </c:pt>
                <c:pt idx="12315">
                  <c:v>-1758319</c:v>
                </c:pt>
                <c:pt idx="12316">
                  <c:v>-1889953</c:v>
                </c:pt>
                <c:pt idx="12317">
                  <c:v>-1778095</c:v>
                </c:pt>
                <c:pt idx="12318">
                  <c:v>-1975607</c:v>
                </c:pt>
                <c:pt idx="12319">
                  <c:v>-1692462</c:v>
                </c:pt>
                <c:pt idx="12320">
                  <c:v>-1900801</c:v>
                </c:pt>
                <c:pt idx="12321">
                  <c:v>-1769727</c:v>
                </c:pt>
                <c:pt idx="12322">
                  <c:v>-1909792</c:v>
                </c:pt>
                <c:pt idx="12323">
                  <c:v>-1760723</c:v>
                </c:pt>
                <c:pt idx="12324">
                  <c:v>-1890985</c:v>
                </c:pt>
                <c:pt idx="12325">
                  <c:v>-1791097</c:v>
                </c:pt>
                <c:pt idx="12326">
                  <c:v>-1803669</c:v>
                </c:pt>
                <c:pt idx="12327">
                  <c:v>-1973680</c:v>
                </c:pt>
                <c:pt idx="12328">
                  <c:v>-1936406</c:v>
                </c:pt>
                <c:pt idx="12329">
                  <c:v>-1768203</c:v>
                </c:pt>
                <c:pt idx="12330">
                  <c:v>-1848226</c:v>
                </c:pt>
                <c:pt idx="12331">
                  <c:v>-1872964</c:v>
                </c:pt>
                <c:pt idx="12332">
                  <c:v>-1659277</c:v>
                </c:pt>
                <c:pt idx="12333">
                  <c:v>-1757203</c:v>
                </c:pt>
                <c:pt idx="12334">
                  <c:v>-1930709</c:v>
                </c:pt>
                <c:pt idx="12335">
                  <c:v>-1903743</c:v>
                </c:pt>
                <c:pt idx="12336">
                  <c:v>-1953338</c:v>
                </c:pt>
                <c:pt idx="12337">
                  <c:v>-1744396</c:v>
                </c:pt>
                <c:pt idx="12338">
                  <c:v>-1866658</c:v>
                </c:pt>
                <c:pt idx="12339">
                  <c:v>-1873139</c:v>
                </c:pt>
                <c:pt idx="12340">
                  <c:v>-1803449</c:v>
                </c:pt>
                <c:pt idx="12341">
                  <c:v>-1767579</c:v>
                </c:pt>
                <c:pt idx="12342">
                  <c:v>-1978027</c:v>
                </c:pt>
                <c:pt idx="12343">
                  <c:v>-1828834</c:v>
                </c:pt>
                <c:pt idx="12344">
                  <c:v>-1921954</c:v>
                </c:pt>
                <c:pt idx="12345">
                  <c:v>-1991039</c:v>
                </c:pt>
                <c:pt idx="12346">
                  <c:v>-1971085</c:v>
                </c:pt>
                <c:pt idx="12347">
                  <c:v>-1835826</c:v>
                </c:pt>
                <c:pt idx="12348">
                  <c:v>-1963735</c:v>
                </c:pt>
                <c:pt idx="12349">
                  <c:v>-1852415</c:v>
                </c:pt>
                <c:pt idx="12350">
                  <c:v>-1930601</c:v>
                </c:pt>
                <c:pt idx="12351">
                  <c:v>-1776992</c:v>
                </c:pt>
                <c:pt idx="12352">
                  <c:v>-1923710</c:v>
                </c:pt>
                <c:pt idx="12353">
                  <c:v>-1875079</c:v>
                </c:pt>
                <c:pt idx="12354">
                  <c:v>-1781581</c:v>
                </c:pt>
                <c:pt idx="12355">
                  <c:v>-1774968</c:v>
                </c:pt>
                <c:pt idx="12356">
                  <c:v>-1857777</c:v>
                </c:pt>
                <c:pt idx="12357">
                  <c:v>-1959529</c:v>
                </c:pt>
                <c:pt idx="12358">
                  <c:v>-1863744</c:v>
                </c:pt>
                <c:pt idx="12359">
                  <c:v>-1864673</c:v>
                </c:pt>
                <c:pt idx="12360">
                  <c:v>-1863349</c:v>
                </c:pt>
                <c:pt idx="12361">
                  <c:v>-1861933</c:v>
                </c:pt>
                <c:pt idx="12362">
                  <c:v>-1868507</c:v>
                </c:pt>
                <c:pt idx="12363">
                  <c:v>-1863273</c:v>
                </c:pt>
                <c:pt idx="12364">
                  <c:v>-1861596</c:v>
                </c:pt>
                <c:pt idx="12365">
                  <c:v>-1880155</c:v>
                </c:pt>
                <c:pt idx="12366">
                  <c:v>-1859929</c:v>
                </c:pt>
                <c:pt idx="12367">
                  <c:v>-1864405</c:v>
                </c:pt>
                <c:pt idx="12368">
                  <c:v>-1865927</c:v>
                </c:pt>
                <c:pt idx="12369">
                  <c:v>-1866856</c:v>
                </c:pt>
                <c:pt idx="12370">
                  <c:v>-1862478</c:v>
                </c:pt>
                <c:pt idx="12371">
                  <c:v>-1866438</c:v>
                </c:pt>
                <c:pt idx="12372">
                  <c:v>-1863025</c:v>
                </c:pt>
                <c:pt idx="12373">
                  <c:v>-1862351</c:v>
                </c:pt>
                <c:pt idx="12374">
                  <c:v>-1862902</c:v>
                </c:pt>
                <c:pt idx="12375">
                  <c:v>-1861907</c:v>
                </c:pt>
                <c:pt idx="12376">
                  <c:v>-1866937</c:v>
                </c:pt>
                <c:pt idx="12377">
                  <c:v>-1863906</c:v>
                </c:pt>
                <c:pt idx="12378">
                  <c:v>-1861909</c:v>
                </c:pt>
                <c:pt idx="12379">
                  <c:v>-1865454</c:v>
                </c:pt>
                <c:pt idx="12380">
                  <c:v>-1861547</c:v>
                </c:pt>
                <c:pt idx="12381">
                  <c:v>-1861735</c:v>
                </c:pt>
                <c:pt idx="12382">
                  <c:v>-1863013</c:v>
                </c:pt>
                <c:pt idx="12383">
                  <c:v>-1861120</c:v>
                </c:pt>
                <c:pt idx="12384">
                  <c:v>-1867529</c:v>
                </c:pt>
                <c:pt idx="12385">
                  <c:v>-1872314</c:v>
                </c:pt>
                <c:pt idx="12386">
                  <c:v>-1867564</c:v>
                </c:pt>
                <c:pt idx="12387">
                  <c:v>-1861252</c:v>
                </c:pt>
                <c:pt idx="12388">
                  <c:v>-1862467</c:v>
                </c:pt>
                <c:pt idx="12389">
                  <c:v>-1862374</c:v>
                </c:pt>
                <c:pt idx="12390">
                  <c:v>-1880039</c:v>
                </c:pt>
                <c:pt idx="12391">
                  <c:v>-1867355</c:v>
                </c:pt>
                <c:pt idx="12392">
                  <c:v>-1948172</c:v>
                </c:pt>
                <c:pt idx="12393">
                  <c:v>-1862814</c:v>
                </c:pt>
                <c:pt idx="12394">
                  <c:v>-1866995</c:v>
                </c:pt>
                <c:pt idx="12395">
                  <c:v>-1867100</c:v>
                </c:pt>
                <c:pt idx="12396">
                  <c:v>-1868029</c:v>
                </c:pt>
                <c:pt idx="12397">
                  <c:v>-1864615</c:v>
                </c:pt>
                <c:pt idx="12398">
                  <c:v>-1862652</c:v>
                </c:pt>
                <c:pt idx="12399">
                  <c:v>-1867181</c:v>
                </c:pt>
                <c:pt idx="12400">
                  <c:v>-1862002</c:v>
                </c:pt>
                <c:pt idx="12401">
                  <c:v>-1865066</c:v>
                </c:pt>
                <c:pt idx="12402">
                  <c:v>-1863059</c:v>
                </c:pt>
                <c:pt idx="12403">
                  <c:v>-1862188</c:v>
                </c:pt>
                <c:pt idx="12404">
                  <c:v>-1862474</c:v>
                </c:pt>
                <c:pt idx="12405">
                  <c:v>-1785449</c:v>
                </c:pt>
                <c:pt idx="12406">
                  <c:v>-1863686</c:v>
                </c:pt>
                <c:pt idx="12407">
                  <c:v>-1867146</c:v>
                </c:pt>
                <c:pt idx="12408">
                  <c:v>-1862780</c:v>
                </c:pt>
                <c:pt idx="12409">
                  <c:v>-1857009</c:v>
                </c:pt>
                <c:pt idx="12410">
                  <c:v>-1865776</c:v>
                </c:pt>
                <c:pt idx="12411">
                  <c:v>-1862346</c:v>
                </c:pt>
                <c:pt idx="12412">
                  <c:v>-1863186</c:v>
                </c:pt>
                <c:pt idx="12413">
                  <c:v>-1866406</c:v>
                </c:pt>
                <c:pt idx="12414">
                  <c:v>-1862334</c:v>
                </c:pt>
                <c:pt idx="12415">
                  <c:v>-1863802</c:v>
                </c:pt>
                <c:pt idx="12416">
                  <c:v>-1868168</c:v>
                </c:pt>
                <c:pt idx="12417">
                  <c:v>-1862676</c:v>
                </c:pt>
                <c:pt idx="12418">
                  <c:v>-1861283</c:v>
                </c:pt>
                <c:pt idx="12419">
                  <c:v>-1868400</c:v>
                </c:pt>
                <c:pt idx="12420">
                  <c:v>-1867761</c:v>
                </c:pt>
                <c:pt idx="12421">
                  <c:v>-1866728</c:v>
                </c:pt>
                <c:pt idx="12422">
                  <c:v>-1867138</c:v>
                </c:pt>
                <c:pt idx="12423">
                  <c:v>-1866182</c:v>
                </c:pt>
                <c:pt idx="12424">
                  <c:v>-1861550</c:v>
                </c:pt>
                <c:pt idx="12425">
                  <c:v>-1857138</c:v>
                </c:pt>
                <c:pt idx="12426">
                  <c:v>-1862597</c:v>
                </c:pt>
                <c:pt idx="12427">
                  <c:v>-1862467</c:v>
                </c:pt>
                <c:pt idx="12428">
                  <c:v>-1861619</c:v>
                </c:pt>
                <c:pt idx="12429">
                  <c:v>-1965104</c:v>
                </c:pt>
                <c:pt idx="12430">
                  <c:v>-1863535</c:v>
                </c:pt>
                <c:pt idx="12431">
                  <c:v>-1867402</c:v>
                </c:pt>
                <c:pt idx="12432">
                  <c:v>-1863465</c:v>
                </c:pt>
                <c:pt idx="12433">
                  <c:v>-1866054</c:v>
                </c:pt>
                <c:pt idx="12434">
                  <c:v>-1863755</c:v>
                </c:pt>
                <c:pt idx="12435">
                  <c:v>-1873057</c:v>
                </c:pt>
                <c:pt idx="12436">
                  <c:v>-1861677</c:v>
                </c:pt>
                <c:pt idx="12437">
                  <c:v>-1862409</c:v>
                </c:pt>
                <c:pt idx="12438">
                  <c:v>-1862049</c:v>
                </c:pt>
                <c:pt idx="12439">
                  <c:v>-1870641</c:v>
                </c:pt>
                <c:pt idx="12440">
                  <c:v>-1861678</c:v>
                </c:pt>
                <c:pt idx="12441">
                  <c:v>-1863047</c:v>
                </c:pt>
                <c:pt idx="12442">
                  <c:v>-1869120</c:v>
                </c:pt>
                <c:pt idx="12443">
                  <c:v>-1867854</c:v>
                </c:pt>
                <c:pt idx="12444">
                  <c:v>-1864986</c:v>
                </c:pt>
                <c:pt idx="12445">
                  <c:v>-1860830</c:v>
                </c:pt>
                <c:pt idx="12446">
                  <c:v>-1657286</c:v>
                </c:pt>
                <c:pt idx="12447">
                  <c:v>-1874115</c:v>
                </c:pt>
                <c:pt idx="12448">
                  <c:v>-1862467</c:v>
                </c:pt>
                <c:pt idx="12449">
                  <c:v>-1861979</c:v>
                </c:pt>
                <c:pt idx="12450">
                  <c:v>-1870386</c:v>
                </c:pt>
                <c:pt idx="12451">
                  <c:v>-1860025</c:v>
                </c:pt>
                <c:pt idx="12452">
                  <c:v>-1864951</c:v>
                </c:pt>
                <c:pt idx="12453">
                  <c:v>-1859112</c:v>
                </c:pt>
                <c:pt idx="12454">
                  <c:v>-1862049</c:v>
                </c:pt>
                <c:pt idx="12455">
                  <c:v>-1811162</c:v>
                </c:pt>
                <c:pt idx="12456">
                  <c:v>-1861678</c:v>
                </c:pt>
                <c:pt idx="12457">
                  <c:v>-1871942</c:v>
                </c:pt>
                <c:pt idx="12458">
                  <c:v>-1842258</c:v>
                </c:pt>
                <c:pt idx="12459">
                  <c:v>-1870514</c:v>
                </c:pt>
                <c:pt idx="12460">
                  <c:v>-1869840</c:v>
                </c:pt>
                <c:pt idx="12461">
                  <c:v>-1861387</c:v>
                </c:pt>
                <c:pt idx="12462">
                  <c:v>-1874277</c:v>
                </c:pt>
                <c:pt idx="12463">
                  <c:v>-1859866</c:v>
                </c:pt>
                <c:pt idx="12464">
                  <c:v>-1863523</c:v>
                </c:pt>
                <c:pt idx="12465">
                  <c:v>-1862188</c:v>
                </c:pt>
                <c:pt idx="12466">
                  <c:v>-1855966</c:v>
                </c:pt>
                <c:pt idx="12467">
                  <c:v>-1860934</c:v>
                </c:pt>
                <c:pt idx="12468">
                  <c:v>-1756644</c:v>
                </c:pt>
                <c:pt idx="12469">
                  <c:v>-1863105</c:v>
                </c:pt>
                <c:pt idx="12470">
                  <c:v>-1861584</c:v>
                </c:pt>
                <c:pt idx="12471">
                  <c:v>-1863117</c:v>
                </c:pt>
                <c:pt idx="12472">
                  <c:v>-1860772</c:v>
                </c:pt>
                <c:pt idx="12473">
                  <c:v>-1865520</c:v>
                </c:pt>
                <c:pt idx="12474">
                  <c:v>-1866531</c:v>
                </c:pt>
                <c:pt idx="12475">
                  <c:v>-1862583</c:v>
                </c:pt>
                <c:pt idx="12476">
                  <c:v>-1860447</c:v>
                </c:pt>
                <c:pt idx="12477">
                  <c:v>-1864232</c:v>
                </c:pt>
                <c:pt idx="12478">
                  <c:v>-1858974</c:v>
                </c:pt>
                <c:pt idx="12479">
                  <c:v>-1860306</c:v>
                </c:pt>
                <c:pt idx="12480">
                  <c:v>-1860342</c:v>
                </c:pt>
                <c:pt idx="12481">
                  <c:v>-1866054</c:v>
                </c:pt>
                <c:pt idx="12482">
                  <c:v>-1858791</c:v>
                </c:pt>
                <c:pt idx="12483">
                  <c:v>-1862618</c:v>
                </c:pt>
                <c:pt idx="12484">
                  <c:v>-1860679</c:v>
                </c:pt>
                <c:pt idx="12485">
                  <c:v>-1853806</c:v>
                </c:pt>
                <c:pt idx="12486">
                  <c:v>-1861352</c:v>
                </c:pt>
                <c:pt idx="12487">
                  <c:v>-1868455</c:v>
                </c:pt>
                <c:pt idx="12488">
                  <c:v>-1861132</c:v>
                </c:pt>
                <c:pt idx="12489">
                  <c:v>-1810104</c:v>
                </c:pt>
                <c:pt idx="12490">
                  <c:v>-1857347</c:v>
                </c:pt>
                <c:pt idx="12491">
                  <c:v>-1862467</c:v>
                </c:pt>
                <c:pt idx="12492">
                  <c:v>-1871013</c:v>
                </c:pt>
                <c:pt idx="12493">
                  <c:v>-1864638</c:v>
                </c:pt>
                <c:pt idx="12494">
                  <c:v>-1867448</c:v>
                </c:pt>
                <c:pt idx="12495">
                  <c:v>-1876868</c:v>
                </c:pt>
                <c:pt idx="12496">
                  <c:v>-1870223</c:v>
                </c:pt>
                <c:pt idx="12497">
                  <c:v>-1860006</c:v>
                </c:pt>
                <c:pt idx="12498">
                  <c:v>-1870130</c:v>
                </c:pt>
                <c:pt idx="12499">
                  <c:v>-1863338</c:v>
                </c:pt>
                <c:pt idx="12500">
                  <c:v>-1865869</c:v>
                </c:pt>
                <c:pt idx="12501">
                  <c:v>-1861665</c:v>
                </c:pt>
                <c:pt idx="12502">
                  <c:v>-1864324</c:v>
                </c:pt>
                <c:pt idx="12503">
                  <c:v>-1867715</c:v>
                </c:pt>
                <c:pt idx="12504">
                  <c:v>-1863372</c:v>
                </c:pt>
                <c:pt idx="12505">
                  <c:v>-1861584</c:v>
                </c:pt>
                <c:pt idx="12506">
                  <c:v>-1859123</c:v>
                </c:pt>
                <c:pt idx="12507">
                  <c:v>-1867390</c:v>
                </c:pt>
                <c:pt idx="12508">
                  <c:v>-1862838</c:v>
                </c:pt>
                <c:pt idx="12509">
                  <c:v>-1865497</c:v>
                </c:pt>
                <c:pt idx="12510">
                  <c:v>-1866960</c:v>
                </c:pt>
                <c:pt idx="12511">
                  <c:v>-1862049</c:v>
                </c:pt>
                <c:pt idx="12512">
                  <c:v>-1863802</c:v>
                </c:pt>
                <c:pt idx="12513">
                  <c:v>-1874312</c:v>
                </c:pt>
                <c:pt idx="12514">
                  <c:v>-1870270</c:v>
                </c:pt>
                <c:pt idx="12515">
                  <c:v>-1858821</c:v>
                </c:pt>
                <c:pt idx="12516">
                  <c:v>-1864162</c:v>
                </c:pt>
                <c:pt idx="12517">
                  <c:v>-1858337</c:v>
                </c:pt>
                <c:pt idx="12518">
                  <c:v>-1862014</c:v>
                </c:pt>
                <c:pt idx="12519">
                  <c:v>-1860934</c:v>
                </c:pt>
                <c:pt idx="12520">
                  <c:v>-1841743</c:v>
                </c:pt>
                <c:pt idx="12521">
                  <c:v>-1865404</c:v>
                </c:pt>
                <c:pt idx="12522">
                  <c:v>-1872279</c:v>
                </c:pt>
                <c:pt idx="12523">
                  <c:v>-1865941</c:v>
                </c:pt>
                <c:pt idx="12524">
                  <c:v>-1810502</c:v>
                </c:pt>
                <c:pt idx="12525">
                  <c:v>-1869445</c:v>
                </c:pt>
                <c:pt idx="12526">
                  <c:v>-1865346</c:v>
                </c:pt>
                <c:pt idx="12527">
                  <c:v>-1864975</c:v>
                </c:pt>
                <c:pt idx="12528">
                  <c:v>-1862026</c:v>
                </c:pt>
                <c:pt idx="12529">
                  <c:v>-1866902</c:v>
                </c:pt>
                <c:pt idx="12530">
                  <c:v>-1861724</c:v>
                </c:pt>
                <c:pt idx="12531">
                  <c:v>-1623790</c:v>
                </c:pt>
                <c:pt idx="12532">
                  <c:v>-1861678</c:v>
                </c:pt>
                <c:pt idx="12533">
                  <c:v>-1873403</c:v>
                </c:pt>
                <c:pt idx="12534">
                  <c:v>-1876438</c:v>
                </c:pt>
                <c:pt idx="12535">
                  <c:v>-1864951</c:v>
                </c:pt>
                <c:pt idx="12536">
                  <c:v>-1860516</c:v>
                </c:pt>
                <c:pt idx="12537">
                  <c:v>-1872105</c:v>
                </c:pt>
                <c:pt idx="12538">
                  <c:v>-1858020</c:v>
                </c:pt>
                <c:pt idx="12539">
                  <c:v>-1876159</c:v>
                </c:pt>
                <c:pt idx="12540">
                  <c:v>-1861631</c:v>
                </c:pt>
                <c:pt idx="12541">
                  <c:v>-1872082</c:v>
                </c:pt>
                <c:pt idx="12542">
                  <c:v>-1864018</c:v>
                </c:pt>
                <c:pt idx="12543">
                  <c:v>-1860331</c:v>
                </c:pt>
                <c:pt idx="12544">
                  <c:v>-1861677</c:v>
                </c:pt>
                <c:pt idx="12545">
                  <c:v>-1863906</c:v>
                </c:pt>
                <c:pt idx="12546">
                  <c:v>-1860087</c:v>
                </c:pt>
                <c:pt idx="12547">
                  <c:v>-1865218</c:v>
                </c:pt>
                <c:pt idx="12548">
                  <c:v>-1863082</c:v>
                </c:pt>
                <c:pt idx="12549">
                  <c:v>-1880690</c:v>
                </c:pt>
                <c:pt idx="12550">
                  <c:v>-1864870</c:v>
                </c:pt>
                <c:pt idx="12551">
                  <c:v>-1864162</c:v>
                </c:pt>
                <c:pt idx="12552">
                  <c:v>-1862409</c:v>
                </c:pt>
                <c:pt idx="12553">
                  <c:v>-1865880</c:v>
                </c:pt>
                <c:pt idx="12554">
                  <c:v>-1858554</c:v>
                </c:pt>
                <c:pt idx="12555">
                  <c:v>-1859866</c:v>
                </c:pt>
                <c:pt idx="12556">
                  <c:v>-1865996</c:v>
                </c:pt>
                <c:pt idx="12557">
                  <c:v>-1785576</c:v>
                </c:pt>
                <c:pt idx="12558">
                  <c:v>-1949153</c:v>
                </c:pt>
                <c:pt idx="12559">
                  <c:v>-1862858</c:v>
                </c:pt>
                <c:pt idx="12560">
                  <c:v>-1862334</c:v>
                </c:pt>
                <c:pt idx="12561">
                  <c:v>-1859750</c:v>
                </c:pt>
                <c:pt idx="12562">
                  <c:v>-1785576</c:v>
                </c:pt>
                <c:pt idx="12563">
                  <c:v>-1859866</c:v>
                </c:pt>
                <c:pt idx="12564">
                  <c:v>-1865799</c:v>
                </c:pt>
                <c:pt idx="12565">
                  <c:v>-1864626</c:v>
                </c:pt>
                <c:pt idx="12566">
                  <c:v>-1873615</c:v>
                </c:pt>
                <c:pt idx="12567">
                  <c:v>-1860679</c:v>
                </c:pt>
                <c:pt idx="12568">
                  <c:v>-1866461</c:v>
                </c:pt>
                <c:pt idx="12569">
                  <c:v>-1863349</c:v>
                </c:pt>
                <c:pt idx="12570">
                  <c:v>-1861584</c:v>
                </c:pt>
                <c:pt idx="12571">
                  <c:v>-1861805</c:v>
                </c:pt>
                <c:pt idx="12572">
                  <c:v>-1861201</c:v>
                </c:pt>
                <c:pt idx="12573">
                  <c:v>-1866066</c:v>
                </c:pt>
                <c:pt idx="12574">
                  <c:v>-1867065</c:v>
                </c:pt>
                <c:pt idx="12575">
                  <c:v>-1860249</c:v>
                </c:pt>
                <c:pt idx="12576">
                  <c:v>-1809935</c:v>
                </c:pt>
                <c:pt idx="12577">
                  <c:v>-1868098</c:v>
                </c:pt>
                <c:pt idx="12578">
                  <c:v>-1871327</c:v>
                </c:pt>
                <c:pt idx="12579">
                  <c:v>-1862163</c:v>
                </c:pt>
                <c:pt idx="12580">
                  <c:v>-1856535</c:v>
                </c:pt>
                <c:pt idx="12581">
                  <c:v>-1857800</c:v>
                </c:pt>
                <c:pt idx="12582">
                  <c:v>-1785121</c:v>
                </c:pt>
                <c:pt idx="12583">
                  <c:v>-1861178</c:v>
                </c:pt>
                <c:pt idx="12584">
                  <c:v>-1867262</c:v>
                </c:pt>
                <c:pt idx="12585">
                  <c:v>-1875286</c:v>
                </c:pt>
                <c:pt idx="12586">
                  <c:v>-1864301</c:v>
                </c:pt>
                <c:pt idx="12587">
                  <c:v>-1867204</c:v>
                </c:pt>
                <c:pt idx="12588">
                  <c:v>-1859455</c:v>
                </c:pt>
                <c:pt idx="12589">
                  <c:v>-1861724</c:v>
                </c:pt>
                <c:pt idx="12590">
                  <c:v>-1862037</c:v>
                </c:pt>
                <c:pt idx="12591">
                  <c:v>-1785477</c:v>
                </c:pt>
                <c:pt idx="12592">
                  <c:v>-1872906</c:v>
                </c:pt>
                <c:pt idx="12593">
                  <c:v>-1860656</c:v>
                </c:pt>
                <c:pt idx="12594">
                  <c:v>-1861260</c:v>
                </c:pt>
                <c:pt idx="12595">
                  <c:v>-1861991</c:v>
                </c:pt>
                <c:pt idx="12596">
                  <c:v>-1866438</c:v>
                </c:pt>
                <c:pt idx="12597">
                  <c:v>-1872349</c:v>
                </c:pt>
                <c:pt idx="12598">
                  <c:v>-1861573</c:v>
                </c:pt>
                <c:pt idx="12599">
                  <c:v>-1861306</c:v>
                </c:pt>
                <c:pt idx="12600">
                  <c:v>-1862861</c:v>
                </c:pt>
                <c:pt idx="12601">
                  <c:v>-1866054</c:v>
                </c:pt>
                <c:pt idx="12602">
                  <c:v>-1860923</c:v>
                </c:pt>
                <c:pt idx="12603">
                  <c:v>-1872047</c:v>
                </c:pt>
                <c:pt idx="12604">
                  <c:v>-1861341</c:v>
                </c:pt>
                <c:pt idx="12605">
                  <c:v>-1862444</c:v>
                </c:pt>
                <c:pt idx="12606">
                  <c:v>-1866447</c:v>
                </c:pt>
                <c:pt idx="12607">
                  <c:v>-1863616</c:v>
                </c:pt>
                <c:pt idx="12608">
                  <c:v>-1785551</c:v>
                </c:pt>
                <c:pt idx="12609">
                  <c:v>-1868342</c:v>
                </c:pt>
                <c:pt idx="12610">
                  <c:v>-1865276</c:v>
                </c:pt>
                <c:pt idx="12611">
                  <c:v>-1859844</c:v>
                </c:pt>
                <c:pt idx="12612">
                  <c:v>-1863186</c:v>
                </c:pt>
                <c:pt idx="12613">
                  <c:v>-1864741</c:v>
                </c:pt>
                <c:pt idx="12614">
                  <c:v>-1861573</c:v>
                </c:pt>
                <c:pt idx="12615">
                  <c:v>-1866182</c:v>
                </c:pt>
                <c:pt idx="12616">
                  <c:v>-1656872</c:v>
                </c:pt>
                <c:pt idx="12617">
                  <c:v>-1858148</c:v>
                </c:pt>
                <c:pt idx="12618">
                  <c:v>-1862049</c:v>
                </c:pt>
                <c:pt idx="12619">
                  <c:v>-1859913</c:v>
                </c:pt>
                <c:pt idx="12620">
                  <c:v>-1866519</c:v>
                </c:pt>
                <c:pt idx="12621">
                  <c:v>-1867018</c:v>
                </c:pt>
                <c:pt idx="12622">
                  <c:v>-1862014</c:v>
                </c:pt>
                <c:pt idx="12623">
                  <c:v>-1864661</c:v>
                </c:pt>
                <c:pt idx="12624">
                  <c:v>-1862467</c:v>
                </c:pt>
                <c:pt idx="12625">
                  <c:v>-1863604</c:v>
                </c:pt>
                <c:pt idx="12626">
                  <c:v>-1873266</c:v>
                </c:pt>
                <c:pt idx="12627">
                  <c:v>-1860923</c:v>
                </c:pt>
                <c:pt idx="12628">
                  <c:v>-1863721</c:v>
                </c:pt>
                <c:pt idx="12629">
                  <c:v>-1862153</c:v>
                </c:pt>
                <c:pt idx="12630">
                  <c:v>-1862311</c:v>
                </c:pt>
                <c:pt idx="12631">
                  <c:v>-1867332</c:v>
                </c:pt>
                <c:pt idx="12632">
                  <c:v>-1875555</c:v>
                </c:pt>
                <c:pt idx="12633">
                  <c:v>-1863012</c:v>
                </c:pt>
                <c:pt idx="12634">
                  <c:v>-1862037</c:v>
                </c:pt>
                <c:pt idx="12635">
                  <c:v>-1861445</c:v>
                </c:pt>
                <c:pt idx="12636">
                  <c:v>-1867448</c:v>
                </c:pt>
                <c:pt idx="12637">
                  <c:v>-1860306</c:v>
                </c:pt>
                <c:pt idx="12638">
                  <c:v>-1865416</c:v>
                </c:pt>
                <c:pt idx="12639">
                  <c:v>-1880179</c:v>
                </c:pt>
                <c:pt idx="12640">
                  <c:v>-1861816</c:v>
                </c:pt>
                <c:pt idx="12641">
                  <c:v>-1948396</c:v>
                </c:pt>
                <c:pt idx="12642">
                  <c:v>-1863686</c:v>
                </c:pt>
                <c:pt idx="12643">
                  <c:v>-1861805</c:v>
                </c:pt>
                <c:pt idx="12644">
                  <c:v>-1871315</c:v>
                </c:pt>
                <c:pt idx="12645">
                  <c:v>-1867854</c:v>
                </c:pt>
                <c:pt idx="12646">
                  <c:v>-1870947</c:v>
                </c:pt>
                <c:pt idx="12647">
                  <c:v>-1862072</c:v>
                </c:pt>
                <c:pt idx="12648">
                  <c:v>-1867680</c:v>
                </c:pt>
                <c:pt idx="12649">
                  <c:v>-1859321</c:v>
                </c:pt>
                <c:pt idx="12650">
                  <c:v>-1754483</c:v>
                </c:pt>
                <c:pt idx="12651">
                  <c:v>-1867738</c:v>
                </c:pt>
                <c:pt idx="12652">
                  <c:v>-1865555</c:v>
                </c:pt>
                <c:pt idx="12653">
                  <c:v>-1862606</c:v>
                </c:pt>
                <c:pt idx="12654">
                  <c:v>-1747030</c:v>
                </c:pt>
                <c:pt idx="12655">
                  <c:v>-1865555</c:v>
                </c:pt>
                <c:pt idx="12656">
                  <c:v>-1860690</c:v>
                </c:pt>
                <c:pt idx="12657">
                  <c:v>-1875845</c:v>
                </c:pt>
                <c:pt idx="12658">
                  <c:v>-1863616</c:v>
                </c:pt>
                <c:pt idx="12659">
                  <c:v>-1863105</c:v>
                </c:pt>
                <c:pt idx="12660">
                  <c:v>-1875416</c:v>
                </c:pt>
                <c:pt idx="12661">
                  <c:v>-1862954</c:v>
                </c:pt>
                <c:pt idx="12662">
                  <c:v>-1866171</c:v>
                </c:pt>
                <c:pt idx="12663">
                  <c:v>-1865604</c:v>
                </c:pt>
                <c:pt idx="12664">
                  <c:v>-1872728</c:v>
                </c:pt>
                <c:pt idx="12665">
                  <c:v>-1870142</c:v>
                </c:pt>
                <c:pt idx="12666">
                  <c:v>-1862223</c:v>
                </c:pt>
                <c:pt idx="12667">
                  <c:v>-1861782</c:v>
                </c:pt>
                <c:pt idx="12668">
                  <c:v>-1861805</c:v>
                </c:pt>
                <c:pt idx="12669">
                  <c:v>-1867773</c:v>
                </c:pt>
                <c:pt idx="12670">
                  <c:v>-1861306</c:v>
                </c:pt>
                <c:pt idx="12671">
                  <c:v>-1859797</c:v>
                </c:pt>
                <c:pt idx="12672">
                  <c:v>-1861503</c:v>
                </c:pt>
                <c:pt idx="12673">
                  <c:v>-1869215</c:v>
                </c:pt>
                <c:pt idx="12674">
                  <c:v>-1874001</c:v>
                </c:pt>
                <c:pt idx="12675">
                  <c:v>-1860196</c:v>
                </c:pt>
                <c:pt idx="12676">
                  <c:v>-1778161</c:v>
                </c:pt>
                <c:pt idx="12677">
                  <c:v>-1785576</c:v>
                </c:pt>
                <c:pt idx="12678">
                  <c:v>-1785598</c:v>
                </c:pt>
                <c:pt idx="12679">
                  <c:v>-1863461</c:v>
                </c:pt>
                <c:pt idx="12680">
                  <c:v>-1870700</c:v>
                </c:pt>
                <c:pt idx="12681">
                  <c:v>-1864870</c:v>
                </c:pt>
                <c:pt idx="12682">
                  <c:v>-1913086</c:v>
                </c:pt>
                <c:pt idx="12683">
                  <c:v>-1861225</c:v>
                </c:pt>
                <c:pt idx="12684">
                  <c:v>-1874295</c:v>
                </c:pt>
                <c:pt idx="12685">
                  <c:v>-1868425</c:v>
                </c:pt>
                <c:pt idx="12686">
                  <c:v>-1867613</c:v>
                </c:pt>
                <c:pt idx="12687">
                  <c:v>-1862037</c:v>
                </c:pt>
                <c:pt idx="12688">
                  <c:v>-1864066</c:v>
                </c:pt>
                <c:pt idx="12689">
                  <c:v>-1872848</c:v>
                </c:pt>
                <c:pt idx="12690">
                  <c:v>-1861619</c:v>
                </c:pt>
                <c:pt idx="12691">
                  <c:v>-1863047</c:v>
                </c:pt>
                <c:pt idx="12692">
                  <c:v>-1918377</c:v>
                </c:pt>
                <c:pt idx="12693">
                  <c:v>-1858670</c:v>
                </c:pt>
                <c:pt idx="12694">
                  <c:v>-1875532</c:v>
                </c:pt>
                <c:pt idx="12695">
                  <c:v>-1865126</c:v>
                </c:pt>
                <c:pt idx="12696">
                  <c:v>-1863233</c:v>
                </c:pt>
                <c:pt idx="12697">
                  <c:v>-1861700</c:v>
                </c:pt>
                <c:pt idx="12698">
                  <c:v>-1852217</c:v>
                </c:pt>
                <c:pt idx="12699">
                  <c:v>-1861921</c:v>
                </c:pt>
                <c:pt idx="12700">
                  <c:v>-1875422</c:v>
                </c:pt>
                <c:pt idx="12701">
                  <c:v>-1862815</c:v>
                </c:pt>
                <c:pt idx="12702">
                  <c:v>-1864057</c:v>
                </c:pt>
                <c:pt idx="12703">
                  <c:v>-1959529</c:v>
                </c:pt>
                <c:pt idx="12704">
                  <c:v>-1858461</c:v>
                </c:pt>
                <c:pt idx="12705">
                  <c:v>-1863082</c:v>
                </c:pt>
                <c:pt idx="12706">
                  <c:v>-1861252</c:v>
                </c:pt>
                <c:pt idx="12707">
                  <c:v>-1859530</c:v>
                </c:pt>
                <c:pt idx="12708">
                  <c:v>-1862409</c:v>
                </c:pt>
                <c:pt idx="12709">
                  <c:v>-1868934</c:v>
                </c:pt>
                <c:pt idx="12710">
                  <c:v>-1865787</c:v>
                </c:pt>
                <c:pt idx="12711">
                  <c:v>-1863117</c:v>
                </c:pt>
                <c:pt idx="12712">
                  <c:v>-1879902</c:v>
                </c:pt>
                <c:pt idx="12713">
                  <c:v>-1871756</c:v>
                </c:pt>
                <c:pt idx="12714">
                  <c:v>-1868900</c:v>
                </c:pt>
                <c:pt idx="12715">
                  <c:v>-1863082</c:v>
                </c:pt>
                <c:pt idx="12716">
                  <c:v>-1824383</c:v>
                </c:pt>
                <c:pt idx="12717">
                  <c:v>-1865543</c:v>
                </c:pt>
                <c:pt idx="12718">
                  <c:v>-1858287</c:v>
                </c:pt>
                <c:pt idx="12719">
                  <c:v>-1861991</c:v>
                </c:pt>
                <c:pt idx="12720">
                  <c:v>-1867889</c:v>
                </c:pt>
                <c:pt idx="12721">
                  <c:v>-1858973</c:v>
                </c:pt>
                <c:pt idx="12722">
                  <c:v>-1870653</c:v>
                </c:pt>
                <c:pt idx="12723">
                  <c:v>-1859913</c:v>
                </c:pt>
                <c:pt idx="12724">
                  <c:v>-1862873</c:v>
                </c:pt>
                <c:pt idx="12725">
                  <c:v>-1863047</c:v>
                </c:pt>
                <c:pt idx="12726">
                  <c:v>-1967081</c:v>
                </c:pt>
                <c:pt idx="12727">
                  <c:v>-1877035</c:v>
                </c:pt>
                <c:pt idx="12728">
                  <c:v>-1876945</c:v>
                </c:pt>
                <c:pt idx="12729">
                  <c:v>-1875067</c:v>
                </c:pt>
                <c:pt idx="12730">
                  <c:v>-1868458</c:v>
                </c:pt>
                <c:pt idx="12731">
                  <c:v>-1863535</c:v>
                </c:pt>
                <c:pt idx="12732">
                  <c:v>-1861677</c:v>
                </c:pt>
                <c:pt idx="12733">
                  <c:v>-1876647</c:v>
                </c:pt>
                <c:pt idx="12734">
                  <c:v>-1880063</c:v>
                </c:pt>
                <c:pt idx="12735">
                  <c:v>-1873754</c:v>
                </c:pt>
                <c:pt idx="12736">
                  <c:v>-1867355</c:v>
                </c:pt>
                <c:pt idx="12737">
                  <c:v>-1858571</c:v>
                </c:pt>
                <c:pt idx="12738">
                  <c:v>-1863918</c:v>
                </c:pt>
                <c:pt idx="12739">
                  <c:v>-1874591</c:v>
                </c:pt>
                <c:pt idx="12740">
                  <c:v>-1860272</c:v>
                </c:pt>
                <c:pt idx="12741">
                  <c:v>-1861561</c:v>
                </c:pt>
                <c:pt idx="12742">
                  <c:v>-1863233</c:v>
                </c:pt>
                <c:pt idx="12743">
                  <c:v>-1867910</c:v>
                </c:pt>
                <c:pt idx="12744">
                  <c:v>-1860706</c:v>
                </c:pt>
                <c:pt idx="12745">
                  <c:v>-1858865</c:v>
                </c:pt>
                <c:pt idx="12746">
                  <c:v>-1967206</c:v>
                </c:pt>
                <c:pt idx="12747">
                  <c:v>-1865160</c:v>
                </c:pt>
                <c:pt idx="12748">
                  <c:v>-1865915</c:v>
                </c:pt>
                <c:pt idx="12749">
                  <c:v>-1880179</c:v>
                </c:pt>
                <c:pt idx="12750">
                  <c:v>-1948944</c:v>
                </c:pt>
                <c:pt idx="12751">
                  <c:v>-1862885</c:v>
                </c:pt>
                <c:pt idx="12752">
                  <c:v>-1858717</c:v>
                </c:pt>
                <c:pt idx="12753">
                  <c:v>-1871164</c:v>
                </c:pt>
                <c:pt idx="12754">
                  <c:v>-1867518</c:v>
                </c:pt>
                <c:pt idx="12755">
                  <c:v>-1864545</c:v>
                </c:pt>
                <c:pt idx="12756">
                  <c:v>-1862026</c:v>
                </c:pt>
                <c:pt idx="12757">
                  <c:v>-1872200</c:v>
                </c:pt>
                <c:pt idx="12758">
                  <c:v>-1860133</c:v>
                </c:pt>
                <c:pt idx="12759">
                  <c:v>-1862861</c:v>
                </c:pt>
                <c:pt idx="12760">
                  <c:v>-1863419</c:v>
                </c:pt>
                <c:pt idx="12761">
                  <c:v>-1863951</c:v>
                </c:pt>
                <c:pt idx="12762">
                  <c:v>-1858183</c:v>
                </c:pt>
                <c:pt idx="12763">
                  <c:v>-1864835</c:v>
                </c:pt>
                <c:pt idx="12764">
                  <c:v>-1859773</c:v>
                </c:pt>
                <c:pt idx="12765">
                  <c:v>-1867088</c:v>
                </c:pt>
                <c:pt idx="12766">
                  <c:v>-1871815</c:v>
                </c:pt>
                <c:pt idx="12767">
                  <c:v>-1870831</c:v>
                </c:pt>
                <c:pt idx="12768">
                  <c:v>-1864162</c:v>
                </c:pt>
                <c:pt idx="12769">
                  <c:v>-1864173</c:v>
                </c:pt>
                <c:pt idx="12770">
                  <c:v>-1866333</c:v>
                </c:pt>
                <c:pt idx="12771">
                  <c:v>-1861666</c:v>
                </c:pt>
                <c:pt idx="12772">
                  <c:v>-1725276</c:v>
                </c:pt>
                <c:pt idx="12773">
                  <c:v>-1862248</c:v>
                </c:pt>
                <c:pt idx="12774">
                  <c:v>-1863988</c:v>
                </c:pt>
                <c:pt idx="12775">
                  <c:v>-1863059</c:v>
                </c:pt>
                <c:pt idx="12776">
                  <c:v>-1862525</c:v>
                </c:pt>
                <c:pt idx="12777">
                  <c:v>-1864917</c:v>
                </c:pt>
                <c:pt idx="12778">
                  <c:v>-1874196</c:v>
                </c:pt>
                <c:pt idx="12779">
                  <c:v>-1866531</c:v>
                </c:pt>
                <c:pt idx="12780">
                  <c:v>-1866647</c:v>
                </c:pt>
                <c:pt idx="12781">
                  <c:v>-1864440</c:v>
                </c:pt>
                <c:pt idx="12782">
                  <c:v>-1865985</c:v>
                </c:pt>
                <c:pt idx="12783">
                  <c:v>-1863349</c:v>
                </c:pt>
                <c:pt idx="12784">
                  <c:v>-1859321</c:v>
                </c:pt>
                <c:pt idx="12785">
                  <c:v>-1862316</c:v>
                </c:pt>
                <c:pt idx="12786">
                  <c:v>-1860145</c:v>
                </c:pt>
                <c:pt idx="12787">
                  <c:v>-1859506</c:v>
                </c:pt>
                <c:pt idx="12788">
                  <c:v>-1858253</c:v>
                </c:pt>
                <c:pt idx="12789">
                  <c:v>-1870590</c:v>
                </c:pt>
                <c:pt idx="12790">
                  <c:v>-1865799</c:v>
                </c:pt>
                <c:pt idx="12791">
                  <c:v>-1859715</c:v>
                </c:pt>
                <c:pt idx="12792">
                  <c:v>-1869283</c:v>
                </c:pt>
                <c:pt idx="12793">
                  <c:v>-1862248</c:v>
                </c:pt>
                <c:pt idx="12794">
                  <c:v>-1865184</c:v>
                </c:pt>
                <c:pt idx="12795">
                  <c:v>-1862583</c:v>
                </c:pt>
                <c:pt idx="12796">
                  <c:v>-1621866</c:v>
                </c:pt>
                <c:pt idx="12797">
                  <c:v>-1875556</c:v>
                </c:pt>
                <c:pt idx="12798">
                  <c:v>-1862734</c:v>
                </c:pt>
                <c:pt idx="12799">
                  <c:v>-1865811</c:v>
                </c:pt>
                <c:pt idx="12800">
                  <c:v>-1859878</c:v>
                </c:pt>
                <c:pt idx="12801">
                  <c:v>-1865266</c:v>
                </c:pt>
                <c:pt idx="12802">
                  <c:v>-1862153</c:v>
                </c:pt>
                <c:pt idx="12803">
                  <c:v>-1859460</c:v>
                </c:pt>
                <c:pt idx="12804">
                  <c:v>-1866531</c:v>
                </c:pt>
                <c:pt idx="12805">
                  <c:v>-1861712</c:v>
                </c:pt>
                <c:pt idx="12806">
                  <c:v>-1867332</c:v>
                </c:pt>
                <c:pt idx="12807">
                  <c:v>-1862374</c:v>
                </c:pt>
                <c:pt idx="12808">
                  <c:v>-1872755</c:v>
                </c:pt>
                <c:pt idx="12809">
                  <c:v>-1861619</c:v>
                </c:pt>
                <c:pt idx="12810">
                  <c:v>-1948434</c:v>
                </c:pt>
                <c:pt idx="12811">
                  <c:v>-1873673</c:v>
                </c:pt>
                <c:pt idx="12812">
                  <c:v>-1866345</c:v>
                </c:pt>
                <c:pt idx="12813">
                  <c:v>-1868029</c:v>
                </c:pt>
                <c:pt idx="12814">
                  <c:v>-1867204</c:v>
                </c:pt>
                <c:pt idx="12815">
                  <c:v>-1862248</c:v>
                </c:pt>
                <c:pt idx="12816">
                  <c:v>-1863372</c:v>
                </c:pt>
                <c:pt idx="12817">
                  <c:v>-1880179</c:v>
                </c:pt>
                <c:pt idx="12818">
                  <c:v>-1869515</c:v>
                </c:pt>
                <c:pt idx="12819">
                  <c:v>-1865288</c:v>
                </c:pt>
                <c:pt idx="12820">
                  <c:v>-1876229</c:v>
                </c:pt>
                <c:pt idx="12821">
                  <c:v>-1861306</c:v>
                </c:pt>
                <c:pt idx="12822">
                  <c:v>-1864777</c:v>
                </c:pt>
                <c:pt idx="12823">
                  <c:v>-1966831</c:v>
                </c:pt>
                <c:pt idx="12824">
                  <c:v>-1866751</c:v>
                </c:pt>
                <c:pt idx="12825">
                  <c:v>-1863614</c:v>
                </c:pt>
                <c:pt idx="12826">
                  <c:v>-1862026</c:v>
                </c:pt>
                <c:pt idx="12827">
                  <c:v>-1863419</c:v>
                </c:pt>
                <c:pt idx="12828">
                  <c:v>-1870904</c:v>
                </c:pt>
                <c:pt idx="12829">
                  <c:v>-1870924</c:v>
                </c:pt>
                <c:pt idx="12830">
                  <c:v>-1868145</c:v>
                </c:pt>
                <c:pt idx="12831">
                  <c:v>-1861387</c:v>
                </c:pt>
                <c:pt idx="12832">
                  <c:v>-1868191</c:v>
                </c:pt>
                <c:pt idx="12833">
                  <c:v>-1862618</c:v>
                </c:pt>
                <c:pt idx="12834">
                  <c:v>-1860783</c:v>
                </c:pt>
                <c:pt idx="12835">
                  <c:v>-1863570</c:v>
                </c:pt>
                <c:pt idx="12836">
                  <c:v>-1849165</c:v>
                </c:pt>
                <c:pt idx="12837">
                  <c:v>-1872465</c:v>
                </c:pt>
                <c:pt idx="12838">
                  <c:v>-1870293</c:v>
                </c:pt>
                <c:pt idx="12839">
                  <c:v>-1865346</c:v>
                </c:pt>
                <c:pt idx="12840">
                  <c:v>-1867181</c:v>
                </c:pt>
                <c:pt idx="12841">
                  <c:v>-1862525</c:v>
                </c:pt>
                <c:pt idx="12842">
                  <c:v>-1867012</c:v>
                </c:pt>
                <c:pt idx="12843">
                  <c:v>-1876589</c:v>
                </c:pt>
                <c:pt idx="12844">
                  <c:v>-1865398</c:v>
                </c:pt>
                <c:pt idx="12845">
                  <c:v>-1866309</c:v>
                </c:pt>
                <c:pt idx="12846">
                  <c:v>-1963071</c:v>
                </c:pt>
                <c:pt idx="12847">
                  <c:v>-2022275</c:v>
                </c:pt>
                <c:pt idx="12848">
                  <c:v>-2001739</c:v>
                </c:pt>
                <c:pt idx="12849">
                  <c:v>-2006262</c:v>
                </c:pt>
                <c:pt idx="12850">
                  <c:v>-1945109</c:v>
                </c:pt>
                <c:pt idx="12851">
                  <c:v>-2073749</c:v>
                </c:pt>
                <c:pt idx="12852">
                  <c:v>-1902638</c:v>
                </c:pt>
                <c:pt idx="12853">
                  <c:v>-2076314</c:v>
                </c:pt>
                <c:pt idx="12854">
                  <c:v>-1969265</c:v>
                </c:pt>
                <c:pt idx="12855">
                  <c:v>-1976581</c:v>
                </c:pt>
                <c:pt idx="12856">
                  <c:v>-1912294</c:v>
                </c:pt>
                <c:pt idx="12857">
                  <c:v>-1942825</c:v>
                </c:pt>
                <c:pt idx="12858">
                  <c:v>-1791293</c:v>
                </c:pt>
                <c:pt idx="12859">
                  <c:v>-1902115</c:v>
                </c:pt>
                <c:pt idx="12860">
                  <c:v>-1947662</c:v>
                </c:pt>
                <c:pt idx="12861">
                  <c:v>-1968048</c:v>
                </c:pt>
                <c:pt idx="12862">
                  <c:v>-1996871</c:v>
                </c:pt>
                <c:pt idx="12863">
                  <c:v>-1983437</c:v>
                </c:pt>
                <c:pt idx="12864">
                  <c:v>-1970340</c:v>
                </c:pt>
                <c:pt idx="12865">
                  <c:v>-1919461</c:v>
                </c:pt>
                <c:pt idx="12866">
                  <c:v>-2027052</c:v>
                </c:pt>
                <c:pt idx="12867">
                  <c:v>-1963469</c:v>
                </c:pt>
                <c:pt idx="12868">
                  <c:v>-1974053</c:v>
                </c:pt>
                <c:pt idx="12869">
                  <c:v>-1992814</c:v>
                </c:pt>
                <c:pt idx="12870">
                  <c:v>-2063479</c:v>
                </c:pt>
                <c:pt idx="12871">
                  <c:v>-1922257</c:v>
                </c:pt>
                <c:pt idx="12872">
                  <c:v>-1966081</c:v>
                </c:pt>
                <c:pt idx="12873">
                  <c:v>-2001739</c:v>
                </c:pt>
                <c:pt idx="12874">
                  <c:v>-1960363</c:v>
                </c:pt>
                <c:pt idx="12875">
                  <c:v>-1915820</c:v>
                </c:pt>
                <c:pt idx="12876">
                  <c:v>-1986260</c:v>
                </c:pt>
                <c:pt idx="12877">
                  <c:v>-1892010</c:v>
                </c:pt>
                <c:pt idx="12878">
                  <c:v>-1994322</c:v>
                </c:pt>
                <c:pt idx="12879">
                  <c:v>-1968884</c:v>
                </c:pt>
                <c:pt idx="12880">
                  <c:v>-1972803</c:v>
                </c:pt>
                <c:pt idx="12881">
                  <c:v>-1968907</c:v>
                </c:pt>
                <c:pt idx="12882">
                  <c:v>-1968882</c:v>
                </c:pt>
                <c:pt idx="12883">
                  <c:v>-1946449</c:v>
                </c:pt>
                <c:pt idx="12884">
                  <c:v>-1988536</c:v>
                </c:pt>
                <c:pt idx="12885">
                  <c:v>-1967694</c:v>
                </c:pt>
                <c:pt idx="12886">
                  <c:v>-1944919</c:v>
                </c:pt>
                <c:pt idx="12887">
                  <c:v>-1959207</c:v>
                </c:pt>
                <c:pt idx="12888">
                  <c:v>-1966577</c:v>
                </c:pt>
                <c:pt idx="12889">
                  <c:v>-1889918</c:v>
                </c:pt>
                <c:pt idx="12890">
                  <c:v>-2008868</c:v>
                </c:pt>
                <c:pt idx="12891">
                  <c:v>-1998877</c:v>
                </c:pt>
                <c:pt idx="12892">
                  <c:v>-1900568</c:v>
                </c:pt>
                <c:pt idx="12893">
                  <c:v>-2008015</c:v>
                </c:pt>
                <c:pt idx="12894">
                  <c:v>-2006913</c:v>
                </c:pt>
                <c:pt idx="12895">
                  <c:v>-2003695</c:v>
                </c:pt>
                <c:pt idx="12896">
                  <c:v>-1901013</c:v>
                </c:pt>
                <c:pt idx="12897">
                  <c:v>-1874551</c:v>
                </c:pt>
                <c:pt idx="12898">
                  <c:v>-1944701</c:v>
                </c:pt>
                <c:pt idx="12899">
                  <c:v>-2024303</c:v>
                </c:pt>
                <c:pt idx="12900">
                  <c:v>-1964107</c:v>
                </c:pt>
                <c:pt idx="12901">
                  <c:v>-1959858</c:v>
                </c:pt>
                <c:pt idx="12902">
                  <c:v>-1942313</c:v>
                </c:pt>
                <c:pt idx="12903">
                  <c:v>-2004579</c:v>
                </c:pt>
                <c:pt idx="12904">
                  <c:v>-1934810</c:v>
                </c:pt>
                <c:pt idx="12905">
                  <c:v>-2002189</c:v>
                </c:pt>
                <c:pt idx="12906">
                  <c:v>-2006117</c:v>
                </c:pt>
                <c:pt idx="12907">
                  <c:v>-1989357</c:v>
                </c:pt>
                <c:pt idx="12908">
                  <c:v>-1989191</c:v>
                </c:pt>
                <c:pt idx="12909">
                  <c:v>-1968543</c:v>
                </c:pt>
                <c:pt idx="12910">
                  <c:v>-2082673</c:v>
                </c:pt>
                <c:pt idx="12911">
                  <c:v>-1976212</c:v>
                </c:pt>
                <c:pt idx="12912">
                  <c:v>-1994800</c:v>
                </c:pt>
                <c:pt idx="12913">
                  <c:v>-2010902</c:v>
                </c:pt>
                <c:pt idx="12914">
                  <c:v>-1992592</c:v>
                </c:pt>
                <c:pt idx="12915">
                  <c:v>-2014409</c:v>
                </c:pt>
                <c:pt idx="12916">
                  <c:v>-1872511</c:v>
                </c:pt>
                <c:pt idx="12917">
                  <c:v>-2006616</c:v>
                </c:pt>
                <c:pt idx="12918">
                  <c:v>-1989139</c:v>
                </c:pt>
                <c:pt idx="12919">
                  <c:v>-1942862</c:v>
                </c:pt>
                <c:pt idx="12920">
                  <c:v>-2062061</c:v>
                </c:pt>
                <c:pt idx="12921">
                  <c:v>-1965921</c:v>
                </c:pt>
                <c:pt idx="12922">
                  <c:v>-2048959</c:v>
                </c:pt>
                <c:pt idx="12923">
                  <c:v>-1924632</c:v>
                </c:pt>
                <c:pt idx="12924">
                  <c:v>-1950107</c:v>
                </c:pt>
                <c:pt idx="12925">
                  <c:v>-1966695</c:v>
                </c:pt>
                <c:pt idx="12926">
                  <c:v>-2059194</c:v>
                </c:pt>
                <c:pt idx="12927">
                  <c:v>-1927391</c:v>
                </c:pt>
                <c:pt idx="12928">
                  <c:v>-1930709</c:v>
                </c:pt>
                <c:pt idx="12929">
                  <c:v>-2009838</c:v>
                </c:pt>
                <c:pt idx="12930">
                  <c:v>-1883932</c:v>
                </c:pt>
                <c:pt idx="12931">
                  <c:v>-2049993</c:v>
                </c:pt>
                <c:pt idx="12932">
                  <c:v>-2035290</c:v>
                </c:pt>
                <c:pt idx="12933">
                  <c:v>-2087425</c:v>
                </c:pt>
                <c:pt idx="12934">
                  <c:v>-1980472</c:v>
                </c:pt>
                <c:pt idx="12935">
                  <c:v>-2004287</c:v>
                </c:pt>
                <c:pt idx="12936">
                  <c:v>-1992347</c:v>
                </c:pt>
                <c:pt idx="12937">
                  <c:v>-1967137</c:v>
                </c:pt>
                <c:pt idx="12938">
                  <c:v>-1948314</c:v>
                </c:pt>
                <c:pt idx="12939">
                  <c:v>-1975255</c:v>
                </c:pt>
                <c:pt idx="12940">
                  <c:v>-1902638</c:v>
                </c:pt>
                <c:pt idx="12941">
                  <c:v>-1984780</c:v>
                </c:pt>
                <c:pt idx="12942">
                  <c:v>-1968710</c:v>
                </c:pt>
                <c:pt idx="12943">
                  <c:v>-1919207</c:v>
                </c:pt>
                <c:pt idx="12944">
                  <c:v>-1929976</c:v>
                </c:pt>
                <c:pt idx="12945">
                  <c:v>-1912853</c:v>
                </c:pt>
                <c:pt idx="12946">
                  <c:v>-1987886</c:v>
                </c:pt>
                <c:pt idx="12947">
                  <c:v>-1934796</c:v>
                </c:pt>
                <c:pt idx="12948">
                  <c:v>-2040192</c:v>
                </c:pt>
                <c:pt idx="12949">
                  <c:v>-1963868</c:v>
                </c:pt>
                <c:pt idx="12950">
                  <c:v>-1892871</c:v>
                </c:pt>
                <c:pt idx="12951">
                  <c:v>-1943979</c:v>
                </c:pt>
                <c:pt idx="12952">
                  <c:v>-1969012</c:v>
                </c:pt>
                <c:pt idx="12953">
                  <c:v>-1965423</c:v>
                </c:pt>
                <c:pt idx="12954">
                  <c:v>-1984693</c:v>
                </c:pt>
                <c:pt idx="12955">
                  <c:v>-1969368</c:v>
                </c:pt>
                <c:pt idx="12956">
                  <c:v>-1926291</c:v>
                </c:pt>
                <c:pt idx="12957">
                  <c:v>-1942825</c:v>
                </c:pt>
                <c:pt idx="12958">
                  <c:v>-2012048</c:v>
                </c:pt>
                <c:pt idx="12959">
                  <c:v>-1959160</c:v>
                </c:pt>
                <c:pt idx="12960">
                  <c:v>-1899246</c:v>
                </c:pt>
                <c:pt idx="12961">
                  <c:v>-2041201</c:v>
                </c:pt>
                <c:pt idx="12962">
                  <c:v>-1994216</c:v>
                </c:pt>
                <c:pt idx="12963">
                  <c:v>-1893278</c:v>
                </c:pt>
                <c:pt idx="12964">
                  <c:v>-1965513</c:v>
                </c:pt>
                <c:pt idx="12965">
                  <c:v>-1989965</c:v>
                </c:pt>
                <c:pt idx="12966">
                  <c:v>-1990303</c:v>
                </c:pt>
                <c:pt idx="12967">
                  <c:v>-1806472</c:v>
                </c:pt>
                <c:pt idx="12968">
                  <c:v>-2021449</c:v>
                </c:pt>
                <c:pt idx="12969">
                  <c:v>-1858461</c:v>
                </c:pt>
                <c:pt idx="12970">
                  <c:v>-1966627</c:v>
                </c:pt>
                <c:pt idx="12971">
                  <c:v>-2108122</c:v>
                </c:pt>
                <c:pt idx="12972">
                  <c:v>-1935315</c:v>
                </c:pt>
                <c:pt idx="12973">
                  <c:v>-1950230</c:v>
                </c:pt>
                <c:pt idx="12974">
                  <c:v>-1906256</c:v>
                </c:pt>
                <c:pt idx="12975">
                  <c:v>-1938048</c:v>
                </c:pt>
                <c:pt idx="12976">
                  <c:v>-1930244</c:v>
                </c:pt>
                <c:pt idx="12977">
                  <c:v>-1883909</c:v>
                </c:pt>
                <c:pt idx="12978">
                  <c:v>-1960882</c:v>
                </c:pt>
                <c:pt idx="12979">
                  <c:v>-2007199</c:v>
                </c:pt>
                <c:pt idx="12980">
                  <c:v>-1969989</c:v>
                </c:pt>
                <c:pt idx="12981">
                  <c:v>-2101187</c:v>
                </c:pt>
                <c:pt idx="12982">
                  <c:v>-1866708</c:v>
                </c:pt>
                <c:pt idx="12983">
                  <c:v>-1919882</c:v>
                </c:pt>
                <c:pt idx="12984">
                  <c:v>-1889505</c:v>
                </c:pt>
                <c:pt idx="12985">
                  <c:v>-1992032</c:v>
                </c:pt>
                <c:pt idx="12986">
                  <c:v>-1963647</c:v>
                </c:pt>
                <c:pt idx="12987">
                  <c:v>-1854211</c:v>
                </c:pt>
                <c:pt idx="12988">
                  <c:v>-2003702</c:v>
                </c:pt>
                <c:pt idx="12989">
                  <c:v>-1857426</c:v>
                </c:pt>
                <c:pt idx="12990">
                  <c:v>-1915657</c:v>
                </c:pt>
                <c:pt idx="12991">
                  <c:v>-1938284</c:v>
                </c:pt>
                <c:pt idx="12992">
                  <c:v>-1946659</c:v>
                </c:pt>
                <c:pt idx="12993">
                  <c:v>-1923212</c:v>
                </c:pt>
                <c:pt idx="12994">
                  <c:v>-1971170</c:v>
                </c:pt>
                <c:pt idx="12995">
                  <c:v>-1995302</c:v>
                </c:pt>
                <c:pt idx="12996">
                  <c:v>-1910721</c:v>
                </c:pt>
                <c:pt idx="12997">
                  <c:v>-1884304</c:v>
                </c:pt>
                <c:pt idx="12998">
                  <c:v>-2018712</c:v>
                </c:pt>
                <c:pt idx="12999">
                  <c:v>-1999651</c:v>
                </c:pt>
                <c:pt idx="13000">
                  <c:v>-1884571</c:v>
                </c:pt>
                <c:pt idx="13001">
                  <c:v>-1862541</c:v>
                </c:pt>
                <c:pt idx="13002">
                  <c:v>-1990922</c:v>
                </c:pt>
                <c:pt idx="13003">
                  <c:v>-1959098</c:v>
                </c:pt>
                <c:pt idx="13004">
                  <c:v>-2019367</c:v>
                </c:pt>
                <c:pt idx="13005">
                  <c:v>-1965524</c:v>
                </c:pt>
                <c:pt idx="13006">
                  <c:v>-1957944</c:v>
                </c:pt>
                <c:pt idx="13007">
                  <c:v>-1902057</c:v>
                </c:pt>
                <c:pt idx="13008">
                  <c:v>-2093763</c:v>
                </c:pt>
                <c:pt idx="13009">
                  <c:v>-1879900</c:v>
                </c:pt>
                <c:pt idx="13010">
                  <c:v>-1987781</c:v>
                </c:pt>
                <c:pt idx="13011">
                  <c:v>-2068676</c:v>
                </c:pt>
                <c:pt idx="13012">
                  <c:v>-1963833</c:v>
                </c:pt>
                <c:pt idx="13013">
                  <c:v>-1998994</c:v>
                </c:pt>
                <c:pt idx="13014">
                  <c:v>-1894520</c:v>
                </c:pt>
                <c:pt idx="13015">
                  <c:v>-1924527</c:v>
                </c:pt>
                <c:pt idx="13016">
                  <c:v>-2016175</c:v>
                </c:pt>
                <c:pt idx="13017">
                  <c:v>-1934344</c:v>
                </c:pt>
                <c:pt idx="13018">
                  <c:v>-1935229</c:v>
                </c:pt>
                <c:pt idx="13019">
                  <c:v>-1980682</c:v>
                </c:pt>
                <c:pt idx="13020">
                  <c:v>-1906116</c:v>
                </c:pt>
                <c:pt idx="13021">
                  <c:v>-2007781</c:v>
                </c:pt>
                <c:pt idx="13022">
                  <c:v>-1904488</c:v>
                </c:pt>
                <c:pt idx="13023">
                  <c:v>-2025161</c:v>
                </c:pt>
                <c:pt idx="13024">
                  <c:v>-1976375</c:v>
                </c:pt>
                <c:pt idx="13025">
                  <c:v>-1962604</c:v>
                </c:pt>
                <c:pt idx="13026">
                  <c:v>-1986601</c:v>
                </c:pt>
                <c:pt idx="13027">
                  <c:v>-1959961</c:v>
                </c:pt>
                <c:pt idx="13028">
                  <c:v>-1947095</c:v>
                </c:pt>
                <c:pt idx="13029">
                  <c:v>-1941732</c:v>
                </c:pt>
                <c:pt idx="13030">
                  <c:v>-2011113</c:v>
                </c:pt>
                <c:pt idx="13031">
                  <c:v>-1961951</c:v>
                </c:pt>
                <c:pt idx="13032">
                  <c:v>-1942792</c:v>
                </c:pt>
                <c:pt idx="13033">
                  <c:v>-1995573</c:v>
                </c:pt>
                <c:pt idx="13034">
                  <c:v>-1930640</c:v>
                </c:pt>
                <c:pt idx="13035">
                  <c:v>-2081227</c:v>
                </c:pt>
                <c:pt idx="13036">
                  <c:v>-2033721</c:v>
                </c:pt>
                <c:pt idx="13037">
                  <c:v>-1869980</c:v>
                </c:pt>
                <c:pt idx="13038">
                  <c:v>-1991089</c:v>
                </c:pt>
                <c:pt idx="13039">
                  <c:v>-1905139</c:v>
                </c:pt>
                <c:pt idx="13040">
                  <c:v>-1886198</c:v>
                </c:pt>
                <c:pt idx="13041">
                  <c:v>-1989060</c:v>
                </c:pt>
                <c:pt idx="13042">
                  <c:v>-1958857</c:v>
                </c:pt>
                <c:pt idx="13043">
                  <c:v>-1922200</c:v>
                </c:pt>
                <c:pt idx="13044">
                  <c:v>-2005911</c:v>
                </c:pt>
                <c:pt idx="13045">
                  <c:v>-1898742</c:v>
                </c:pt>
                <c:pt idx="13046">
                  <c:v>-2007653</c:v>
                </c:pt>
                <c:pt idx="13047">
                  <c:v>-1993770</c:v>
                </c:pt>
                <c:pt idx="13048">
                  <c:v>-1975967</c:v>
                </c:pt>
                <c:pt idx="13049">
                  <c:v>-2002277</c:v>
                </c:pt>
                <c:pt idx="13050">
                  <c:v>-1937927</c:v>
                </c:pt>
                <c:pt idx="13051">
                  <c:v>-1947801</c:v>
                </c:pt>
                <c:pt idx="13052">
                  <c:v>-1963609</c:v>
                </c:pt>
                <c:pt idx="13053">
                  <c:v>-1997795</c:v>
                </c:pt>
                <c:pt idx="13054">
                  <c:v>-1865675</c:v>
                </c:pt>
                <c:pt idx="13055">
                  <c:v>-1991996</c:v>
                </c:pt>
                <c:pt idx="13056">
                  <c:v>-1866182</c:v>
                </c:pt>
                <c:pt idx="13057">
                  <c:v>-1995506</c:v>
                </c:pt>
                <c:pt idx="13058">
                  <c:v>-1967981</c:v>
                </c:pt>
                <c:pt idx="13059">
                  <c:v>-1960917</c:v>
                </c:pt>
                <c:pt idx="13060">
                  <c:v>-1996540</c:v>
                </c:pt>
                <c:pt idx="13061">
                  <c:v>-2000658</c:v>
                </c:pt>
                <c:pt idx="13062">
                  <c:v>-2012664</c:v>
                </c:pt>
                <c:pt idx="13063">
                  <c:v>-1973270</c:v>
                </c:pt>
                <c:pt idx="13064">
                  <c:v>-1993456</c:v>
                </c:pt>
                <c:pt idx="13065">
                  <c:v>-1963297</c:v>
                </c:pt>
                <c:pt idx="13066">
                  <c:v>-1923107</c:v>
                </c:pt>
                <c:pt idx="13067">
                  <c:v>-1985095</c:v>
                </c:pt>
                <c:pt idx="13068">
                  <c:v>-1965689</c:v>
                </c:pt>
                <c:pt idx="13069">
                  <c:v>-1978395</c:v>
                </c:pt>
                <c:pt idx="13070">
                  <c:v>-1976609</c:v>
                </c:pt>
                <c:pt idx="13071">
                  <c:v>-1926658</c:v>
                </c:pt>
                <c:pt idx="13072">
                  <c:v>-2064312</c:v>
                </c:pt>
                <c:pt idx="13073">
                  <c:v>-1934437</c:v>
                </c:pt>
                <c:pt idx="13074">
                  <c:v>-1920348</c:v>
                </c:pt>
                <c:pt idx="13075">
                  <c:v>-1968826</c:v>
                </c:pt>
                <c:pt idx="13076">
                  <c:v>-1977890</c:v>
                </c:pt>
                <c:pt idx="13077">
                  <c:v>-1919461</c:v>
                </c:pt>
                <c:pt idx="13078">
                  <c:v>-2033827</c:v>
                </c:pt>
                <c:pt idx="13079">
                  <c:v>-2049439</c:v>
                </c:pt>
                <c:pt idx="13080">
                  <c:v>-1967053</c:v>
                </c:pt>
                <c:pt idx="13081">
                  <c:v>-1917042</c:v>
                </c:pt>
                <c:pt idx="13082">
                  <c:v>-1935194</c:v>
                </c:pt>
                <c:pt idx="13083">
                  <c:v>-1938230</c:v>
                </c:pt>
                <c:pt idx="13084">
                  <c:v>-2035383</c:v>
                </c:pt>
                <c:pt idx="13085">
                  <c:v>-1963203</c:v>
                </c:pt>
                <c:pt idx="13086">
                  <c:v>-1980227</c:v>
                </c:pt>
                <c:pt idx="13087">
                  <c:v>-1970226</c:v>
                </c:pt>
                <c:pt idx="13088">
                  <c:v>-2074596</c:v>
                </c:pt>
                <c:pt idx="13089">
                  <c:v>-2016538</c:v>
                </c:pt>
                <c:pt idx="13090">
                  <c:v>-1885710</c:v>
                </c:pt>
                <c:pt idx="13091">
                  <c:v>-2057687</c:v>
                </c:pt>
                <c:pt idx="13092">
                  <c:v>-1904755</c:v>
                </c:pt>
                <c:pt idx="13093">
                  <c:v>-1944674</c:v>
                </c:pt>
                <c:pt idx="13094">
                  <c:v>-1963678</c:v>
                </c:pt>
                <c:pt idx="13095">
                  <c:v>-2072792</c:v>
                </c:pt>
                <c:pt idx="13096">
                  <c:v>-2010154</c:v>
                </c:pt>
                <c:pt idx="13097">
                  <c:v>-1945470</c:v>
                </c:pt>
                <c:pt idx="13098">
                  <c:v>-1898812</c:v>
                </c:pt>
                <c:pt idx="13099">
                  <c:v>-1922513</c:v>
                </c:pt>
                <c:pt idx="13100">
                  <c:v>-1947478</c:v>
                </c:pt>
                <c:pt idx="13101">
                  <c:v>-2072851</c:v>
                </c:pt>
                <c:pt idx="13102">
                  <c:v>-2002055</c:v>
                </c:pt>
                <c:pt idx="13103">
                  <c:v>-2039709</c:v>
                </c:pt>
                <c:pt idx="13104">
                  <c:v>-2017898</c:v>
                </c:pt>
                <c:pt idx="13105">
                  <c:v>-1974228</c:v>
                </c:pt>
                <c:pt idx="13106">
                  <c:v>-1982124</c:v>
                </c:pt>
                <c:pt idx="13107">
                  <c:v>-2057702</c:v>
                </c:pt>
                <c:pt idx="13108">
                  <c:v>-1929103</c:v>
                </c:pt>
                <c:pt idx="13109">
                  <c:v>-1885984</c:v>
                </c:pt>
                <c:pt idx="13110">
                  <c:v>-1971194</c:v>
                </c:pt>
                <c:pt idx="13111">
                  <c:v>-1969969</c:v>
                </c:pt>
                <c:pt idx="13112">
                  <c:v>-1921687</c:v>
                </c:pt>
                <c:pt idx="13113">
                  <c:v>-1864662</c:v>
                </c:pt>
                <c:pt idx="13114">
                  <c:v>-2047440</c:v>
                </c:pt>
                <c:pt idx="13115">
                  <c:v>-1818195</c:v>
                </c:pt>
                <c:pt idx="13116">
                  <c:v>-1985947</c:v>
                </c:pt>
                <c:pt idx="13117">
                  <c:v>-1972255</c:v>
                </c:pt>
                <c:pt idx="13118">
                  <c:v>-2003358</c:v>
                </c:pt>
                <c:pt idx="13119">
                  <c:v>-1978436</c:v>
                </c:pt>
                <c:pt idx="13120">
                  <c:v>-1958655</c:v>
                </c:pt>
                <c:pt idx="13121">
                  <c:v>-1998456</c:v>
                </c:pt>
                <c:pt idx="13122">
                  <c:v>-1919457</c:v>
                </c:pt>
                <c:pt idx="13123">
                  <c:v>-1903150</c:v>
                </c:pt>
                <c:pt idx="13124">
                  <c:v>-1986940</c:v>
                </c:pt>
                <c:pt idx="13125">
                  <c:v>-1966948</c:v>
                </c:pt>
                <c:pt idx="13126">
                  <c:v>-1965236</c:v>
                </c:pt>
                <c:pt idx="13127">
                  <c:v>-1964381</c:v>
                </c:pt>
                <c:pt idx="13128">
                  <c:v>-1964405</c:v>
                </c:pt>
                <c:pt idx="13129">
                  <c:v>-1972497</c:v>
                </c:pt>
                <c:pt idx="13130">
                  <c:v>-1966929</c:v>
                </c:pt>
                <c:pt idx="13131">
                  <c:v>-1965466</c:v>
                </c:pt>
                <c:pt idx="13132">
                  <c:v>-1966201</c:v>
                </c:pt>
                <c:pt idx="13133">
                  <c:v>-1967260</c:v>
                </c:pt>
                <c:pt idx="13134">
                  <c:v>-1967519</c:v>
                </c:pt>
                <c:pt idx="13135">
                  <c:v>-1966353</c:v>
                </c:pt>
                <c:pt idx="13136">
                  <c:v>-1967099</c:v>
                </c:pt>
                <c:pt idx="13137">
                  <c:v>-1967019</c:v>
                </c:pt>
                <c:pt idx="13138">
                  <c:v>-1964311</c:v>
                </c:pt>
                <c:pt idx="13139">
                  <c:v>-1963973</c:v>
                </c:pt>
                <c:pt idx="13140">
                  <c:v>-1966137</c:v>
                </c:pt>
                <c:pt idx="13141">
                  <c:v>-1965793</c:v>
                </c:pt>
                <c:pt idx="13142">
                  <c:v>-1965287</c:v>
                </c:pt>
                <c:pt idx="13143">
                  <c:v>-1967660</c:v>
                </c:pt>
                <c:pt idx="13144">
                  <c:v>-1964095</c:v>
                </c:pt>
                <c:pt idx="13145">
                  <c:v>-1966137</c:v>
                </c:pt>
                <c:pt idx="13146">
                  <c:v>-1966901</c:v>
                </c:pt>
                <c:pt idx="13147">
                  <c:v>-1966539</c:v>
                </c:pt>
                <c:pt idx="13148">
                  <c:v>-1967671</c:v>
                </c:pt>
                <c:pt idx="13149">
                  <c:v>-1965924</c:v>
                </c:pt>
                <c:pt idx="13150">
                  <c:v>-1961186</c:v>
                </c:pt>
                <c:pt idx="13151">
                  <c:v>-1965979</c:v>
                </c:pt>
                <c:pt idx="13152">
                  <c:v>-1968608</c:v>
                </c:pt>
                <c:pt idx="13153">
                  <c:v>-1966388</c:v>
                </c:pt>
                <c:pt idx="13154">
                  <c:v>-1962189</c:v>
                </c:pt>
                <c:pt idx="13155">
                  <c:v>-1966458</c:v>
                </c:pt>
                <c:pt idx="13156">
                  <c:v>-1965419</c:v>
                </c:pt>
                <c:pt idx="13157">
                  <c:v>-1962102</c:v>
                </c:pt>
                <c:pt idx="13158">
                  <c:v>-1966796</c:v>
                </c:pt>
                <c:pt idx="13159">
                  <c:v>-1967005</c:v>
                </c:pt>
                <c:pt idx="13160">
                  <c:v>-1963688</c:v>
                </c:pt>
                <c:pt idx="13161">
                  <c:v>-1966663</c:v>
                </c:pt>
                <c:pt idx="13162">
                  <c:v>-1964650</c:v>
                </c:pt>
                <c:pt idx="13163">
                  <c:v>-1967052</c:v>
                </c:pt>
                <c:pt idx="13164">
                  <c:v>-1967770</c:v>
                </c:pt>
                <c:pt idx="13165">
                  <c:v>-1963291</c:v>
                </c:pt>
                <c:pt idx="13166">
                  <c:v>-1968919</c:v>
                </c:pt>
                <c:pt idx="13167">
                  <c:v>-1972096</c:v>
                </c:pt>
                <c:pt idx="13168">
                  <c:v>-1964906</c:v>
                </c:pt>
                <c:pt idx="13169">
                  <c:v>-1966306</c:v>
                </c:pt>
                <c:pt idx="13170">
                  <c:v>-1965256</c:v>
                </c:pt>
                <c:pt idx="13171">
                  <c:v>-1964346</c:v>
                </c:pt>
                <c:pt idx="13172">
                  <c:v>-1965023</c:v>
                </c:pt>
                <c:pt idx="13173">
                  <c:v>-1965548</c:v>
                </c:pt>
                <c:pt idx="13174">
                  <c:v>-1966207</c:v>
                </c:pt>
                <c:pt idx="13175">
                  <c:v>-1966093</c:v>
                </c:pt>
                <c:pt idx="13176">
                  <c:v>-1990233</c:v>
                </c:pt>
                <c:pt idx="13177">
                  <c:v>-1969199</c:v>
                </c:pt>
                <c:pt idx="13178">
                  <c:v>-1969759</c:v>
                </c:pt>
                <c:pt idx="13179">
                  <c:v>-1930443</c:v>
                </c:pt>
                <c:pt idx="13180">
                  <c:v>-1901475</c:v>
                </c:pt>
                <c:pt idx="13181">
                  <c:v>-1969659</c:v>
                </c:pt>
                <c:pt idx="13182">
                  <c:v>-1972513</c:v>
                </c:pt>
                <c:pt idx="13183">
                  <c:v>-1963950</c:v>
                </c:pt>
                <c:pt idx="13184">
                  <c:v>-1966858</c:v>
                </c:pt>
                <c:pt idx="13185">
                  <c:v>-1991609</c:v>
                </c:pt>
                <c:pt idx="13186">
                  <c:v>-1967682</c:v>
                </c:pt>
                <c:pt idx="13187">
                  <c:v>-1969296</c:v>
                </c:pt>
                <c:pt idx="13188">
                  <c:v>-1920092</c:v>
                </c:pt>
                <c:pt idx="13189">
                  <c:v>-1977056</c:v>
                </c:pt>
                <c:pt idx="13190">
                  <c:v>-1987633</c:v>
                </c:pt>
                <c:pt idx="13191">
                  <c:v>-1962130</c:v>
                </c:pt>
                <c:pt idx="13192">
                  <c:v>-1969642</c:v>
                </c:pt>
                <c:pt idx="13193">
                  <c:v>-1972041</c:v>
                </c:pt>
                <c:pt idx="13194">
                  <c:v>-1963238</c:v>
                </c:pt>
                <c:pt idx="13195">
                  <c:v>-1963291</c:v>
                </c:pt>
                <c:pt idx="13196">
                  <c:v>-1971941</c:v>
                </c:pt>
                <c:pt idx="13197">
                  <c:v>-1984710</c:v>
                </c:pt>
                <c:pt idx="13198">
                  <c:v>-1966651</c:v>
                </c:pt>
                <c:pt idx="13199">
                  <c:v>-1967904</c:v>
                </c:pt>
                <c:pt idx="13200">
                  <c:v>-1971218</c:v>
                </c:pt>
                <c:pt idx="13201">
                  <c:v>-1966773</c:v>
                </c:pt>
                <c:pt idx="13202">
                  <c:v>-1969958</c:v>
                </c:pt>
                <c:pt idx="13203">
                  <c:v>-1966919</c:v>
                </c:pt>
                <c:pt idx="13204">
                  <c:v>-1968371</c:v>
                </c:pt>
                <c:pt idx="13205">
                  <c:v>-1966656</c:v>
                </c:pt>
                <c:pt idx="13206">
                  <c:v>-1964031</c:v>
                </c:pt>
                <c:pt idx="13207">
                  <c:v>-1972414</c:v>
                </c:pt>
                <c:pt idx="13208">
                  <c:v>-1967303</c:v>
                </c:pt>
                <c:pt idx="13209">
                  <c:v>-1966481</c:v>
                </c:pt>
                <c:pt idx="13210">
                  <c:v>-1917950</c:v>
                </c:pt>
                <c:pt idx="13211">
                  <c:v>-1958011</c:v>
                </c:pt>
                <c:pt idx="13212">
                  <c:v>-1962227</c:v>
                </c:pt>
                <c:pt idx="13213">
                  <c:v>-1963648</c:v>
                </c:pt>
                <c:pt idx="13214">
                  <c:v>-1964991</c:v>
                </c:pt>
                <c:pt idx="13215">
                  <c:v>-1967169</c:v>
                </c:pt>
                <c:pt idx="13216">
                  <c:v>-1967477</c:v>
                </c:pt>
                <c:pt idx="13217">
                  <c:v>-1971350</c:v>
                </c:pt>
                <c:pt idx="13218">
                  <c:v>-1963291</c:v>
                </c:pt>
                <c:pt idx="13219">
                  <c:v>-1961699</c:v>
                </c:pt>
                <c:pt idx="13220">
                  <c:v>-1963443</c:v>
                </c:pt>
                <c:pt idx="13221">
                  <c:v>-1966320</c:v>
                </c:pt>
                <c:pt idx="13222">
                  <c:v>-1966481</c:v>
                </c:pt>
                <c:pt idx="13223">
                  <c:v>-1971486</c:v>
                </c:pt>
                <c:pt idx="13224">
                  <c:v>-1966703</c:v>
                </c:pt>
                <c:pt idx="13225">
                  <c:v>-1967074</c:v>
                </c:pt>
                <c:pt idx="13226">
                  <c:v>-1967962</c:v>
                </c:pt>
                <c:pt idx="13227">
                  <c:v>-1973505</c:v>
                </c:pt>
                <c:pt idx="13228">
                  <c:v>-1971089</c:v>
                </c:pt>
                <c:pt idx="13229">
                  <c:v>-1973797</c:v>
                </c:pt>
                <c:pt idx="13230">
                  <c:v>-1966878</c:v>
                </c:pt>
                <c:pt idx="13231">
                  <c:v>-1967732</c:v>
                </c:pt>
                <c:pt idx="13232">
                  <c:v>-1975442</c:v>
                </c:pt>
                <c:pt idx="13233">
                  <c:v>-1987633</c:v>
                </c:pt>
                <c:pt idx="13234">
                  <c:v>-2006949</c:v>
                </c:pt>
                <c:pt idx="13235">
                  <c:v>-1924318</c:v>
                </c:pt>
                <c:pt idx="13236">
                  <c:v>-1965742</c:v>
                </c:pt>
                <c:pt idx="13237">
                  <c:v>-1960692</c:v>
                </c:pt>
                <c:pt idx="13238">
                  <c:v>-1965151</c:v>
                </c:pt>
                <c:pt idx="13239">
                  <c:v>-2061545</c:v>
                </c:pt>
                <c:pt idx="13240">
                  <c:v>-1965818</c:v>
                </c:pt>
                <c:pt idx="13241">
                  <c:v>-1919612</c:v>
                </c:pt>
                <c:pt idx="13242">
                  <c:v>-1923887</c:v>
                </c:pt>
                <c:pt idx="13243">
                  <c:v>-1967043</c:v>
                </c:pt>
                <c:pt idx="13244">
                  <c:v>-1960008</c:v>
                </c:pt>
                <c:pt idx="13245">
                  <c:v>-1970027</c:v>
                </c:pt>
                <c:pt idx="13246">
                  <c:v>-1965490</c:v>
                </c:pt>
                <c:pt idx="13247">
                  <c:v>-1977928</c:v>
                </c:pt>
                <c:pt idx="13248">
                  <c:v>-1970156</c:v>
                </c:pt>
                <c:pt idx="13249">
                  <c:v>-1966878</c:v>
                </c:pt>
                <c:pt idx="13250">
                  <c:v>-1967904</c:v>
                </c:pt>
                <c:pt idx="13251">
                  <c:v>-1969296</c:v>
                </c:pt>
                <c:pt idx="13252">
                  <c:v>-2030468</c:v>
                </c:pt>
                <c:pt idx="13253">
                  <c:v>-1988586</c:v>
                </c:pt>
                <c:pt idx="13254">
                  <c:v>-1962930</c:v>
                </c:pt>
                <c:pt idx="13255">
                  <c:v>-2061064</c:v>
                </c:pt>
                <c:pt idx="13256">
                  <c:v>-1975267</c:v>
                </c:pt>
                <c:pt idx="13257">
                  <c:v>-1975899</c:v>
                </c:pt>
                <c:pt idx="13258">
                  <c:v>-1978325</c:v>
                </c:pt>
                <c:pt idx="13259">
                  <c:v>-1967464</c:v>
                </c:pt>
                <c:pt idx="13260">
                  <c:v>-2030503</c:v>
                </c:pt>
                <c:pt idx="13261">
                  <c:v>-1965819</c:v>
                </c:pt>
                <c:pt idx="13262">
                  <c:v>-1968380</c:v>
                </c:pt>
                <c:pt idx="13263">
                  <c:v>-1967204</c:v>
                </c:pt>
                <c:pt idx="13264">
                  <c:v>-1962130</c:v>
                </c:pt>
                <c:pt idx="13265">
                  <c:v>-1985201</c:v>
                </c:pt>
                <c:pt idx="13266">
                  <c:v>-1984255</c:v>
                </c:pt>
                <c:pt idx="13267">
                  <c:v>-1964510</c:v>
                </c:pt>
                <c:pt idx="13268">
                  <c:v>-1989758</c:v>
                </c:pt>
                <c:pt idx="13269">
                  <c:v>-1966342</c:v>
                </c:pt>
                <c:pt idx="13270">
                  <c:v>-1965598</c:v>
                </c:pt>
                <c:pt idx="13271">
                  <c:v>-1966994</c:v>
                </c:pt>
                <c:pt idx="13272">
                  <c:v>-1966343</c:v>
                </c:pt>
                <c:pt idx="13273">
                  <c:v>-2005011</c:v>
                </c:pt>
                <c:pt idx="13274">
                  <c:v>-1961011</c:v>
                </c:pt>
                <c:pt idx="13275">
                  <c:v>-1990233</c:v>
                </c:pt>
                <c:pt idx="13276">
                  <c:v>-1966294</c:v>
                </c:pt>
                <c:pt idx="13277">
                  <c:v>-1967627</c:v>
                </c:pt>
                <c:pt idx="13278">
                  <c:v>-1966878</c:v>
                </c:pt>
                <c:pt idx="13279">
                  <c:v>-1960836</c:v>
                </c:pt>
                <c:pt idx="13280">
                  <c:v>-1962410</c:v>
                </c:pt>
                <c:pt idx="13281">
                  <c:v>-1965781</c:v>
                </c:pt>
                <c:pt idx="13282">
                  <c:v>-1966571</c:v>
                </c:pt>
                <c:pt idx="13283">
                  <c:v>-1968172</c:v>
                </c:pt>
                <c:pt idx="13284">
                  <c:v>-1976410</c:v>
                </c:pt>
                <c:pt idx="13285">
                  <c:v>-1972863</c:v>
                </c:pt>
                <c:pt idx="13286">
                  <c:v>-1971350</c:v>
                </c:pt>
                <c:pt idx="13287">
                  <c:v>-1968854</c:v>
                </c:pt>
                <c:pt idx="13288">
                  <c:v>-1944045</c:v>
                </c:pt>
                <c:pt idx="13289">
                  <c:v>-1971778</c:v>
                </c:pt>
                <c:pt idx="13290">
                  <c:v>-1973528</c:v>
                </c:pt>
                <c:pt idx="13291">
                  <c:v>-1968818</c:v>
                </c:pt>
                <c:pt idx="13292">
                  <c:v>-1919080</c:v>
                </c:pt>
                <c:pt idx="13293">
                  <c:v>-1976282</c:v>
                </c:pt>
                <c:pt idx="13294">
                  <c:v>-1964966</c:v>
                </c:pt>
                <c:pt idx="13295">
                  <c:v>-2061064</c:v>
                </c:pt>
                <c:pt idx="13296">
                  <c:v>-1967627</c:v>
                </c:pt>
                <c:pt idx="13297">
                  <c:v>-1966858</c:v>
                </c:pt>
                <c:pt idx="13298">
                  <c:v>-1966703</c:v>
                </c:pt>
                <c:pt idx="13299">
                  <c:v>-1964031</c:v>
                </c:pt>
                <c:pt idx="13300">
                  <c:v>-1963648</c:v>
                </c:pt>
                <c:pt idx="13301">
                  <c:v>-1967939</c:v>
                </c:pt>
                <c:pt idx="13302">
                  <c:v>-1951056</c:v>
                </c:pt>
                <c:pt idx="13303">
                  <c:v>-1966321</c:v>
                </c:pt>
                <c:pt idx="13304">
                  <c:v>-1965804</c:v>
                </c:pt>
                <c:pt idx="13305">
                  <c:v>-1965035</c:v>
                </c:pt>
                <c:pt idx="13306">
                  <c:v>-1967274</c:v>
                </c:pt>
                <c:pt idx="13307">
                  <c:v>-1974426</c:v>
                </c:pt>
                <c:pt idx="13308">
                  <c:v>-1981823</c:v>
                </c:pt>
                <c:pt idx="13309">
                  <c:v>-1968818</c:v>
                </c:pt>
                <c:pt idx="13310">
                  <c:v>-1924515</c:v>
                </c:pt>
                <c:pt idx="13311">
                  <c:v>-1972059</c:v>
                </c:pt>
                <c:pt idx="13312">
                  <c:v>-1976000</c:v>
                </c:pt>
                <c:pt idx="13313">
                  <c:v>-1967043</c:v>
                </c:pt>
                <c:pt idx="13314">
                  <c:v>-1964711</c:v>
                </c:pt>
                <c:pt idx="13315">
                  <c:v>-1975477</c:v>
                </c:pt>
                <c:pt idx="13316">
                  <c:v>-1977928</c:v>
                </c:pt>
                <c:pt idx="13317">
                  <c:v>-1957948</c:v>
                </c:pt>
                <c:pt idx="13318">
                  <c:v>-1968046</c:v>
                </c:pt>
                <c:pt idx="13319">
                  <c:v>-1972991</c:v>
                </c:pt>
                <c:pt idx="13320">
                  <c:v>-1966006</c:v>
                </c:pt>
                <c:pt idx="13321">
                  <c:v>-1968256</c:v>
                </c:pt>
                <c:pt idx="13322">
                  <c:v>-1959646</c:v>
                </c:pt>
                <c:pt idx="13323">
                  <c:v>-1965664</c:v>
                </c:pt>
                <c:pt idx="13324">
                  <c:v>-1963897</c:v>
                </c:pt>
                <c:pt idx="13325">
                  <c:v>-1966156</c:v>
                </c:pt>
                <c:pt idx="13326">
                  <c:v>-1973691</c:v>
                </c:pt>
                <c:pt idx="13327">
                  <c:v>-1920435</c:v>
                </c:pt>
                <c:pt idx="13328">
                  <c:v>-1971533</c:v>
                </c:pt>
                <c:pt idx="13329">
                  <c:v>-1966571</c:v>
                </c:pt>
                <c:pt idx="13330">
                  <c:v>-1901401</c:v>
                </c:pt>
                <c:pt idx="13331">
                  <c:v>-1973691</c:v>
                </c:pt>
                <c:pt idx="13332">
                  <c:v>-1966091</c:v>
                </c:pt>
                <c:pt idx="13333">
                  <c:v>-1968890</c:v>
                </c:pt>
                <c:pt idx="13334">
                  <c:v>-1967741</c:v>
                </c:pt>
                <c:pt idx="13335">
                  <c:v>-1961614</c:v>
                </c:pt>
                <c:pt idx="13336">
                  <c:v>-1989758</c:v>
                </c:pt>
                <c:pt idx="13337">
                  <c:v>-1971999</c:v>
                </c:pt>
                <c:pt idx="13338">
                  <c:v>-1967962</c:v>
                </c:pt>
                <c:pt idx="13339">
                  <c:v>-1963386</c:v>
                </c:pt>
                <c:pt idx="13340">
                  <c:v>-1960270</c:v>
                </c:pt>
                <c:pt idx="13341">
                  <c:v>-1965904</c:v>
                </c:pt>
                <c:pt idx="13342">
                  <c:v>-1963643</c:v>
                </c:pt>
                <c:pt idx="13343">
                  <c:v>-1924515</c:v>
                </c:pt>
                <c:pt idx="13344">
                  <c:v>-1969958</c:v>
                </c:pt>
                <c:pt idx="13345">
                  <c:v>-1973506</c:v>
                </c:pt>
                <c:pt idx="13346">
                  <c:v>-1974775</c:v>
                </c:pt>
                <c:pt idx="13347">
                  <c:v>-1963238</c:v>
                </c:pt>
                <c:pt idx="13348">
                  <c:v>-1965069</c:v>
                </c:pt>
                <c:pt idx="13349">
                  <c:v>-1969958</c:v>
                </c:pt>
                <c:pt idx="13350">
                  <c:v>-1967682</c:v>
                </c:pt>
                <c:pt idx="13351">
                  <c:v>-1968256</c:v>
                </c:pt>
                <c:pt idx="13352">
                  <c:v>-1970716</c:v>
                </c:pt>
                <c:pt idx="13353">
                  <c:v>-1969199</c:v>
                </c:pt>
                <c:pt idx="13354">
                  <c:v>-2062656</c:v>
                </c:pt>
                <c:pt idx="13355">
                  <c:v>-1964346</c:v>
                </c:pt>
                <c:pt idx="13356">
                  <c:v>-1960716</c:v>
                </c:pt>
                <c:pt idx="13357">
                  <c:v>-1967169</c:v>
                </c:pt>
                <c:pt idx="13358">
                  <c:v>-1975022</c:v>
                </c:pt>
                <c:pt idx="13359">
                  <c:v>-1965742</c:v>
                </c:pt>
                <c:pt idx="13360">
                  <c:v>-1965938</c:v>
                </c:pt>
                <c:pt idx="13361">
                  <c:v>-1969642</c:v>
                </c:pt>
                <c:pt idx="13362">
                  <c:v>-1968641</c:v>
                </c:pt>
                <c:pt idx="13363">
                  <c:v>-1964346</c:v>
                </c:pt>
                <c:pt idx="13364">
                  <c:v>-1969852</c:v>
                </c:pt>
                <c:pt idx="13365">
                  <c:v>-1976049</c:v>
                </c:pt>
                <c:pt idx="13366">
                  <c:v>-1991609</c:v>
                </c:pt>
                <c:pt idx="13367">
                  <c:v>-1971218</c:v>
                </c:pt>
                <c:pt idx="13368">
                  <c:v>-1966656</c:v>
                </c:pt>
                <c:pt idx="13369">
                  <c:v>-1984441</c:v>
                </c:pt>
                <c:pt idx="13370">
                  <c:v>-1960960</c:v>
                </c:pt>
                <c:pt idx="13371">
                  <c:v>-1984800</c:v>
                </c:pt>
                <c:pt idx="13372">
                  <c:v>-1966342</c:v>
                </c:pt>
                <c:pt idx="13373">
                  <c:v>-1966504</c:v>
                </c:pt>
                <c:pt idx="13374">
                  <c:v>-1964930</c:v>
                </c:pt>
                <c:pt idx="13375">
                  <c:v>-1969887</c:v>
                </c:pt>
                <c:pt idx="13376">
                  <c:v>-1967489</c:v>
                </c:pt>
                <c:pt idx="13377">
                  <c:v>-1971358</c:v>
                </c:pt>
                <c:pt idx="13378">
                  <c:v>-1919171</c:v>
                </c:pt>
                <c:pt idx="13379">
                  <c:v>-1976410</c:v>
                </c:pt>
                <c:pt idx="13380">
                  <c:v>-1981476</c:v>
                </c:pt>
                <c:pt idx="13381">
                  <c:v>-1966699</c:v>
                </c:pt>
                <c:pt idx="13382">
                  <c:v>-1967668</c:v>
                </c:pt>
                <c:pt idx="13383">
                  <c:v>-1983367</c:v>
                </c:pt>
                <c:pt idx="13384">
                  <c:v>-1971533</c:v>
                </c:pt>
                <c:pt idx="13385">
                  <c:v>-1965472</c:v>
                </c:pt>
                <c:pt idx="13386">
                  <c:v>-1983306</c:v>
                </c:pt>
                <c:pt idx="13387">
                  <c:v>-1964577</c:v>
                </c:pt>
                <c:pt idx="13388">
                  <c:v>-1962130</c:v>
                </c:pt>
                <c:pt idx="13389">
                  <c:v>-1973773</c:v>
                </c:pt>
                <c:pt idx="13390">
                  <c:v>-1970461</c:v>
                </c:pt>
                <c:pt idx="13391">
                  <c:v>-1967637</c:v>
                </c:pt>
                <c:pt idx="13392">
                  <c:v>-1966189</c:v>
                </c:pt>
                <c:pt idx="13393">
                  <c:v>-1966065</c:v>
                </c:pt>
                <c:pt idx="13394">
                  <c:v>-1963005</c:v>
                </c:pt>
                <c:pt idx="13395">
                  <c:v>-1951056</c:v>
                </c:pt>
                <c:pt idx="13396">
                  <c:v>-1973773</c:v>
                </c:pt>
                <c:pt idx="13397">
                  <c:v>-2003387</c:v>
                </c:pt>
                <c:pt idx="13398">
                  <c:v>-1967117</c:v>
                </c:pt>
                <c:pt idx="13399">
                  <c:v>-1967668</c:v>
                </c:pt>
                <c:pt idx="13400">
                  <c:v>-1971264</c:v>
                </c:pt>
                <c:pt idx="13401">
                  <c:v>-1965186</c:v>
                </c:pt>
                <c:pt idx="13402">
                  <c:v>-1970784</c:v>
                </c:pt>
                <c:pt idx="13403">
                  <c:v>-2030644</c:v>
                </c:pt>
                <c:pt idx="13404">
                  <c:v>-1966934</c:v>
                </c:pt>
                <c:pt idx="13405">
                  <c:v>-1977042</c:v>
                </c:pt>
                <c:pt idx="13406">
                  <c:v>-1960498</c:v>
                </c:pt>
                <c:pt idx="13407">
                  <c:v>-1976410</c:v>
                </c:pt>
                <c:pt idx="13408">
                  <c:v>-1972059</c:v>
                </c:pt>
                <c:pt idx="13409">
                  <c:v>-1966773</c:v>
                </c:pt>
                <c:pt idx="13410">
                  <c:v>-1974426</c:v>
                </c:pt>
                <c:pt idx="13411">
                  <c:v>-1964405</c:v>
                </c:pt>
                <c:pt idx="13412">
                  <c:v>-1943302</c:v>
                </c:pt>
                <c:pt idx="13413">
                  <c:v>-1972431</c:v>
                </c:pt>
                <c:pt idx="13414">
                  <c:v>-1967204</c:v>
                </c:pt>
                <c:pt idx="13415">
                  <c:v>-1926343</c:v>
                </c:pt>
                <c:pt idx="13416">
                  <c:v>-1970588</c:v>
                </c:pt>
                <c:pt idx="13417">
                  <c:v>-1967682</c:v>
                </c:pt>
                <c:pt idx="13418">
                  <c:v>-1966703</c:v>
                </c:pt>
                <c:pt idx="13419">
                  <c:v>-1974111</c:v>
                </c:pt>
                <c:pt idx="13420">
                  <c:v>-1966621</c:v>
                </c:pt>
                <c:pt idx="13421">
                  <c:v>-1967006</c:v>
                </c:pt>
                <c:pt idx="13422">
                  <c:v>-1966656</c:v>
                </c:pt>
                <c:pt idx="13423">
                  <c:v>-1984441</c:v>
                </c:pt>
                <c:pt idx="13424">
                  <c:v>-1967468</c:v>
                </c:pt>
                <c:pt idx="13425">
                  <c:v>-1964670</c:v>
                </c:pt>
                <c:pt idx="13426">
                  <c:v>-1944712</c:v>
                </c:pt>
                <c:pt idx="13427">
                  <c:v>-1976830</c:v>
                </c:pt>
                <c:pt idx="13428">
                  <c:v>-1966994</c:v>
                </c:pt>
                <c:pt idx="13429">
                  <c:v>-1969296</c:v>
                </c:pt>
                <c:pt idx="13430">
                  <c:v>-1967911</c:v>
                </c:pt>
                <c:pt idx="13431">
                  <c:v>-1966858</c:v>
                </c:pt>
                <c:pt idx="13432">
                  <c:v>-1967741</c:v>
                </c:pt>
                <c:pt idx="13433">
                  <c:v>-1965151</c:v>
                </c:pt>
                <c:pt idx="13434">
                  <c:v>-1972968</c:v>
                </c:pt>
                <c:pt idx="13435">
                  <c:v>-1966061</c:v>
                </c:pt>
                <c:pt idx="13436">
                  <c:v>-1960836</c:v>
                </c:pt>
                <c:pt idx="13437">
                  <c:v>-1930351</c:v>
                </c:pt>
                <c:pt idx="13438">
                  <c:v>-1963985</c:v>
                </c:pt>
                <c:pt idx="13439">
                  <c:v>-1984955</c:v>
                </c:pt>
                <c:pt idx="13440">
                  <c:v>-1966294</c:v>
                </c:pt>
                <c:pt idx="13441">
                  <c:v>-1975208</c:v>
                </c:pt>
                <c:pt idx="13442">
                  <c:v>-1962130</c:v>
                </c:pt>
                <c:pt idx="13443">
                  <c:v>-2093715</c:v>
                </c:pt>
                <c:pt idx="13444">
                  <c:v>-2100853</c:v>
                </c:pt>
                <c:pt idx="13445">
                  <c:v>-2045907</c:v>
                </c:pt>
                <c:pt idx="13446">
                  <c:v>-2033780</c:v>
                </c:pt>
                <c:pt idx="13447">
                  <c:v>-2036822</c:v>
                </c:pt>
                <c:pt idx="13448">
                  <c:v>-2017255</c:v>
                </c:pt>
                <c:pt idx="13449">
                  <c:v>-2093680</c:v>
                </c:pt>
                <c:pt idx="13450">
                  <c:v>-2056308</c:v>
                </c:pt>
                <c:pt idx="13451">
                  <c:v>-2222527</c:v>
                </c:pt>
                <c:pt idx="13452">
                  <c:v>-2159634</c:v>
                </c:pt>
                <c:pt idx="13453">
                  <c:v>-2118830</c:v>
                </c:pt>
                <c:pt idx="13454">
                  <c:v>-2150898</c:v>
                </c:pt>
                <c:pt idx="13455">
                  <c:v>-2182281</c:v>
                </c:pt>
                <c:pt idx="13456">
                  <c:v>-2184934</c:v>
                </c:pt>
                <c:pt idx="13457">
                  <c:v>-2169838</c:v>
                </c:pt>
                <c:pt idx="13458">
                  <c:v>-1985810</c:v>
                </c:pt>
                <c:pt idx="13459">
                  <c:v>-2229839</c:v>
                </c:pt>
                <c:pt idx="13460">
                  <c:v>-2109284</c:v>
                </c:pt>
                <c:pt idx="13461">
                  <c:v>-2034400</c:v>
                </c:pt>
                <c:pt idx="13462">
                  <c:v>-1998839</c:v>
                </c:pt>
                <c:pt idx="13463">
                  <c:v>-2163167</c:v>
                </c:pt>
                <c:pt idx="13464">
                  <c:v>-2059032</c:v>
                </c:pt>
                <c:pt idx="13465">
                  <c:v>-2186986</c:v>
                </c:pt>
                <c:pt idx="13466">
                  <c:v>-2098998</c:v>
                </c:pt>
                <c:pt idx="13467">
                  <c:v>-2157220</c:v>
                </c:pt>
                <c:pt idx="13468">
                  <c:v>-2082239</c:v>
                </c:pt>
                <c:pt idx="13469">
                  <c:v>-2018209</c:v>
                </c:pt>
                <c:pt idx="13470">
                  <c:v>-2018689</c:v>
                </c:pt>
                <c:pt idx="13471">
                  <c:v>-2038555</c:v>
                </c:pt>
                <c:pt idx="13472">
                  <c:v>-1969202</c:v>
                </c:pt>
                <c:pt idx="13473">
                  <c:v>-2079046</c:v>
                </c:pt>
                <c:pt idx="13474">
                  <c:v>-2040934</c:v>
                </c:pt>
                <c:pt idx="13475">
                  <c:v>-2155595</c:v>
                </c:pt>
                <c:pt idx="13476">
                  <c:v>-2021122</c:v>
                </c:pt>
                <c:pt idx="13477">
                  <c:v>-2035177</c:v>
                </c:pt>
                <c:pt idx="13478">
                  <c:v>-2070606</c:v>
                </c:pt>
                <c:pt idx="13479">
                  <c:v>-2128605</c:v>
                </c:pt>
                <c:pt idx="13480">
                  <c:v>-2013521</c:v>
                </c:pt>
                <c:pt idx="13481">
                  <c:v>-2069647</c:v>
                </c:pt>
                <c:pt idx="13482">
                  <c:v>-1997895</c:v>
                </c:pt>
                <c:pt idx="13483">
                  <c:v>-2053522</c:v>
                </c:pt>
                <c:pt idx="13484">
                  <c:v>-2170425</c:v>
                </c:pt>
                <c:pt idx="13485">
                  <c:v>-2038217</c:v>
                </c:pt>
                <c:pt idx="13486">
                  <c:v>-2139695</c:v>
                </c:pt>
                <c:pt idx="13487">
                  <c:v>-2043737</c:v>
                </c:pt>
                <c:pt idx="13488">
                  <c:v>-1993830</c:v>
                </c:pt>
                <c:pt idx="13489">
                  <c:v>-2010012</c:v>
                </c:pt>
                <c:pt idx="13490">
                  <c:v>-2019437</c:v>
                </c:pt>
                <c:pt idx="13491">
                  <c:v>-2078932</c:v>
                </c:pt>
                <c:pt idx="13492">
                  <c:v>-2026524</c:v>
                </c:pt>
                <c:pt idx="13493">
                  <c:v>-2057843</c:v>
                </c:pt>
                <c:pt idx="13494">
                  <c:v>-2160046</c:v>
                </c:pt>
                <c:pt idx="13495">
                  <c:v>-2072025</c:v>
                </c:pt>
                <c:pt idx="13496">
                  <c:v>-2058644</c:v>
                </c:pt>
                <c:pt idx="13497">
                  <c:v>-2130827</c:v>
                </c:pt>
                <c:pt idx="13498">
                  <c:v>-2078697</c:v>
                </c:pt>
                <c:pt idx="13499">
                  <c:v>-2010364</c:v>
                </c:pt>
                <c:pt idx="13500">
                  <c:v>-1985914</c:v>
                </c:pt>
                <c:pt idx="13501">
                  <c:v>-2188299</c:v>
                </c:pt>
                <c:pt idx="13502">
                  <c:v>-2021192</c:v>
                </c:pt>
                <c:pt idx="13503">
                  <c:v>-2019444</c:v>
                </c:pt>
                <c:pt idx="13504">
                  <c:v>-2224501</c:v>
                </c:pt>
                <c:pt idx="13505">
                  <c:v>-2027040</c:v>
                </c:pt>
                <c:pt idx="13506">
                  <c:v>-2156561</c:v>
                </c:pt>
                <c:pt idx="13507">
                  <c:v>-2133415</c:v>
                </c:pt>
                <c:pt idx="13508">
                  <c:v>-2133573</c:v>
                </c:pt>
                <c:pt idx="13509">
                  <c:v>-2147826</c:v>
                </c:pt>
                <c:pt idx="13510">
                  <c:v>-2111011</c:v>
                </c:pt>
                <c:pt idx="13511">
                  <c:v>-2187283</c:v>
                </c:pt>
                <c:pt idx="13512">
                  <c:v>-2032651</c:v>
                </c:pt>
                <c:pt idx="13513">
                  <c:v>-2177783</c:v>
                </c:pt>
                <c:pt idx="13514">
                  <c:v>-2058312</c:v>
                </c:pt>
                <c:pt idx="13515">
                  <c:v>-2046575</c:v>
                </c:pt>
                <c:pt idx="13516">
                  <c:v>-2029801</c:v>
                </c:pt>
                <c:pt idx="13517">
                  <c:v>-2197751</c:v>
                </c:pt>
                <c:pt idx="13518">
                  <c:v>-2104751</c:v>
                </c:pt>
                <c:pt idx="13519">
                  <c:v>-2095808</c:v>
                </c:pt>
                <c:pt idx="13520">
                  <c:v>-1989363</c:v>
                </c:pt>
                <c:pt idx="13521">
                  <c:v>-2055266</c:v>
                </c:pt>
                <c:pt idx="13522">
                  <c:v>-2065966</c:v>
                </c:pt>
                <c:pt idx="13523">
                  <c:v>-2037350</c:v>
                </c:pt>
                <c:pt idx="13524">
                  <c:v>-2125736</c:v>
                </c:pt>
                <c:pt idx="13525">
                  <c:v>-2049128</c:v>
                </c:pt>
                <c:pt idx="13526">
                  <c:v>-2022420</c:v>
                </c:pt>
                <c:pt idx="13527">
                  <c:v>-2133273</c:v>
                </c:pt>
                <c:pt idx="13528">
                  <c:v>-2107276</c:v>
                </c:pt>
                <c:pt idx="13529">
                  <c:v>-2032855</c:v>
                </c:pt>
                <c:pt idx="13530">
                  <c:v>-2035543</c:v>
                </c:pt>
                <c:pt idx="13531">
                  <c:v>-2034111</c:v>
                </c:pt>
                <c:pt idx="13532">
                  <c:v>-2033604</c:v>
                </c:pt>
                <c:pt idx="13533">
                  <c:v>-2034094</c:v>
                </c:pt>
                <c:pt idx="13534">
                  <c:v>-2036205</c:v>
                </c:pt>
                <c:pt idx="13535">
                  <c:v>-2033831</c:v>
                </c:pt>
                <c:pt idx="13536">
                  <c:v>-2035301</c:v>
                </c:pt>
                <c:pt idx="13537">
                  <c:v>-2034213</c:v>
                </c:pt>
                <c:pt idx="13538">
                  <c:v>-2031814</c:v>
                </c:pt>
                <c:pt idx="13539">
                  <c:v>-2033644</c:v>
                </c:pt>
                <c:pt idx="13540">
                  <c:v>-2035570</c:v>
                </c:pt>
                <c:pt idx="13541">
                  <c:v>-2032832</c:v>
                </c:pt>
                <c:pt idx="13542">
                  <c:v>-2032565</c:v>
                </c:pt>
                <c:pt idx="13543">
                  <c:v>-2142564</c:v>
                </c:pt>
                <c:pt idx="13544">
                  <c:v>-2034303</c:v>
                </c:pt>
                <c:pt idx="13545">
                  <c:v>-2033944</c:v>
                </c:pt>
                <c:pt idx="13546">
                  <c:v>-2070876</c:v>
                </c:pt>
                <c:pt idx="13547">
                  <c:v>-2027942</c:v>
                </c:pt>
                <c:pt idx="13548">
                  <c:v>-1995127</c:v>
                </c:pt>
                <c:pt idx="13549">
                  <c:v>-2071039</c:v>
                </c:pt>
                <c:pt idx="13550">
                  <c:v>-2035245</c:v>
                </c:pt>
                <c:pt idx="13551">
                  <c:v>-2155971</c:v>
                </c:pt>
                <c:pt idx="13552">
                  <c:v>-2030801</c:v>
                </c:pt>
                <c:pt idx="13553">
                  <c:v>-2033570</c:v>
                </c:pt>
                <c:pt idx="13554">
                  <c:v>-2035047</c:v>
                </c:pt>
                <c:pt idx="13555">
                  <c:v>-2033961</c:v>
                </c:pt>
                <c:pt idx="13556">
                  <c:v>-2035138</c:v>
                </c:pt>
                <c:pt idx="13557">
                  <c:v>-2030269</c:v>
                </c:pt>
                <c:pt idx="13558">
                  <c:v>-2031496</c:v>
                </c:pt>
                <c:pt idx="13559">
                  <c:v>-2031734</c:v>
                </c:pt>
                <c:pt idx="13560">
                  <c:v>-2035272</c:v>
                </c:pt>
                <c:pt idx="13561">
                  <c:v>-2033961</c:v>
                </c:pt>
                <c:pt idx="13562">
                  <c:v>-2031756</c:v>
                </c:pt>
                <c:pt idx="13563">
                  <c:v>-2037407</c:v>
                </c:pt>
                <c:pt idx="13564">
                  <c:v>-2033433</c:v>
                </c:pt>
                <c:pt idx="13565">
                  <c:v>-2034166</c:v>
                </c:pt>
                <c:pt idx="13566">
                  <c:v>-2027087</c:v>
                </c:pt>
                <c:pt idx="13567">
                  <c:v>-2036325</c:v>
                </c:pt>
                <c:pt idx="13568">
                  <c:v>-2032539</c:v>
                </c:pt>
                <c:pt idx="13569">
                  <c:v>-2034974</c:v>
                </c:pt>
                <c:pt idx="13570">
                  <c:v>-2034028</c:v>
                </c:pt>
                <c:pt idx="13571">
                  <c:v>-2031379</c:v>
                </c:pt>
                <c:pt idx="13572">
                  <c:v>-2035852</c:v>
                </c:pt>
                <c:pt idx="13573">
                  <c:v>-2035138</c:v>
                </c:pt>
                <c:pt idx="13574">
                  <c:v>-2028879</c:v>
                </c:pt>
                <c:pt idx="13575">
                  <c:v>-2143166</c:v>
                </c:pt>
                <c:pt idx="13576">
                  <c:v>-2071282</c:v>
                </c:pt>
                <c:pt idx="13577">
                  <c:v>-2032763</c:v>
                </c:pt>
                <c:pt idx="13578">
                  <c:v>-2070665</c:v>
                </c:pt>
                <c:pt idx="13579">
                  <c:v>-2057714</c:v>
                </c:pt>
                <c:pt idx="13580">
                  <c:v>-2034260</c:v>
                </c:pt>
                <c:pt idx="13581">
                  <c:v>-2035975</c:v>
                </c:pt>
                <c:pt idx="13582">
                  <c:v>-2033714</c:v>
                </c:pt>
                <c:pt idx="13583">
                  <c:v>-2033400</c:v>
                </c:pt>
                <c:pt idx="13584">
                  <c:v>-2033859</c:v>
                </c:pt>
                <c:pt idx="13585">
                  <c:v>-2143660</c:v>
                </c:pt>
                <c:pt idx="13586">
                  <c:v>-2033570</c:v>
                </c:pt>
                <c:pt idx="13587">
                  <c:v>-2033834</c:v>
                </c:pt>
                <c:pt idx="13588">
                  <c:v>-2032832</c:v>
                </c:pt>
                <c:pt idx="13589">
                  <c:v>-2034002</c:v>
                </c:pt>
                <c:pt idx="13590">
                  <c:v>-2037841</c:v>
                </c:pt>
                <c:pt idx="13591">
                  <c:v>-2031814</c:v>
                </c:pt>
                <c:pt idx="13592">
                  <c:v>-2035598</c:v>
                </c:pt>
                <c:pt idx="13593">
                  <c:v>-2034166</c:v>
                </c:pt>
                <c:pt idx="13594">
                  <c:v>-2032675</c:v>
                </c:pt>
                <c:pt idx="13595">
                  <c:v>-1994888</c:v>
                </c:pt>
                <c:pt idx="13596">
                  <c:v>-2057831</c:v>
                </c:pt>
                <c:pt idx="13597">
                  <c:v>-2028090</c:v>
                </c:pt>
                <c:pt idx="13598">
                  <c:v>-2035798</c:v>
                </c:pt>
                <c:pt idx="13599">
                  <c:v>-2033766</c:v>
                </c:pt>
                <c:pt idx="13600">
                  <c:v>-2034974</c:v>
                </c:pt>
                <c:pt idx="13601">
                  <c:v>-2142754</c:v>
                </c:pt>
                <c:pt idx="13602">
                  <c:v>-2033757</c:v>
                </c:pt>
                <c:pt idx="13603">
                  <c:v>-2033766</c:v>
                </c:pt>
                <c:pt idx="13604">
                  <c:v>-2142188</c:v>
                </c:pt>
                <c:pt idx="13605">
                  <c:v>-2030384</c:v>
                </c:pt>
                <c:pt idx="13606">
                  <c:v>-2030815</c:v>
                </c:pt>
                <c:pt idx="13607">
                  <c:v>-2032832</c:v>
                </c:pt>
                <c:pt idx="13608">
                  <c:v>-2033792</c:v>
                </c:pt>
                <c:pt idx="13609">
                  <c:v>-1996362</c:v>
                </c:pt>
                <c:pt idx="13610">
                  <c:v>-2033961</c:v>
                </c:pt>
                <c:pt idx="13611">
                  <c:v>-2071039</c:v>
                </c:pt>
                <c:pt idx="13612">
                  <c:v>-2035688</c:v>
                </c:pt>
                <c:pt idx="13613">
                  <c:v>-2034016</c:v>
                </c:pt>
                <c:pt idx="13614">
                  <c:v>-2033253</c:v>
                </c:pt>
                <c:pt idx="13615">
                  <c:v>-2033792</c:v>
                </c:pt>
                <c:pt idx="13616">
                  <c:v>-1863426</c:v>
                </c:pt>
                <c:pt idx="13617">
                  <c:v>-2035245</c:v>
                </c:pt>
                <c:pt idx="13618">
                  <c:v>-2026086</c:v>
                </c:pt>
                <c:pt idx="13619">
                  <c:v>-2034950</c:v>
                </c:pt>
                <c:pt idx="13620">
                  <c:v>-2033792</c:v>
                </c:pt>
                <c:pt idx="13621">
                  <c:v>-2034798</c:v>
                </c:pt>
                <c:pt idx="13622">
                  <c:v>-2030563</c:v>
                </c:pt>
                <c:pt idx="13623">
                  <c:v>-2034400</c:v>
                </c:pt>
                <c:pt idx="13624">
                  <c:v>-2035543</c:v>
                </c:pt>
                <c:pt idx="13625">
                  <c:v>-1990653</c:v>
                </c:pt>
                <c:pt idx="13626">
                  <c:v>-2034143</c:v>
                </c:pt>
                <c:pt idx="13627">
                  <c:v>-1990280</c:v>
                </c:pt>
                <c:pt idx="13628">
                  <c:v>-2035975</c:v>
                </c:pt>
                <c:pt idx="13629">
                  <c:v>-2035262</c:v>
                </c:pt>
                <c:pt idx="13630">
                  <c:v>-2032539</c:v>
                </c:pt>
                <c:pt idx="13631">
                  <c:v>-2034751</c:v>
                </c:pt>
                <c:pt idx="13632">
                  <c:v>-2038300</c:v>
                </c:pt>
                <c:pt idx="13633">
                  <c:v>-2035016</c:v>
                </c:pt>
                <c:pt idx="13634">
                  <c:v>-2283208</c:v>
                </c:pt>
                <c:pt idx="13635">
                  <c:v>-2210787</c:v>
                </c:pt>
                <c:pt idx="13636">
                  <c:v>-2204801</c:v>
                </c:pt>
                <c:pt idx="13637">
                  <c:v>-2322613</c:v>
                </c:pt>
                <c:pt idx="13638">
                  <c:v>-2422502</c:v>
                </c:pt>
                <c:pt idx="13639">
                  <c:v>-2275412</c:v>
                </c:pt>
                <c:pt idx="13640">
                  <c:v>-2384074</c:v>
                </c:pt>
                <c:pt idx="13641">
                  <c:v>-2474958</c:v>
                </c:pt>
                <c:pt idx="13642">
                  <c:v>-2242716</c:v>
                </c:pt>
                <c:pt idx="13643">
                  <c:v>-2247379</c:v>
                </c:pt>
                <c:pt idx="13644">
                  <c:v>-2338717</c:v>
                </c:pt>
                <c:pt idx="13645">
                  <c:v>-2258609</c:v>
                </c:pt>
                <c:pt idx="13646">
                  <c:v>-2237372</c:v>
                </c:pt>
                <c:pt idx="13647">
                  <c:v>-2134202</c:v>
                </c:pt>
                <c:pt idx="13648">
                  <c:v>-2411874</c:v>
                </c:pt>
                <c:pt idx="13649">
                  <c:v>-2262136</c:v>
                </c:pt>
                <c:pt idx="13650">
                  <c:v>-2297605</c:v>
                </c:pt>
                <c:pt idx="13651">
                  <c:v>-2208307</c:v>
                </c:pt>
                <c:pt idx="13652">
                  <c:v>-2178179</c:v>
                </c:pt>
                <c:pt idx="13653">
                  <c:v>-2101334</c:v>
                </c:pt>
                <c:pt idx="13654">
                  <c:v>-2280899</c:v>
                </c:pt>
                <c:pt idx="13655">
                  <c:v>-2228470</c:v>
                </c:pt>
                <c:pt idx="13656">
                  <c:v>-2493466</c:v>
                </c:pt>
                <c:pt idx="13657">
                  <c:v>-2097906</c:v>
                </c:pt>
                <c:pt idx="13658">
                  <c:v>-2045451</c:v>
                </c:pt>
                <c:pt idx="13659">
                  <c:v>-2225103</c:v>
                </c:pt>
                <c:pt idx="13660">
                  <c:v>-2248711</c:v>
                </c:pt>
                <c:pt idx="13661">
                  <c:v>-2217742</c:v>
                </c:pt>
                <c:pt idx="13662">
                  <c:v>-2505667</c:v>
                </c:pt>
                <c:pt idx="13663">
                  <c:v>-2348112</c:v>
                </c:pt>
                <c:pt idx="13664">
                  <c:v>-2099444</c:v>
                </c:pt>
                <c:pt idx="13665">
                  <c:v>-2215191</c:v>
                </c:pt>
                <c:pt idx="13666">
                  <c:v>-2379923</c:v>
                </c:pt>
                <c:pt idx="13667">
                  <c:v>-2184026</c:v>
                </c:pt>
                <c:pt idx="13668">
                  <c:v>-2228648</c:v>
                </c:pt>
                <c:pt idx="13669">
                  <c:v>-2258181</c:v>
                </c:pt>
                <c:pt idx="13670">
                  <c:v>-2522527</c:v>
                </c:pt>
                <c:pt idx="13671">
                  <c:v>-2319919</c:v>
                </c:pt>
                <c:pt idx="13672">
                  <c:v>-2506591</c:v>
                </c:pt>
                <c:pt idx="13673">
                  <c:v>-2192801</c:v>
                </c:pt>
                <c:pt idx="13674">
                  <c:v>-2462885</c:v>
                </c:pt>
                <c:pt idx="13675">
                  <c:v>-2123926</c:v>
                </c:pt>
                <c:pt idx="13676">
                  <c:v>-2308842</c:v>
                </c:pt>
                <c:pt idx="13677">
                  <c:v>-2248699</c:v>
                </c:pt>
                <c:pt idx="13678">
                  <c:v>-2329161</c:v>
                </c:pt>
                <c:pt idx="13679">
                  <c:v>-2488657</c:v>
                </c:pt>
                <c:pt idx="13680">
                  <c:v>-2348062</c:v>
                </c:pt>
                <c:pt idx="13681">
                  <c:v>-2250136</c:v>
                </c:pt>
                <c:pt idx="13682">
                  <c:v>-2087953</c:v>
                </c:pt>
                <c:pt idx="13683">
                  <c:v>-2439926</c:v>
                </c:pt>
                <c:pt idx="13684">
                  <c:v>-2278659</c:v>
                </c:pt>
                <c:pt idx="13685">
                  <c:v>-2284253</c:v>
                </c:pt>
                <c:pt idx="13686">
                  <c:v>-2473784</c:v>
                </c:pt>
                <c:pt idx="13687">
                  <c:v>-2149756</c:v>
                </c:pt>
                <c:pt idx="13688">
                  <c:v>-2322298</c:v>
                </c:pt>
                <c:pt idx="13689">
                  <c:v>-2247153</c:v>
                </c:pt>
                <c:pt idx="13690">
                  <c:v>-2179970</c:v>
                </c:pt>
                <c:pt idx="13691">
                  <c:v>-2132392</c:v>
                </c:pt>
                <c:pt idx="13692">
                  <c:v>-2257613</c:v>
                </c:pt>
                <c:pt idx="13693">
                  <c:v>-2245362</c:v>
                </c:pt>
                <c:pt idx="13694">
                  <c:v>-2471304</c:v>
                </c:pt>
                <c:pt idx="13695">
                  <c:v>-2090165</c:v>
                </c:pt>
                <c:pt idx="13696">
                  <c:v>-2036705</c:v>
                </c:pt>
                <c:pt idx="13697">
                  <c:v>-2224228</c:v>
                </c:pt>
                <c:pt idx="13698">
                  <c:v>-2094487</c:v>
                </c:pt>
                <c:pt idx="13699">
                  <c:v>-2222987</c:v>
                </c:pt>
                <c:pt idx="13700">
                  <c:v>-2256418</c:v>
                </c:pt>
                <c:pt idx="13701">
                  <c:v>-2386681</c:v>
                </c:pt>
                <c:pt idx="13702">
                  <c:v>-2119814</c:v>
                </c:pt>
                <c:pt idx="13703">
                  <c:v>-2315273</c:v>
                </c:pt>
                <c:pt idx="13704">
                  <c:v>-2221074</c:v>
                </c:pt>
                <c:pt idx="13705">
                  <c:v>-2262047</c:v>
                </c:pt>
                <c:pt idx="13706">
                  <c:v>-2475113</c:v>
                </c:pt>
                <c:pt idx="13707">
                  <c:v>-2076246</c:v>
                </c:pt>
                <c:pt idx="13708">
                  <c:v>-2224387</c:v>
                </c:pt>
                <c:pt idx="13709">
                  <c:v>-2125137</c:v>
                </c:pt>
                <c:pt idx="13710">
                  <c:v>-2183095</c:v>
                </c:pt>
                <c:pt idx="13711">
                  <c:v>-2128758</c:v>
                </c:pt>
                <c:pt idx="13712">
                  <c:v>-2252666</c:v>
                </c:pt>
                <c:pt idx="13713">
                  <c:v>-2065369</c:v>
                </c:pt>
                <c:pt idx="13714">
                  <c:v>-2120882</c:v>
                </c:pt>
                <c:pt idx="13715">
                  <c:v>-2143684</c:v>
                </c:pt>
                <c:pt idx="13716">
                  <c:v>-2219692</c:v>
                </c:pt>
                <c:pt idx="13717">
                  <c:v>-2428236</c:v>
                </c:pt>
                <c:pt idx="13718">
                  <c:v>-2361044</c:v>
                </c:pt>
                <c:pt idx="13719">
                  <c:v>-2103929</c:v>
                </c:pt>
                <c:pt idx="13720">
                  <c:v>-2319076</c:v>
                </c:pt>
                <c:pt idx="13721">
                  <c:v>-2230169</c:v>
                </c:pt>
                <c:pt idx="13722">
                  <c:v>-2086966</c:v>
                </c:pt>
                <c:pt idx="13723">
                  <c:v>-2410108</c:v>
                </c:pt>
                <c:pt idx="13724">
                  <c:v>-2282036</c:v>
                </c:pt>
                <c:pt idx="13725">
                  <c:v>-2369727</c:v>
                </c:pt>
                <c:pt idx="13726">
                  <c:v>-2518562</c:v>
                </c:pt>
                <c:pt idx="13727">
                  <c:v>-2357132</c:v>
                </c:pt>
                <c:pt idx="13728">
                  <c:v>-2069563</c:v>
                </c:pt>
                <c:pt idx="13729">
                  <c:v>-2120058</c:v>
                </c:pt>
                <c:pt idx="13730">
                  <c:v>-2101649</c:v>
                </c:pt>
                <c:pt idx="13731">
                  <c:v>-2057538</c:v>
                </c:pt>
                <c:pt idx="13732">
                  <c:v>-2452269</c:v>
                </c:pt>
                <c:pt idx="13733">
                  <c:v>-2163638</c:v>
                </c:pt>
                <c:pt idx="13734">
                  <c:v>-2322898</c:v>
                </c:pt>
                <c:pt idx="13735">
                  <c:v>-2391714</c:v>
                </c:pt>
                <c:pt idx="13736">
                  <c:v>-2189297</c:v>
                </c:pt>
                <c:pt idx="13737">
                  <c:v>-2225613</c:v>
                </c:pt>
                <c:pt idx="13738">
                  <c:v>-2233843</c:v>
                </c:pt>
                <c:pt idx="13739">
                  <c:v>-2301554</c:v>
                </c:pt>
                <c:pt idx="13740">
                  <c:v>-2294952</c:v>
                </c:pt>
                <c:pt idx="13741">
                  <c:v>-2184097</c:v>
                </c:pt>
                <c:pt idx="13742">
                  <c:v>-2154771</c:v>
                </c:pt>
                <c:pt idx="13743">
                  <c:v>-2200068</c:v>
                </c:pt>
                <c:pt idx="13744">
                  <c:v>-2231047</c:v>
                </c:pt>
                <c:pt idx="13745">
                  <c:v>-2176929</c:v>
                </c:pt>
                <c:pt idx="13746">
                  <c:v>-2052724</c:v>
                </c:pt>
                <c:pt idx="13747">
                  <c:v>-2254578</c:v>
                </c:pt>
                <c:pt idx="13748">
                  <c:v>-2138425</c:v>
                </c:pt>
                <c:pt idx="13749">
                  <c:v>-2483478</c:v>
                </c:pt>
                <c:pt idx="13750">
                  <c:v>-2282582</c:v>
                </c:pt>
                <c:pt idx="13751">
                  <c:v>-2218865</c:v>
                </c:pt>
                <c:pt idx="13752">
                  <c:v>-2420424</c:v>
                </c:pt>
                <c:pt idx="13753">
                  <c:v>-2084726</c:v>
                </c:pt>
                <c:pt idx="13754">
                  <c:v>-2262090</c:v>
                </c:pt>
                <c:pt idx="13755">
                  <c:v>-2287169</c:v>
                </c:pt>
                <c:pt idx="13756">
                  <c:v>-2102661</c:v>
                </c:pt>
                <c:pt idx="13757">
                  <c:v>-2381308</c:v>
                </c:pt>
                <c:pt idx="13758">
                  <c:v>-2406265</c:v>
                </c:pt>
                <c:pt idx="13759">
                  <c:v>-2489748</c:v>
                </c:pt>
                <c:pt idx="13760">
                  <c:v>-2347609</c:v>
                </c:pt>
                <c:pt idx="13761">
                  <c:v>-2266067</c:v>
                </c:pt>
                <c:pt idx="13762">
                  <c:v>-2227915</c:v>
                </c:pt>
                <c:pt idx="13763">
                  <c:v>-2233769</c:v>
                </c:pt>
                <c:pt idx="13764">
                  <c:v>-2251705</c:v>
                </c:pt>
                <c:pt idx="13765">
                  <c:v>-2169882</c:v>
                </c:pt>
                <c:pt idx="13766">
                  <c:v>-2225282</c:v>
                </c:pt>
                <c:pt idx="13767">
                  <c:v>-2176976</c:v>
                </c:pt>
                <c:pt idx="13768">
                  <c:v>-2045907</c:v>
                </c:pt>
                <c:pt idx="13769">
                  <c:v>-2139637</c:v>
                </c:pt>
                <c:pt idx="13770">
                  <c:v>-2107029</c:v>
                </c:pt>
                <c:pt idx="13771">
                  <c:v>-2141942</c:v>
                </c:pt>
                <c:pt idx="13772">
                  <c:v>-2194346</c:v>
                </c:pt>
                <c:pt idx="13773">
                  <c:v>-2204662</c:v>
                </c:pt>
                <c:pt idx="13774">
                  <c:v>-2114465</c:v>
                </c:pt>
                <c:pt idx="13775">
                  <c:v>-2106031</c:v>
                </c:pt>
                <c:pt idx="13776">
                  <c:v>-2046634</c:v>
                </c:pt>
                <c:pt idx="13777">
                  <c:v>-2129969</c:v>
                </c:pt>
                <c:pt idx="13778">
                  <c:v>-2195148</c:v>
                </c:pt>
                <c:pt idx="13779">
                  <c:v>-2426707</c:v>
                </c:pt>
                <c:pt idx="13780">
                  <c:v>-2088839</c:v>
                </c:pt>
                <c:pt idx="13781">
                  <c:v>-2244231</c:v>
                </c:pt>
                <c:pt idx="13782">
                  <c:v>-2034014</c:v>
                </c:pt>
                <c:pt idx="13783">
                  <c:v>-2139648</c:v>
                </c:pt>
                <c:pt idx="13784">
                  <c:v>-2103823</c:v>
                </c:pt>
                <c:pt idx="13785">
                  <c:v>-2055008</c:v>
                </c:pt>
                <c:pt idx="13786">
                  <c:v>-2226012</c:v>
                </c:pt>
                <c:pt idx="13787">
                  <c:v>-2047196</c:v>
                </c:pt>
                <c:pt idx="13788">
                  <c:v>-2385760</c:v>
                </c:pt>
                <c:pt idx="13789">
                  <c:v>-2065073</c:v>
                </c:pt>
                <c:pt idx="13790">
                  <c:v>-2459868</c:v>
                </c:pt>
                <c:pt idx="13791">
                  <c:v>-2082361</c:v>
                </c:pt>
                <c:pt idx="13792">
                  <c:v>-2411982</c:v>
                </c:pt>
                <c:pt idx="13793">
                  <c:v>-2049884</c:v>
                </c:pt>
                <c:pt idx="13794">
                  <c:v>-2413844</c:v>
                </c:pt>
                <c:pt idx="13795">
                  <c:v>-2517222</c:v>
                </c:pt>
                <c:pt idx="13796">
                  <c:v>-2502319</c:v>
                </c:pt>
                <c:pt idx="13797">
                  <c:v>-2465483</c:v>
                </c:pt>
                <c:pt idx="13798">
                  <c:v>-2245608</c:v>
                </c:pt>
                <c:pt idx="13799">
                  <c:v>-2456828</c:v>
                </c:pt>
                <c:pt idx="13800">
                  <c:v>-2175313</c:v>
                </c:pt>
                <c:pt idx="13801">
                  <c:v>-2063116</c:v>
                </c:pt>
                <c:pt idx="13802">
                  <c:v>-2387312</c:v>
                </c:pt>
                <c:pt idx="13803">
                  <c:v>-2062635</c:v>
                </c:pt>
                <c:pt idx="13804">
                  <c:v>-2202984</c:v>
                </c:pt>
                <c:pt idx="13805">
                  <c:v>-2088669</c:v>
                </c:pt>
                <c:pt idx="13806">
                  <c:v>-2273979</c:v>
                </c:pt>
                <c:pt idx="13807">
                  <c:v>-2256607</c:v>
                </c:pt>
                <c:pt idx="13808">
                  <c:v>-2386263</c:v>
                </c:pt>
                <c:pt idx="13809">
                  <c:v>-2249767</c:v>
                </c:pt>
                <c:pt idx="13810">
                  <c:v>-2135308</c:v>
                </c:pt>
                <c:pt idx="13811">
                  <c:v>-2368283</c:v>
                </c:pt>
                <c:pt idx="13812">
                  <c:v>-2382058</c:v>
                </c:pt>
                <c:pt idx="13813">
                  <c:v>-2183212</c:v>
                </c:pt>
                <c:pt idx="13814">
                  <c:v>-2278917</c:v>
                </c:pt>
                <c:pt idx="13815">
                  <c:v>-2226556</c:v>
                </c:pt>
                <c:pt idx="13816">
                  <c:v>-2196186</c:v>
                </c:pt>
                <c:pt idx="13817">
                  <c:v>-2307066</c:v>
                </c:pt>
                <c:pt idx="13818">
                  <c:v>-2255412</c:v>
                </c:pt>
                <c:pt idx="13819">
                  <c:v>-2240116</c:v>
                </c:pt>
                <c:pt idx="13820">
                  <c:v>-2158150</c:v>
                </c:pt>
                <c:pt idx="13821">
                  <c:v>-2064751</c:v>
                </c:pt>
                <c:pt idx="13822">
                  <c:v>-2200930</c:v>
                </c:pt>
                <c:pt idx="13823">
                  <c:v>-2149792</c:v>
                </c:pt>
                <c:pt idx="13824">
                  <c:v>-2261330</c:v>
                </c:pt>
                <c:pt idx="13825">
                  <c:v>-2180866</c:v>
                </c:pt>
                <c:pt idx="13826">
                  <c:v>-2242587</c:v>
                </c:pt>
                <c:pt idx="13827">
                  <c:v>-2230952</c:v>
                </c:pt>
                <c:pt idx="13828">
                  <c:v>-2260578</c:v>
                </c:pt>
                <c:pt idx="13829">
                  <c:v>-2055738</c:v>
                </c:pt>
                <c:pt idx="13830">
                  <c:v>-2208177</c:v>
                </c:pt>
                <c:pt idx="13831">
                  <c:v>-2269853</c:v>
                </c:pt>
                <c:pt idx="13832">
                  <c:v>-2442939</c:v>
                </c:pt>
                <c:pt idx="13833">
                  <c:v>-2460886</c:v>
                </c:pt>
                <c:pt idx="13834">
                  <c:v>-2220010</c:v>
                </c:pt>
                <c:pt idx="13835">
                  <c:v>-2120917</c:v>
                </c:pt>
                <c:pt idx="13836">
                  <c:v>-2106947</c:v>
                </c:pt>
                <c:pt idx="13837">
                  <c:v>-2231179</c:v>
                </c:pt>
                <c:pt idx="13838">
                  <c:v>-2254169</c:v>
                </c:pt>
                <c:pt idx="13839">
                  <c:v>-2208921</c:v>
                </c:pt>
                <c:pt idx="13840">
                  <c:v>-2229134</c:v>
                </c:pt>
                <c:pt idx="13841">
                  <c:v>-2410323</c:v>
                </c:pt>
                <c:pt idx="13842">
                  <c:v>-2091805</c:v>
                </c:pt>
                <c:pt idx="13843">
                  <c:v>-2104450</c:v>
                </c:pt>
                <c:pt idx="13844">
                  <c:v>-2235421</c:v>
                </c:pt>
                <c:pt idx="13845">
                  <c:v>-2208065</c:v>
                </c:pt>
                <c:pt idx="13846">
                  <c:v>-2258241</c:v>
                </c:pt>
                <c:pt idx="13847">
                  <c:v>-2227949</c:v>
                </c:pt>
                <c:pt idx="13848">
                  <c:v>-2370798</c:v>
                </c:pt>
                <c:pt idx="13849">
                  <c:v>-2139989</c:v>
                </c:pt>
                <c:pt idx="13850">
                  <c:v>-2074838</c:v>
                </c:pt>
                <c:pt idx="13851">
                  <c:v>-2228872</c:v>
                </c:pt>
                <c:pt idx="13852">
                  <c:v>-2237254</c:v>
                </c:pt>
                <c:pt idx="13853">
                  <c:v>-2180300</c:v>
                </c:pt>
                <c:pt idx="13854">
                  <c:v>-2385631</c:v>
                </c:pt>
                <c:pt idx="13855">
                  <c:v>-2278315</c:v>
                </c:pt>
                <c:pt idx="13856">
                  <c:v>-2136276</c:v>
                </c:pt>
                <c:pt idx="13857">
                  <c:v>-2391294</c:v>
                </c:pt>
                <c:pt idx="13858">
                  <c:v>-2474730</c:v>
                </c:pt>
                <c:pt idx="13859">
                  <c:v>-2345566</c:v>
                </c:pt>
                <c:pt idx="13860">
                  <c:v>-2044011</c:v>
                </c:pt>
                <c:pt idx="13861">
                  <c:v>-2170436</c:v>
                </c:pt>
                <c:pt idx="13862">
                  <c:v>-2239408</c:v>
                </c:pt>
                <c:pt idx="13863">
                  <c:v>-2296543</c:v>
                </c:pt>
                <c:pt idx="13864">
                  <c:v>-2220722</c:v>
                </c:pt>
                <c:pt idx="13865">
                  <c:v>-2126483</c:v>
                </c:pt>
                <c:pt idx="13866">
                  <c:v>-2201780</c:v>
                </c:pt>
                <c:pt idx="13867">
                  <c:v>-2399072</c:v>
                </c:pt>
                <c:pt idx="13868">
                  <c:v>-2095218</c:v>
                </c:pt>
                <c:pt idx="13869">
                  <c:v>-2258298</c:v>
                </c:pt>
                <c:pt idx="13870">
                  <c:v>-2230338</c:v>
                </c:pt>
                <c:pt idx="13871">
                  <c:v>-2423852</c:v>
                </c:pt>
                <c:pt idx="13872">
                  <c:v>-2208945</c:v>
                </c:pt>
                <c:pt idx="13873">
                  <c:v>-2279166</c:v>
                </c:pt>
                <c:pt idx="13874">
                  <c:v>-2067901</c:v>
                </c:pt>
                <c:pt idx="13875">
                  <c:v>-2382962</c:v>
                </c:pt>
                <c:pt idx="13876">
                  <c:v>-2200245</c:v>
                </c:pt>
                <c:pt idx="13877">
                  <c:v>-2346467</c:v>
                </c:pt>
                <c:pt idx="13878">
                  <c:v>-2335044</c:v>
                </c:pt>
                <c:pt idx="13879">
                  <c:v>-2200387</c:v>
                </c:pt>
                <c:pt idx="13880">
                  <c:v>-2290204</c:v>
                </c:pt>
                <c:pt idx="13881">
                  <c:v>-2031376</c:v>
                </c:pt>
                <c:pt idx="13882">
                  <c:v>-2287845</c:v>
                </c:pt>
                <c:pt idx="13883">
                  <c:v>-2219833</c:v>
                </c:pt>
                <c:pt idx="13884">
                  <c:v>-2193461</c:v>
                </c:pt>
                <c:pt idx="13885">
                  <c:v>-2376265</c:v>
                </c:pt>
                <c:pt idx="13886">
                  <c:v>-2118436</c:v>
                </c:pt>
                <c:pt idx="13887">
                  <c:v>-2534388</c:v>
                </c:pt>
                <c:pt idx="13888">
                  <c:v>-2055781</c:v>
                </c:pt>
                <c:pt idx="13889">
                  <c:v>-2257229</c:v>
                </c:pt>
                <c:pt idx="13890">
                  <c:v>-2093772</c:v>
                </c:pt>
                <c:pt idx="13891">
                  <c:v>-2038836</c:v>
                </c:pt>
                <c:pt idx="13892">
                  <c:v>-2234877</c:v>
                </c:pt>
                <c:pt idx="13893">
                  <c:v>-2028456</c:v>
                </c:pt>
                <c:pt idx="13894">
                  <c:v>-2054410</c:v>
                </c:pt>
                <c:pt idx="13895">
                  <c:v>-2239347</c:v>
                </c:pt>
                <c:pt idx="13896">
                  <c:v>-2065003</c:v>
                </c:pt>
                <c:pt idx="13897">
                  <c:v>-2505115</c:v>
                </c:pt>
                <c:pt idx="13898">
                  <c:v>-2228009</c:v>
                </c:pt>
                <c:pt idx="13899">
                  <c:v>-2196776</c:v>
                </c:pt>
                <c:pt idx="13900">
                  <c:v>-2257110</c:v>
                </c:pt>
                <c:pt idx="13901">
                  <c:v>-2207410</c:v>
                </c:pt>
                <c:pt idx="13902">
                  <c:v>-2133841</c:v>
                </c:pt>
                <c:pt idx="13903">
                  <c:v>-2272178</c:v>
                </c:pt>
                <c:pt idx="13904">
                  <c:v>-2474011</c:v>
                </c:pt>
                <c:pt idx="13905">
                  <c:v>-2500939</c:v>
                </c:pt>
                <c:pt idx="13906">
                  <c:v>-2252696</c:v>
                </c:pt>
                <c:pt idx="13907">
                  <c:v>-2217612</c:v>
                </c:pt>
                <c:pt idx="13908">
                  <c:v>-2331396</c:v>
                </c:pt>
                <c:pt idx="13909">
                  <c:v>-2156608</c:v>
                </c:pt>
                <c:pt idx="13910">
                  <c:v>-2354048</c:v>
                </c:pt>
                <c:pt idx="13911">
                  <c:v>-2260229</c:v>
                </c:pt>
                <c:pt idx="13912">
                  <c:v>-2060282</c:v>
                </c:pt>
                <c:pt idx="13913">
                  <c:v>-2119730</c:v>
                </c:pt>
                <c:pt idx="13914">
                  <c:v>-2370047</c:v>
                </c:pt>
                <c:pt idx="13915">
                  <c:v>-2215746</c:v>
                </c:pt>
                <c:pt idx="13916">
                  <c:v>-2237171</c:v>
                </c:pt>
                <c:pt idx="13917">
                  <c:v>-2361558</c:v>
                </c:pt>
                <c:pt idx="13918">
                  <c:v>-2080937</c:v>
                </c:pt>
                <c:pt idx="13919">
                  <c:v>-2315015</c:v>
                </c:pt>
                <c:pt idx="13920">
                  <c:v>-2069434</c:v>
                </c:pt>
                <c:pt idx="13921">
                  <c:v>-2488153</c:v>
                </c:pt>
                <c:pt idx="13922">
                  <c:v>-2493921</c:v>
                </c:pt>
                <c:pt idx="13923">
                  <c:v>-2293762</c:v>
                </c:pt>
                <c:pt idx="13924">
                  <c:v>-2311377</c:v>
                </c:pt>
                <c:pt idx="13925">
                  <c:v>-2504911</c:v>
                </c:pt>
                <c:pt idx="13926">
                  <c:v>-2053649</c:v>
                </c:pt>
                <c:pt idx="13927">
                  <c:v>-2064101</c:v>
                </c:pt>
                <c:pt idx="13928">
                  <c:v>-2338362</c:v>
                </c:pt>
                <c:pt idx="13929">
                  <c:v>-2224063</c:v>
                </c:pt>
                <c:pt idx="13930">
                  <c:v>-2224352</c:v>
                </c:pt>
                <c:pt idx="13931">
                  <c:v>-2223652</c:v>
                </c:pt>
                <c:pt idx="13932">
                  <c:v>-2221710</c:v>
                </c:pt>
                <c:pt idx="13933">
                  <c:v>-2224690</c:v>
                </c:pt>
                <c:pt idx="13934">
                  <c:v>-2223862</c:v>
                </c:pt>
                <c:pt idx="13935">
                  <c:v>-2224036</c:v>
                </c:pt>
                <c:pt idx="13936">
                  <c:v>-2225209</c:v>
                </c:pt>
                <c:pt idx="13937">
                  <c:v>-2327985</c:v>
                </c:pt>
                <c:pt idx="13938">
                  <c:v>-2448644</c:v>
                </c:pt>
                <c:pt idx="13939">
                  <c:v>-2224417</c:v>
                </c:pt>
                <c:pt idx="13940">
                  <c:v>-2087202</c:v>
                </c:pt>
                <c:pt idx="13941">
                  <c:v>-2224076</c:v>
                </c:pt>
                <c:pt idx="13942">
                  <c:v>-2327902</c:v>
                </c:pt>
                <c:pt idx="13943">
                  <c:v>-2327902</c:v>
                </c:pt>
                <c:pt idx="13944">
                  <c:v>-2220906</c:v>
                </c:pt>
                <c:pt idx="13945">
                  <c:v>-2086064</c:v>
                </c:pt>
                <c:pt idx="13946">
                  <c:v>-2224363</c:v>
                </c:pt>
                <c:pt idx="13947">
                  <c:v>-2223411</c:v>
                </c:pt>
                <c:pt idx="13948">
                  <c:v>-2222399</c:v>
                </c:pt>
                <c:pt idx="13949">
                  <c:v>-2222064</c:v>
                </c:pt>
                <c:pt idx="13950">
                  <c:v>-2225209</c:v>
                </c:pt>
                <c:pt idx="13951">
                  <c:v>-2224473</c:v>
                </c:pt>
                <c:pt idx="13952">
                  <c:v>-2226096</c:v>
                </c:pt>
                <c:pt idx="13953">
                  <c:v>-2224228</c:v>
                </c:pt>
                <c:pt idx="13954">
                  <c:v>-2444996</c:v>
                </c:pt>
                <c:pt idx="13955">
                  <c:v>-2224524</c:v>
                </c:pt>
                <c:pt idx="13956">
                  <c:v>-2224394</c:v>
                </c:pt>
                <c:pt idx="13957">
                  <c:v>-2382865</c:v>
                </c:pt>
                <c:pt idx="13958">
                  <c:v>-2522827</c:v>
                </c:pt>
                <c:pt idx="13959">
                  <c:v>-2224677</c:v>
                </c:pt>
                <c:pt idx="13960">
                  <c:v>-2445044</c:v>
                </c:pt>
                <c:pt idx="13961">
                  <c:v>-2092330</c:v>
                </c:pt>
                <c:pt idx="13962">
                  <c:v>-2224348</c:v>
                </c:pt>
                <c:pt idx="13963">
                  <c:v>-2443023</c:v>
                </c:pt>
                <c:pt idx="13964">
                  <c:v>-2522130</c:v>
                </c:pt>
                <c:pt idx="13965">
                  <c:v>-2224348</c:v>
                </c:pt>
                <c:pt idx="13966">
                  <c:v>-2444446</c:v>
                </c:pt>
                <c:pt idx="13967">
                  <c:v>-2086850</c:v>
                </c:pt>
                <c:pt idx="13968">
                  <c:v>-2223411</c:v>
                </c:pt>
                <c:pt idx="13969">
                  <c:v>-2087618</c:v>
                </c:pt>
                <c:pt idx="13970">
                  <c:v>-2224429</c:v>
                </c:pt>
                <c:pt idx="13971">
                  <c:v>-2222231</c:v>
                </c:pt>
                <c:pt idx="13972">
                  <c:v>-2224789</c:v>
                </c:pt>
                <c:pt idx="13973">
                  <c:v>-2086850</c:v>
                </c:pt>
                <c:pt idx="13974">
                  <c:v>-2222977</c:v>
                </c:pt>
                <c:pt idx="13975">
                  <c:v>-2223283</c:v>
                </c:pt>
                <c:pt idx="13976">
                  <c:v>-2224228</c:v>
                </c:pt>
                <c:pt idx="13977">
                  <c:v>-2087296</c:v>
                </c:pt>
                <c:pt idx="13978">
                  <c:v>-2522130</c:v>
                </c:pt>
                <c:pt idx="13979">
                  <c:v>-2222511</c:v>
                </c:pt>
                <c:pt idx="13980">
                  <c:v>-2224559</c:v>
                </c:pt>
                <c:pt idx="13981">
                  <c:v>-2223575</c:v>
                </c:pt>
                <c:pt idx="13982">
                  <c:v>-2219786</c:v>
                </c:pt>
                <c:pt idx="13983">
                  <c:v>-2223585</c:v>
                </c:pt>
                <c:pt idx="13984">
                  <c:v>-2327914</c:v>
                </c:pt>
                <c:pt idx="13985">
                  <c:v>-2328104</c:v>
                </c:pt>
                <c:pt idx="13986">
                  <c:v>-2224665</c:v>
                </c:pt>
                <c:pt idx="13987">
                  <c:v>-2222727</c:v>
                </c:pt>
                <c:pt idx="13988">
                  <c:v>-2224783</c:v>
                </c:pt>
                <c:pt idx="13989">
                  <c:v>-2222940</c:v>
                </c:pt>
                <c:pt idx="13990">
                  <c:v>-2091483</c:v>
                </c:pt>
                <c:pt idx="13991">
                  <c:v>-2223628</c:v>
                </c:pt>
                <c:pt idx="13992">
                  <c:v>-2223975</c:v>
                </c:pt>
                <c:pt idx="13993">
                  <c:v>-2444996</c:v>
                </c:pt>
                <c:pt idx="13994">
                  <c:v>-2444601</c:v>
                </c:pt>
                <c:pt idx="13995">
                  <c:v>-2224236</c:v>
                </c:pt>
                <c:pt idx="13996">
                  <c:v>-2224524</c:v>
                </c:pt>
                <c:pt idx="13997">
                  <c:v>-2445056</c:v>
                </c:pt>
                <c:pt idx="13998">
                  <c:v>-2221289</c:v>
                </c:pt>
                <c:pt idx="13999">
                  <c:v>-2327914</c:v>
                </c:pt>
                <c:pt idx="14000">
                  <c:v>-2087626</c:v>
                </c:pt>
                <c:pt idx="14001">
                  <c:v>-2223481</c:v>
                </c:pt>
                <c:pt idx="14002">
                  <c:v>-2224677</c:v>
                </c:pt>
                <c:pt idx="14003">
                  <c:v>-2092811</c:v>
                </c:pt>
                <c:pt idx="14004">
                  <c:v>-2223575</c:v>
                </c:pt>
                <c:pt idx="14005">
                  <c:v>-2224236</c:v>
                </c:pt>
                <c:pt idx="14006">
                  <c:v>-2220400</c:v>
                </c:pt>
                <c:pt idx="14007">
                  <c:v>-2444446</c:v>
                </c:pt>
                <c:pt idx="14008">
                  <c:v>-2223388</c:v>
                </c:pt>
                <c:pt idx="14009">
                  <c:v>-2326988</c:v>
                </c:pt>
                <c:pt idx="14010">
                  <c:v>-2223023</c:v>
                </c:pt>
                <c:pt idx="14011">
                  <c:v>-2087450</c:v>
                </c:pt>
                <c:pt idx="14012">
                  <c:v>-2224112</c:v>
                </c:pt>
                <c:pt idx="14013">
                  <c:v>-2225131</c:v>
                </c:pt>
                <c:pt idx="14014">
                  <c:v>-2221907</c:v>
                </c:pt>
                <c:pt idx="14015">
                  <c:v>-2085911</c:v>
                </c:pt>
                <c:pt idx="14016">
                  <c:v>-2223578</c:v>
                </c:pt>
                <c:pt idx="14017">
                  <c:v>-2522130</c:v>
                </c:pt>
                <c:pt idx="14018">
                  <c:v>-2522130</c:v>
                </c:pt>
                <c:pt idx="14019">
                  <c:v>-2224620</c:v>
                </c:pt>
                <c:pt idx="14020">
                  <c:v>-2224803</c:v>
                </c:pt>
                <c:pt idx="14021">
                  <c:v>-2444003</c:v>
                </c:pt>
                <c:pt idx="14022">
                  <c:v>-2224754</c:v>
                </c:pt>
                <c:pt idx="14023">
                  <c:v>-2223843</c:v>
                </c:pt>
                <c:pt idx="14024">
                  <c:v>-2522178</c:v>
                </c:pt>
                <c:pt idx="14025">
                  <c:v>-2086874</c:v>
                </c:pt>
                <c:pt idx="14026">
                  <c:v>-2092365</c:v>
                </c:pt>
                <c:pt idx="14027">
                  <c:v>-2444003</c:v>
                </c:pt>
                <c:pt idx="14028">
                  <c:v>-2223541</c:v>
                </c:pt>
                <c:pt idx="14029">
                  <c:v>-2217459</c:v>
                </c:pt>
                <c:pt idx="14030">
                  <c:v>-2223578</c:v>
                </c:pt>
                <c:pt idx="14031">
                  <c:v>-2223557</c:v>
                </c:pt>
                <c:pt idx="14032">
                  <c:v>-2222433</c:v>
                </c:pt>
                <c:pt idx="14033">
                  <c:v>-2445056</c:v>
                </c:pt>
                <c:pt idx="14034">
                  <c:v>-2224122</c:v>
                </c:pt>
                <c:pt idx="14035">
                  <c:v>-2092330</c:v>
                </c:pt>
                <c:pt idx="14036">
                  <c:v>-2384416</c:v>
                </c:pt>
                <c:pt idx="14037">
                  <c:v>-2521707</c:v>
                </c:pt>
                <c:pt idx="14038">
                  <c:v>-2521541</c:v>
                </c:pt>
                <c:pt idx="14039">
                  <c:v>-2086850</c:v>
                </c:pt>
                <c:pt idx="14040">
                  <c:v>-2327308</c:v>
                </c:pt>
                <c:pt idx="14041">
                  <c:v>-2224163</c:v>
                </c:pt>
                <c:pt idx="14042">
                  <c:v>-2223731</c:v>
                </c:pt>
                <c:pt idx="14043">
                  <c:v>-2224524</c:v>
                </c:pt>
                <c:pt idx="14044">
                  <c:v>-2224363</c:v>
                </c:pt>
                <c:pt idx="14045">
                  <c:v>-2224076</c:v>
                </c:pt>
                <c:pt idx="14046">
                  <c:v>-2409156</c:v>
                </c:pt>
                <c:pt idx="14047">
                  <c:v>-2431283</c:v>
                </c:pt>
                <c:pt idx="14048">
                  <c:v>-2499780</c:v>
                </c:pt>
                <c:pt idx="14049">
                  <c:v>-2411277</c:v>
                </c:pt>
                <c:pt idx="14050">
                  <c:v>-2425906</c:v>
                </c:pt>
                <c:pt idx="14051">
                  <c:v>-2497727</c:v>
                </c:pt>
                <c:pt idx="14052">
                  <c:v>-2492974</c:v>
                </c:pt>
                <c:pt idx="14053">
                  <c:v>-2473268</c:v>
                </c:pt>
                <c:pt idx="14054">
                  <c:v>-2410884</c:v>
                </c:pt>
                <c:pt idx="14055">
                  <c:v>-2497708</c:v>
                </c:pt>
                <c:pt idx="14056">
                  <c:v>-2533030</c:v>
                </c:pt>
                <c:pt idx="14057">
                  <c:v>-2584548</c:v>
                </c:pt>
                <c:pt idx="14058">
                  <c:v>-2475098</c:v>
                </c:pt>
                <c:pt idx="14059">
                  <c:v>-2458633</c:v>
                </c:pt>
                <c:pt idx="14060">
                  <c:v>-2441384</c:v>
                </c:pt>
                <c:pt idx="14061">
                  <c:v>-2524076</c:v>
                </c:pt>
                <c:pt idx="14062">
                  <c:v>-2503795</c:v>
                </c:pt>
                <c:pt idx="14063">
                  <c:v>-2523730</c:v>
                </c:pt>
                <c:pt idx="14064">
                  <c:v>-2508896</c:v>
                </c:pt>
                <c:pt idx="14065">
                  <c:v>-2459922</c:v>
                </c:pt>
                <c:pt idx="14066">
                  <c:v>-2418537</c:v>
                </c:pt>
                <c:pt idx="14067">
                  <c:v>-2509676</c:v>
                </c:pt>
                <c:pt idx="14068">
                  <c:v>-2529183</c:v>
                </c:pt>
                <c:pt idx="14069">
                  <c:v>-2476084</c:v>
                </c:pt>
                <c:pt idx="14070">
                  <c:v>-2429933</c:v>
                </c:pt>
                <c:pt idx="14071">
                  <c:v>-2392332</c:v>
                </c:pt>
                <c:pt idx="14072">
                  <c:v>-2608556</c:v>
                </c:pt>
                <c:pt idx="14073">
                  <c:v>-2451399</c:v>
                </c:pt>
                <c:pt idx="14074">
                  <c:v>-2485623</c:v>
                </c:pt>
                <c:pt idx="14075">
                  <c:v>-2481249</c:v>
                </c:pt>
                <c:pt idx="14076">
                  <c:v>-2476120</c:v>
                </c:pt>
                <c:pt idx="14077">
                  <c:v>-2431869</c:v>
                </c:pt>
                <c:pt idx="14078">
                  <c:v>-2449972</c:v>
                </c:pt>
                <c:pt idx="14079">
                  <c:v>-2517169</c:v>
                </c:pt>
                <c:pt idx="14080">
                  <c:v>-2477402</c:v>
                </c:pt>
                <c:pt idx="14081">
                  <c:v>-2511588</c:v>
                </c:pt>
                <c:pt idx="14082">
                  <c:v>-2487811</c:v>
                </c:pt>
                <c:pt idx="14083">
                  <c:v>-2489809</c:v>
                </c:pt>
                <c:pt idx="14084">
                  <c:v>-2488896</c:v>
                </c:pt>
                <c:pt idx="14085">
                  <c:v>-2449649</c:v>
                </c:pt>
                <c:pt idx="14086">
                  <c:v>-2493729</c:v>
                </c:pt>
                <c:pt idx="14087">
                  <c:v>-2495253</c:v>
                </c:pt>
                <c:pt idx="14088">
                  <c:v>-2500369</c:v>
                </c:pt>
                <c:pt idx="14089">
                  <c:v>-2475808</c:v>
                </c:pt>
                <c:pt idx="14090">
                  <c:v>-2434474</c:v>
                </c:pt>
                <c:pt idx="14091">
                  <c:v>-2490719</c:v>
                </c:pt>
                <c:pt idx="14092">
                  <c:v>-2415041</c:v>
                </c:pt>
                <c:pt idx="14093">
                  <c:v>-2464117</c:v>
                </c:pt>
                <c:pt idx="14094">
                  <c:v>-2497136</c:v>
                </c:pt>
                <c:pt idx="14095">
                  <c:v>-2592449</c:v>
                </c:pt>
                <c:pt idx="14096">
                  <c:v>-2473855</c:v>
                </c:pt>
                <c:pt idx="14097">
                  <c:v>-2480226</c:v>
                </c:pt>
                <c:pt idx="14098">
                  <c:v>-2403879</c:v>
                </c:pt>
                <c:pt idx="14099">
                  <c:v>-2466897</c:v>
                </c:pt>
                <c:pt idx="14100">
                  <c:v>-2414322</c:v>
                </c:pt>
                <c:pt idx="14101">
                  <c:v>-2501323</c:v>
                </c:pt>
                <c:pt idx="14102">
                  <c:v>-2440679</c:v>
                </c:pt>
                <c:pt idx="14103">
                  <c:v>-2439376</c:v>
                </c:pt>
                <c:pt idx="14104">
                  <c:v>-2490252</c:v>
                </c:pt>
                <c:pt idx="14105">
                  <c:v>-2503137</c:v>
                </c:pt>
                <c:pt idx="14106">
                  <c:v>-2440607</c:v>
                </c:pt>
                <c:pt idx="14107">
                  <c:v>-2444278</c:v>
                </c:pt>
                <c:pt idx="14108">
                  <c:v>-2451001</c:v>
                </c:pt>
                <c:pt idx="14109">
                  <c:v>-2427436</c:v>
                </c:pt>
                <c:pt idx="14110">
                  <c:v>-2466026</c:v>
                </c:pt>
                <c:pt idx="14111">
                  <c:v>-2490906</c:v>
                </c:pt>
                <c:pt idx="14112">
                  <c:v>-2506687</c:v>
                </c:pt>
                <c:pt idx="14113">
                  <c:v>-2475342</c:v>
                </c:pt>
                <c:pt idx="14114">
                  <c:v>-2543805</c:v>
                </c:pt>
                <c:pt idx="14115">
                  <c:v>-2485863</c:v>
                </c:pt>
                <c:pt idx="14116">
                  <c:v>-2408126</c:v>
                </c:pt>
                <c:pt idx="14117">
                  <c:v>-2419922</c:v>
                </c:pt>
                <c:pt idx="14118">
                  <c:v>-2498264</c:v>
                </c:pt>
                <c:pt idx="14119">
                  <c:v>-2510433</c:v>
                </c:pt>
                <c:pt idx="14120">
                  <c:v>-2474289</c:v>
                </c:pt>
                <c:pt idx="14121">
                  <c:v>-2460393</c:v>
                </c:pt>
                <c:pt idx="14122">
                  <c:v>-2423129</c:v>
                </c:pt>
                <c:pt idx="14123">
                  <c:v>-2455141</c:v>
                </c:pt>
                <c:pt idx="14124">
                  <c:v>-2423469</c:v>
                </c:pt>
                <c:pt idx="14125">
                  <c:v>-2455334</c:v>
                </c:pt>
                <c:pt idx="14126">
                  <c:v>-2457415</c:v>
                </c:pt>
                <c:pt idx="14127">
                  <c:v>-2513686</c:v>
                </c:pt>
                <c:pt idx="14128">
                  <c:v>-2457944</c:v>
                </c:pt>
                <c:pt idx="14129">
                  <c:v>-2513554</c:v>
                </c:pt>
                <c:pt idx="14130">
                  <c:v>-2456494</c:v>
                </c:pt>
                <c:pt idx="14131">
                  <c:v>-2441911</c:v>
                </c:pt>
                <c:pt idx="14132">
                  <c:v>-2455931</c:v>
                </c:pt>
                <c:pt idx="14133">
                  <c:v>-2510020</c:v>
                </c:pt>
                <c:pt idx="14134">
                  <c:v>-2456165</c:v>
                </c:pt>
                <c:pt idx="14135">
                  <c:v>-2423899</c:v>
                </c:pt>
                <c:pt idx="14136">
                  <c:v>-2455162</c:v>
                </c:pt>
                <c:pt idx="14137">
                  <c:v>-2454643</c:v>
                </c:pt>
                <c:pt idx="14138">
                  <c:v>-2513699</c:v>
                </c:pt>
                <c:pt idx="14139">
                  <c:v>-2451818</c:v>
                </c:pt>
                <c:pt idx="14140">
                  <c:v>-2511129</c:v>
                </c:pt>
                <c:pt idx="14141">
                  <c:v>-2422457</c:v>
                </c:pt>
                <c:pt idx="14142">
                  <c:v>-2514419</c:v>
                </c:pt>
                <c:pt idx="14143">
                  <c:v>-2454643</c:v>
                </c:pt>
                <c:pt idx="14144">
                  <c:v>-2511381</c:v>
                </c:pt>
                <c:pt idx="14145">
                  <c:v>-2600244</c:v>
                </c:pt>
                <c:pt idx="14146">
                  <c:v>-2455093</c:v>
                </c:pt>
                <c:pt idx="14147">
                  <c:v>-2455060</c:v>
                </c:pt>
                <c:pt idx="14148">
                  <c:v>-2454655</c:v>
                </c:pt>
                <c:pt idx="14149">
                  <c:v>-2454228</c:v>
                </c:pt>
                <c:pt idx="14150">
                  <c:v>-2455165</c:v>
                </c:pt>
                <c:pt idx="14151">
                  <c:v>-2456218</c:v>
                </c:pt>
                <c:pt idx="14152">
                  <c:v>-2599701</c:v>
                </c:pt>
                <c:pt idx="14153">
                  <c:v>-2455452</c:v>
                </c:pt>
                <c:pt idx="14154">
                  <c:v>-2457511</c:v>
                </c:pt>
                <c:pt idx="14155">
                  <c:v>-2455347</c:v>
                </c:pt>
                <c:pt idx="14156">
                  <c:v>-2441751</c:v>
                </c:pt>
                <c:pt idx="14157">
                  <c:v>-2423420</c:v>
                </c:pt>
                <c:pt idx="14158">
                  <c:v>-2456165</c:v>
                </c:pt>
                <c:pt idx="14159">
                  <c:v>-2600920</c:v>
                </c:pt>
                <c:pt idx="14160">
                  <c:v>-2455847</c:v>
                </c:pt>
                <c:pt idx="14161">
                  <c:v>-2456445</c:v>
                </c:pt>
                <c:pt idx="14162">
                  <c:v>-2512534</c:v>
                </c:pt>
                <c:pt idx="14163">
                  <c:v>-2423505</c:v>
                </c:pt>
                <c:pt idx="14164">
                  <c:v>-2512078</c:v>
                </c:pt>
                <c:pt idx="14165">
                  <c:v>-2455895</c:v>
                </c:pt>
                <c:pt idx="14166">
                  <c:v>-2598964</c:v>
                </c:pt>
                <c:pt idx="14167">
                  <c:v>-2454674</c:v>
                </c:pt>
                <c:pt idx="14168">
                  <c:v>-2599930</c:v>
                </c:pt>
                <c:pt idx="14169">
                  <c:v>-2513518</c:v>
                </c:pt>
                <c:pt idx="14170">
                  <c:v>-2455490</c:v>
                </c:pt>
                <c:pt idx="14171">
                  <c:v>-2599761</c:v>
                </c:pt>
                <c:pt idx="14172">
                  <c:v>-2513447</c:v>
                </c:pt>
                <c:pt idx="14173">
                  <c:v>-2451898</c:v>
                </c:pt>
                <c:pt idx="14174">
                  <c:v>-2456034</c:v>
                </c:pt>
                <c:pt idx="14175">
                  <c:v>-2599346</c:v>
                </c:pt>
                <c:pt idx="14176">
                  <c:v>-2513447</c:v>
                </c:pt>
                <c:pt idx="14177">
                  <c:v>-2423684</c:v>
                </c:pt>
                <c:pt idx="14178">
                  <c:v>-2517601</c:v>
                </c:pt>
                <c:pt idx="14179">
                  <c:v>-2455895</c:v>
                </c:pt>
                <c:pt idx="14180">
                  <c:v>-2453530</c:v>
                </c:pt>
                <c:pt idx="14181">
                  <c:v>-2453661</c:v>
                </c:pt>
                <c:pt idx="14182">
                  <c:v>-2516016</c:v>
                </c:pt>
                <c:pt idx="14183">
                  <c:v>-2452772</c:v>
                </c:pt>
                <c:pt idx="14184">
                  <c:v>-2599761</c:v>
                </c:pt>
                <c:pt idx="14185">
                  <c:v>-2425058</c:v>
                </c:pt>
                <c:pt idx="14186">
                  <c:v>-2513554</c:v>
                </c:pt>
                <c:pt idx="14187">
                  <c:v>-2455356</c:v>
                </c:pt>
                <c:pt idx="14188">
                  <c:v>-2511381</c:v>
                </c:pt>
                <c:pt idx="14189">
                  <c:v>-2455490</c:v>
                </c:pt>
                <c:pt idx="14190">
                  <c:v>-2455596</c:v>
                </c:pt>
                <c:pt idx="14191">
                  <c:v>-2452501</c:v>
                </c:pt>
                <c:pt idx="14192">
                  <c:v>-2452592</c:v>
                </c:pt>
                <c:pt idx="14193">
                  <c:v>-2458013</c:v>
                </c:pt>
                <c:pt idx="14194">
                  <c:v>-2454004</c:v>
                </c:pt>
                <c:pt idx="14195">
                  <c:v>-2423921</c:v>
                </c:pt>
                <c:pt idx="14196">
                  <c:v>-2453932</c:v>
                </c:pt>
                <c:pt idx="14197">
                  <c:v>-2513362</c:v>
                </c:pt>
                <c:pt idx="14198">
                  <c:v>-2513891</c:v>
                </c:pt>
                <c:pt idx="14199">
                  <c:v>-2453741</c:v>
                </c:pt>
                <c:pt idx="14200">
                  <c:v>-2455347</c:v>
                </c:pt>
                <c:pt idx="14201">
                  <c:v>-2455895</c:v>
                </c:pt>
                <c:pt idx="14202">
                  <c:v>-2456302</c:v>
                </c:pt>
                <c:pt idx="14203">
                  <c:v>-2422702</c:v>
                </c:pt>
                <c:pt idx="14204">
                  <c:v>-2458289</c:v>
                </c:pt>
                <c:pt idx="14205">
                  <c:v>-2454801</c:v>
                </c:pt>
                <c:pt idx="14206">
                  <c:v>-1935891</c:v>
                </c:pt>
                <c:pt idx="14207">
                  <c:v>-2008745</c:v>
                </c:pt>
                <c:pt idx="14208">
                  <c:v>-1946916</c:v>
                </c:pt>
                <c:pt idx="14209">
                  <c:v>-2010996</c:v>
                </c:pt>
                <c:pt idx="14210">
                  <c:v>-1980869</c:v>
                </c:pt>
                <c:pt idx="14211">
                  <c:v>-1929462</c:v>
                </c:pt>
                <c:pt idx="14212">
                  <c:v>-1990537</c:v>
                </c:pt>
                <c:pt idx="14213">
                  <c:v>-2024408</c:v>
                </c:pt>
                <c:pt idx="14214">
                  <c:v>-1793011</c:v>
                </c:pt>
                <c:pt idx="14215">
                  <c:v>-1872577</c:v>
                </c:pt>
                <c:pt idx="14216">
                  <c:v>-1990613</c:v>
                </c:pt>
                <c:pt idx="14217">
                  <c:v>-1879482</c:v>
                </c:pt>
                <c:pt idx="14218">
                  <c:v>-1928998</c:v>
                </c:pt>
                <c:pt idx="14219">
                  <c:v>-1929452</c:v>
                </c:pt>
                <c:pt idx="14220">
                  <c:v>-2093487</c:v>
                </c:pt>
                <c:pt idx="14221">
                  <c:v>-1719298</c:v>
                </c:pt>
                <c:pt idx="14222">
                  <c:v>-1997475</c:v>
                </c:pt>
                <c:pt idx="14223">
                  <c:v>-2233990</c:v>
                </c:pt>
                <c:pt idx="14224">
                  <c:v>-1979450</c:v>
                </c:pt>
                <c:pt idx="14225">
                  <c:v>-1867773</c:v>
                </c:pt>
                <c:pt idx="14226">
                  <c:v>-2022490</c:v>
                </c:pt>
                <c:pt idx="14227">
                  <c:v>-1952086</c:v>
                </c:pt>
                <c:pt idx="14228">
                  <c:v>-1875694</c:v>
                </c:pt>
                <c:pt idx="14229">
                  <c:v>-2249933</c:v>
                </c:pt>
                <c:pt idx="14230">
                  <c:v>-1991773</c:v>
                </c:pt>
                <c:pt idx="14231">
                  <c:v>-2001295</c:v>
                </c:pt>
                <c:pt idx="14232">
                  <c:v>-2023347</c:v>
                </c:pt>
                <c:pt idx="14233">
                  <c:v>-1983437</c:v>
                </c:pt>
                <c:pt idx="14234">
                  <c:v>-2044889</c:v>
                </c:pt>
                <c:pt idx="14235">
                  <c:v>-1965753</c:v>
                </c:pt>
                <c:pt idx="14236">
                  <c:v>-1990441</c:v>
                </c:pt>
                <c:pt idx="14237">
                  <c:v>-1989684</c:v>
                </c:pt>
                <c:pt idx="14238">
                  <c:v>-2053011</c:v>
                </c:pt>
                <c:pt idx="14239">
                  <c:v>-2049362</c:v>
                </c:pt>
                <c:pt idx="14240">
                  <c:v>-1920591</c:v>
                </c:pt>
                <c:pt idx="14241">
                  <c:v>-1994846</c:v>
                </c:pt>
                <c:pt idx="14242">
                  <c:v>-1756158</c:v>
                </c:pt>
                <c:pt idx="14243">
                  <c:v>-1941648</c:v>
                </c:pt>
                <c:pt idx="14244">
                  <c:v>-1946142</c:v>
                </c:pt>
                <c:pt idx="14245">
                  <c:v>-1934996</c:v>
                </c:pt>
                <c:pt idx="14246">
                  <c:v>-2116392</c:v>
                </c:pt>
                <c:pt idx="14247">
                  <c:v>-1848876</c:v>
                </c:pt>
                <c:pt idx="14248">
                  <c:v>-1932911</c:v>
                </c:pt>
                <c:pt idx="14249">
                  <c:v>-1992856</c:v>
                </c:pt>
                <c:pt idx="14250">
                  <c:v>-1913159</c:v>
                </c:pt>
                <c:pt idx="14251">
                  <c:v>-1815487</c:v>
                </c:pt>
                <c:pt idx="14252">
                  <c:v>-2070665</c:v>
                </c:pt>
                <c:pt idx="14253">
                  <c:v>-1992674</c:v>
                </c:pt>
                <c:pt idx="14254">
                  <c:v>-1939563</c:v>
                </c:pt>
                <c:pt idx="14255">
                  <c:v>-2077403</c:v>
                </c:pt>
                <c:pt idx="14256">
                  <c:v>-1836220</c:v>
                </c:pt>
                <c:pt idx="14257">
                  <c:v>-1853132</c:v>
                </c:pt>
                <c:pt idx="14258">
                  <c:v>-2076152</c:v>
                </c:pt>
                <c:pt idx="14259">
                  <c:v>-1990478</c:v>
                </c:pt>
                <c:pt idx="14260">
                  <c:v>-1892942</c:v>
                </c:pt>
                <c:pt idx="14261">
                  <c:v>-1734522</c:v>
                </c:pt>
                <c:pt idx="14262">
                  <c:v>-2196694</c:v>
                </c:pt>
                <c:pt idx="14263">
                  <c:v>-2231848</c:v>
                </c:pt>
                <c:pt idx="14264">
                  <c:v>-1990478</c:v>
                </c:pt>
                <c:pt idx="14265">
                  <c:v>-1988714</c:v>
                </c:pt>
                <c:pt idx="14266">
                  <c:v>-2019122</c:v>
                </c:pt>
                <c:pt idx="14267">
                  <c:v>-2052255</c:v>
                </c:pt>
                <c:pt idx="14268">
                  <c:v>-2134967</c:v>
                </c:pt>
                <c:pt idx="14269">
                  <c:v>-2021892</c:v>
                </c:pt>
                <c:pt idx="14270">
                  <c:v>-1856412</c:v>
                </c:pt>
                <c:pt idx="14271">
                  <c:v>-1989334</c:v>
                </c:pt>
                <c:pt idx="14272">
                  <c:v>-2030492</c:v>
                </c:pt>
                <c:pt idx="14273">
                  <c:v>-1761919</c:v>
                </c:pt>
                <c:pt idx="14274">
                  <c:v>-1987863</c:v>
                </c:pt>
                <c:pt idx="14275">
                  <c:v>-2049893</c:v>
                </c:pt>
                <c:pt idx="14276">
                  <c:v>-2014409</c:v>
                </c:pt>
                <c:pt idx="14277">
                  <c:v>-2204730</c:v>
                </c:pt>
                <c:pt idx="14278">
                  <c:v>-1922867</c:v>
                </c:pt>
                <c:pt idx="14279">
                  <c:v>-2206832</c:v>
                </c:pt>
                <c:pt idx="14280">
                  <c:v>-1991751</c:v>
                </c:pt>
                <c:pt idx="14281">
                  <c:v>-2072904</c:v>
                </c:pt>
                <c:pt idx="14282">
                  <c:v>-1923305</c:v>
                </c:pt>
                <c:pt idx="14283">
                  <c:v>-1733933</c:v>
                </c:pt>
                <c:pt idx="14284">
                  <c:v>-2123726</c:v>
                </c:pt>
                <c:pt idx="14285">
                  <c:v>-2327248</c:v>
                </c:pt>
                <c:pt idx="14286">
                  <c:v>-1949678</c:v>
                </c:pt>
                <c:pt idx="14287">
                  <c:v>-2021964</c:v>
                </c:pt>
                <c:pt idx="14288">
                  <c:v>-2079448</c:v>
                </c:pt>
                <c:pt idx="14289">
                  <c:v>-1990852</c:v>
                </c:pt>
                <c:pt idx="14290">
                  <c:v>-1972688</c:v>
                </c:pt>
                <c:pt idx="14291">
                  <c:v>-2026815</c:v>
                </c:pt>
                <c:pt idx="14292">
                  <c:v>-2035009</c:v>
                </c:pt>
                <c:pt idx="14293">
                  <c:v>-2080469</c:v>
                </c:pt>
                <c:pt idx="14294">
                  <c:v>-1993083</c:v>
                </c:pt>
                <c:pt idx="14295">
                  <c:v>-2020268</c:v>
                </c:pt>
                <c:pt idx="14296">
                  <c:v>-1772647</c:v>
                </c:pt>
                <c:pt idx="14297">
                  <c:v>-2023121</c:v>
                </c:pt>
                <c:pt idx="14298">
                  <c:v>-2248583</c:v>
                </c:pt>
                <c:pt idx="14299">
                  <c:v>-1854889</c:v>
                </c:pt>
                <c:pt idx="14300">
                  <c:v>-1940064</c:v>
                </c:pt>
                <c:pt idx="14301">
                  <c:v>-1837682</c:v>
                </c:pt>
                <c:pt idx="14302">
                  <c:v>-1868610</c:v>
                </c:pt>
                <c:pt idx="14303">
                  <c:v>-1967251</c:v>
                </c:pt>
                <c:pt idx="14304">
                  <c:v>-1953815</c:v>
                </c:pt>
                <c:pt idx="14305">
                  <c:v>-2037794</c:v>
                </c:pt>
                <c:pt idx="14306">
                  <c:v>-1861793</c:v>
                </c:pt>
                <c:pt idx="14307">
                  <c:v>-1793527</c:v>
                </c:pt>
                <c:pt idx="14308">
                  <c:v>-1848859</c:v>
                </c:pt>
                <c:pt idx="14309">
                  <c:v>-2229491</c:v>
                </c:pt>
                <c:pt idx="14310">
                  <c:v>-1982620</c:v>
                </c:pt>
                <c:pt idx="14311">
                  <c:v>-2076316</c:v>
                </c:pt>
                <c:pt idx="14312">
                  <c:v>-1831693</c:v>
                </c:pt>
                <c:pt idx="14313">
                  <c:v>-1717232</c:v>
                </c:pt>
                <c:pt idx="14314">
                  <c:v>-2010197</c:v>
                </c:pt>
                <c:pt idx="14315">
                  <c:v>-1918741</c:v>
                </c:pt>
                <c:pt idx="14316">
                  <c:v>-2048320</c:v>
                </c:pt>
                <c:pt idx="14317">
                  <c:v>-1854325</c:v>
                </c:pt>
                <c:pt idx="14318">
                  <c:v>-2076692</c:v>
                </c:pt>
                <c:pt idx="14319">
                  <c:v>-2019487</c:v>
                </c:pt>
                <c:pt idx="14320">
                  <c:v>-1847449</c:v>
                </c:pt>
                <c:pt idx="14321">
                  <c:v>-2042770</c:v>
                </c:pt>
                <c:pt idx="14322">
                  <c:v>-1950996</c:v>
                </c:pt>
                <c:pt idx="14323">
                  <c:v>-2005081</c:v>
                </c:pt>
                <c:pt idx="14324">
                  <c:v>-1968103</c:v>
                </c:pt>
                <c:pt idx="14325">
                  <c:v>-1991553</c:v>
                </c:pt>
                <c:pt idx="14326">
                  <c:v>-1998386</c:v>
                </c:pt>
                <c:pt idx="14327">
                  <c:v>-2019336</c:v>
                </c:pt>
                <c:pt idx="14328">
                  <c:v>-1925112</c:v>
                </c:pt>
                <c:pt idx="14329">
                  <c:v>-2245473</c:v>
                </c:pt>
                <c:pt idx="14330">
                  <c:v>-1908687</c:v>
                </c:pt>
                <c:pt idx="14331">
                  <c:v>-1881459</c:v>
                </c:pt>
                <c:pt idx="14332">
                  <c:v>-2266801</c:v>
                </c:pt>
                <c:pt idx="14333">
                  <c:v>-1841312</c:v>
                </c:pt>
                <c:pt idx="14334">
                  <c:v>-2004608</c:v>
                </c:pt>
                <c:pt idx="14335">
                  <c:v>-1810199</c:v>
                </c:pt>
                <c:pt idx="14336">
                  <c:v>-2024794</c:v>
                </c:pt>
                <c:pt idx="14337">
                  <c:v>-1909440</c:v>
                </c:pt>
                <c:pt idx="14338">
                  <c:v>-2058394</c:v>
                </c:pt>
                <c:pt idx="14339">
                  <c:v>-2054996</c:v>
                </c:pt>
                <c:pt idx="14340">
                  <c:v>-1860048</c:v>
                </c:pt>
                <c:pt idx="14341">
                  <c:v>-1842346</c:v>
                </c:pt>
                <c:pt idx="14342">
                  <c:v>-1795194</c:v>
                </c:pt>
                <c:pt idx="14343">
                  <c:v>-2253862</c:v>
                </c:pt>
                <c:pt idx="14344">
                  <c:v>-1870189</c:v>
                </c:pt>
                <c:pt idx="14345">
                  <c:v>-1982854</c:v>
                </c:pt>
                <c:pt idx="14346">
                  <c:v>-1946519</c:v>
                </c:pt>
                <c:pt idx="14347">
                  <c:v>-1793527</c:v>
                </c:pt>
                <c:pt idx="14348">
                  <c:v>-1912404</c:v>
                </c:pt>
                <c:pt idx="14349">
                  <c:v>-2051376</c:v>
                </c:pt>
                <c:pt idx="14350">
                  <c:v>-2165229</c:v>
                </c:pt>
                <c:pt idx="14351">
                  <c:v>-1991751</c:v>
                </c:pt>
                <c:pt idx="14352">
                  <c:v>-2006367</c:v>
                </c:pt>
                <c:pt idx="14353">
                  <c:v>-1876724</c:v>
                </c:pt>
                <c:pt idx="14354">
                  <c:v>-2024467</c:v>
                </c:pt>
                <c:pt idx="14355">
                  <c:v>-2273647</c:v>
                </c:pt>
                <c:pt idx="14356">
                  <c:v>-1969619</c:v>
                </c:pt>
                <c:pt idx="14357">
                  <c:v>-1773962</c:v>
                </c:pt>
                <c:pt idx="14358">
                  <c:v>-1820209</c:v>
                </c:pt>
                <c:pt idx="14359">
                  <c:v>-1841729</c:v>
                </c:pt>
                <c:pt idx="14360">
                  <c:v>-1927403</c:v>
                </c:pt>
                <c:pt idx="14361">
                  <c:v>-2008027</c:v>
                </c:pt>
                <c:pt idx="14362">
                  <c:v>-2102860</c:v>
                </c:pt>
                <c:pt idx="14363">
                  <c:v>-1841834</c:v>
                </c:pt>
                <c:pt idx="14364">
                  <c:v>-2129628</c:v>
                </c:pt>
                <c:pt idx="14365">
                  <c:v>-1946391</c:v>
                </c:pt>
                <c:pt idx="14366">
                  <c:v>-2019564</c:v>
                </c:pt>
                <c:pt idx="14367">
                  <c:v>-1991553</c:v>
                </c:pt>
                <c:pt idx="14368">
                  <c:v>-1998176</c:v>
                </c:pt>
                <c:pt idx="14369">
                  <c:v>-1867777</c:v>
                </c:pt>
                <c:pt idx="14370">
                  <c:v>-2077219</c:v>
                </c:pt>
                <c:pt idx="14371">
                  <c:v>-2198603</c:v>
                </c:pt>
                <c:pt idx="14372">
                  <c:v>-2013638</c:v>
                </c:pt>
                <c:pt idx="14373">
                  <c:v>-1953250</c:v>
                </c:pt>
                <c:pt idx="14374">
                  <c:v>-1893859</c:v>
                </c:pt>
                <c:pt idx="14375">
                  <c:v>-1997603</c:v>
                </c:pt>
                <c:pt idx="14376">
                  <c:v>-1809570</c:v>
                </c:pt>
                <c:pt idx="14377">
                  <c:v>-1825719</c:v>
                </c:pt>
                <c:pt idx="14378">
                  <c:v>-2054767</c:v>
                </c:pt>
                <c:pt idx="14379">
                  <c:v>-2018607</c:v>
                </c:pt>
                <c:pt idx="14380">
                  <c:v>-2231673</c:v>
                </c:pt>
                <c:pt idx="14381">
                  <c:v>-1892410</c:v>
                </c:pt>
                <c:pt idx="14382">
                  <c:v>-2076821</c:v>
                </c:pt>
                <c:pt idx="14383">
                  <c:v>-1878992</c:v>
                </c:pt>
                <c:pt idx="14384">
                  <c:v>-1792871</c:v>
                </c:pt>
                <c:pt idx="14385">
                  <c:v>-1990473</c:v>
                </c:pt>
                <c:pt idx="14386">
                  <c:v>-1949561</c:v>
                </c:pt>
                <c:pt idx="14387">
                  <c:v>-1921454</c:v>
                </c:pt>
                <c:pt idx="14388">
                  <c:v>-1955204</c:v>
                </c:pt>
                <c:pt idx="14389">
                  <c:v>-2146626</c:v>
                </c:pt>
                <c:pt idx="14390">
                  <c:v>-2061370</c:v>
                </c:pt>
                <c:pt idx="14391">
                  <c:v>-2035102</c:v>
                </c:pt>
                <c:pt idx="14392">
                  <c:v>-1795206</c:v>
                </c:pt>
                <c:pt idx="14393">
                  <c:v>-1850967</c:v>
                </c:pt>
                <c:pt idx="14394">
                  <c:v>-2141001</c:v>
                </c:pt>
                <c:pt idx="14395">
                  <c:v>-2038040</c:v>
                </c:pt>
                <c:pt idx="14396">
                  <c:v>-2274434</c:v>
                </c:pt>
                <c:pt idx="14397">
                  <c:v>-2214557</c:v>
                </c:pt>
                <c:pt idx="14398">
                  <c:v>-2009593</c:v>
                </c:pt>
                <c:pt idx="14399">
                  <c:v>-2023720</c:v>
                </c:pt>
                <c:pt idx="14400">
                  <c:v>-1822408</c:v>
                </c:pt>
                <c:pt idx="14401">
                  <c:v>-1954318</c:v>
                </c:pt>
                <c:pt idx="14402">
                  <c:v>-1986029</c:v>
                </c:pt>
                <c:pt idx="14403">
                  <c:v>-2108239</c:v>
                </c:pt>
                <c:pt idx="14404">
                  <c:v>-2020880</c:v>
                </c:pt>
                <c:pt idx="14405">
                  <c:v>-1997486</c:v>
                </c:pt>
                <c:pt idx="14406">
                  <c:v>-2064991</c:v>
                </c:pt>
                <c:pt idx="14407">
                  <c:v>-2025461</c:v>
                </c:pt>
                <c:pt idx="14408">
                  <c:v>-1961752</c:v>
                </c:pt>
                <c:pt idx="14409">
                  <c:v>-1981721</c:v>
                </c:pt>
                <c:pt idx="14410">
                  <c:v>-1716260</c:v>
                </c:pt>
                <c:pt idx="14411">
                  <c:v>-1796259</c:v>
                </c:pt>
                <c:pt idx="14412">
                  <c:v>-1644223</c:v>
                </c:pt>
                <c:pt idx="14413">
                  <c:v>-1928661</c:v>
                </c:pt>
                <c:pt idx="14414">
                  <c:v>-1909079</c:v>
                </c:pt>
                <c:pt idx="14415">
                  <c:v>-2031116</c:v>
                </c:pt>
                <c:pt idx="14416">
                  <c:v>-1910675</c:v>
                </c:pt>
                <c:pt idx="14417">
                  <c:v>-2038040</c:v>
                </c:pt>
                <c:pt idx="14418">
                  <c:v>-1990922</c:v>
                </c:pt>
                <c:pt idx="14419">
                  <c:v>-1848742</c:v>
                </c:pt>
                <c:pt idx="14420">
                  <c:v>-1927426</c:v>
                </c:pt>
                <c:pt idx="14421">
                  <c:v>-1953158</c:v>
                </c:pt>
                <c:pt idx="14422">
                  <c:v>-2032434</c:v>
                </c:pt>
                <c:pt idx="14423">
                  <c:v>-2076564</c:v>
                </c:pt>
                <c:pt idx="14424">
                  <c:v>-2022162</c:v>
                </c:pt>
                <c:pt idx="14425">
                  <c:v>-2095193</c:v>
                </c:pt>
                <c:pt idx="14426">
                  <c:v>-1967648</c:v>
                </c:pt>
                <c:pt idx="14427">
                  <c:v>-1993216</c:v>
                </c:pt>
                <c:pt idx="14428">
                  <c:v>-1951969</c:v>
                </c:pt>
                <c:pt idx="14429">
                  <c:v>-1837904</c:v>
                </c:pt>
                <c:pt idx="14430">
                  <c:v>-2032230</c:v>
                </c:pt>
                <c:pt idx="14431">
                  <c:v>-1973411</c:v>
                </c:pt>
                <c:pt idx="14432">
                  <c:v>-1893429</c:v>
                </c:pt>
                <c:pt idx="14433">
                  <c:v>-2020760</c:v>
                </c:pt>
                <c:pt idx="14434">
                  <c:v>-1734130</c:v>
                </c:pt>
                <c:pt idx="14435">
                  <c:v>-1966749</c:v>
                </c:pt>
                <c:pt idx="14436">
                  <c:v>-1954211</c:v>
                </c:pt>
                <c:pt idx="14437">
                  <c:v>-1954597</c:v>
                </c:pt>
                <c:pt idx="14438">
                  <c:v>-1823859</c:v>
                </c:pt>
                <c:pt idx="14439">
                  <c:v>-1893821</c:v>
                </c:pt>
                <c:pt idx="14440">
                  <c:v>-1991689</c:v>
                </c:pt>
                <c:pt idx="14441">
                  <c:v>-2240480</c:v>
                </c:pt>
                <c:pt idx="14442">
                  <c:v>-2226377</c:v>
                </c:pt>
                <c:pt idx="14443">
                  <c:v>-1758574</c:v>
                </c:pt>
                <c:pt idx="14444">
                  <c:v>-1929746</c:v>
                </c:pt>
                <c:pt idx="14445">
                  <c:v>-1728201</c:v>
                </c:pt>
                <c:pt idx="14446">
                  <c:v>-1882680</c:v>
                </c:pt>
                <c:pt idx="14447">
                  <c:v>-1967437</c:v>
                </c:pt>
                <c:pt idx="14448">
                  <c:v>-1910347</c:v>
                </c:pt>
                <c:pt idx="14449">
                  <c:v>-1922408</c:v>
                </c:pt>
                <c:pt idx="14450">
                  <c:v>-2187941</c:v>
                </c:pt>
                <c:pt idx="14451">
                  <c:v>-2011592</c:v>
                </c:pt>
                <c:pt idx="14452">
                  <c:v>-2232103</c:v>
                </c:pt>
                <c:pt idx="14453">
                  <c:v>-1997603</c:v>
                </c:pt>
                <c:pt idx="14454">
                  <c:v>-1889755</c:v>
                </c:pt>
                <c:pt idx="14455">
                  <c:v>-1962206</c:v>
                </c:pt>
                <c:pt idx="14456">
                  <c:v>-2224512</c:v>
                </c:pt>
                <c:pt idx="14457">
                  <c:v>-2072611</c:v>
                </c:pt>
                <c:pt idx="14458">
                  <c:v>-2010598</c:v>
                </c:pt>
                <c:pt idx="14459">
                  <c:v>-1826382</c:v>
                </c:pt>
                <c:pt idx="14460">
                  <c:v>-2063468</c:v>
                </c:pt>
                <c:pt idx="14461">
                  <c:v>-1990157</c:v>
                </c:pt>
                <c:pt idx="14462">
                  <c:v>-2029790</c:v>
                </c:pt>
                <c:pt idx="14463">
                  <c:v>-2044748</c:v>
                </c:pt>
                <c:pt idx="14464">
                  <c:v>-1875996</c:v>
                </c:pt>
                <c:pt idx="14465">
                  <c:v>-2121645</c:v>
                </c:pt>
                <c:pt idx="14466">
                  <c:v>-1989391</c:v>
                </c:pt>
                <c:pt idx="14467">
                  <c:v>-1865336</c:v>
                </c:pt>
                <c:pt idx="14468">
                  <c:v>-2024638</c:v>
                </c:pt>
                <c:pt idx="14469">
                  <c:v>-2011650</c:v>
                </c:pt>
                <c:pt idx="14470">
                  <c:v>-2243971</c:v>
                </c:pt>
                <c:pt idx="14471">
                  <c:v>-2220719</c:v>
                </c:pt>
                <c:pt idx="14472">
                  <c:v>-1996307</c:v>
                </c:pt>
                <c:pt idx="14473">
                  <c:v>-1922210</c:v>
                </c:pt>
                <c:pt idx="14474">
                  <c:v>-1900964</c:v>
                </c:pt>
                <c:pt idx="14475">
                  <c:v>-2056238</c:v>
                </c:pt>
                <c:pt idx="14476">
                  <c:v>-1792855</c:v>
                </c:pt>
                <c:pt idx="14477">
                  <c:v>-1809297</c:v>
                </c:pt>
                <c:pt idx="14478">
                  <c:v>-1855196</c:v>
                </c:pt>
                <c:pt idx="14479">
                  <c:v>-1916495</c:v>
                </c:pt>
                <c:pt idx="14480">
                  <c:v>-1840094</c:v>
                </c:pt>
                <c:pt idx="14481">
                  <c:v>-1946345</c:v>
                </c:pt>
                <c:pt idx="14482">
                  <c:v>-1991483</c:v>
                </c:pt>
                <c:pt idx="14483">
                  <c:v>-1987001</c:v>
                </c:pt>
                <c:pt idx="14484">
                  <c:v>-2024396</c:v>
                </c:pt>
                <c:pt idx="14485">
                  <c:v>-1885187</c:v>
                </c:pt>
                <c:pt idx="14486">
                  <c:v>-2048964</c:v>
                </c:pt>
                <c:pt idx="14487">
                  <c:v>-1972128</c:v>
                </c:pt>
                <c:pt idx="14488">
                  <c:v>-1995676</c:v>
                </c:pt>
                <c:pt idx="14489">
                  <c:v>-2014900</c:v>
                </c:pt>
                <c:pt idx="14490">
                  <c:v>-1950997</c:v>
                </c:pt>
                <c:pt idx="14491">
                  <c:v>-1903279</c:v>
                </c:pt>
                <c:pt idx="14492">
                  <c:v>-2021964</c:v>
                </c:pt>
                <c:pt idx="14493">
                  <c:v>-1959558</c:v>
                </c:pt>
                <c:pt idx="14494">
                  <c:v>-2247290</c:v>
                </c:pt>
                <c:pt idx="14495">
                  <c:v>-2006850</c:v>
                </c:pt>
                <c:pt idx="14496">
                  <c:v>-1886510</c:v>
                </c:pt>
                <c:pt idx="14497">
                  <c:v>-2274431</c:v>
                </c:pt>
                <c:pt idx="14498">
                  <c:v>-1986099</c:v>
                </c:pt>
                <c:pt idx="14499">
                  <c:v>-2017379</c:v>
                </c:pt>
                <c:pt idx="14500">
                  <c:v>-2274235</c:v>
                </c:pt>
                <c:pt idx="14501">
                  <c:v>-2091110</c:v>
                </c:pt>
                <c:pt idx="14502">
                  <c:v>-2020525</c:v>
                </c:pt>
                <c:pt idx="14503">
                  <c:v>-1907466</c:v>
                </c:pt>
                <c:pt idx="14504">
                  <c:v>-1945558</c:v>
                </c:pt>
                <c:pt idx="14505">
                  <c:v>-1902960</c:v>
                </c:pt>
                <c:pt idx="14506">
                  <c:v>-2211983</c:v>
                </c:pt>
                <c:pt idx="14507">
                  <c:v>-1967531</c:v>
                </c:pt>
                <c:pt idx="14508">
                  <c:v>-1902076</c:v>
                </c:pt>
                <c:pt idx="14509">
                  <c:v>-2020816</c:v>
                </c:pt>
                <c:pt idx="14510">
                  <c:v>-2019633</c:v>
                </c:pt>
                <c:pt idx="14511">
                  <c:v>-1995942</c:v>
                </c:pt>
                <c:pt idx="14512">
                  <c:v>-2019894</c:v>
                </c:pt>
                <c:pt idx="14513">
                  <c:v>-2048039</c:v>
                </c:pt>
                <c:pt idx="14514">
                  <c:v>-2180265</c:v>
                </c:pt>
                <c:pt idx="14515">
                  <c:v>-2011392</c:v>
                </c:pt>
                <c:pt idx="14516">
                  <c:v>-2013444</c:v>
                </c:pt>
                <c:pt idx="14517">
                  <c:v>-2006764</c:v>
                </c:pt>
                <c:pt idx="14518">
                  <c:v>-2018803</c:v>
                </c:pt>
                <c:pt idx="14519">
                  <c:v>-2010282</c:v>
                </c:pt>
                <c:pt idx="14520">
                  <c:v>-2013125</c:v>
                </c:pt>
                <c:pt idx="14521">
                  <c:v>-2004815</c:v>
                </c:pt>
                <c:pt idx="14522">
                  <c:v>-2005981</c:v>
                </c:pt>
                <c:pt idx="14523">
                  <c:v>-2014093</c:v>
                </c:pt>
                <c:pt idx="14524">
                  <c:v>-2023040</c:v>
                </c:pt>
                <c:pt idx="14525">
                  <c:v>-2037095</c:v>
                </c:pt>
                <c:pt idx="14526">
                  <c:v>-1848771</c:v>
                </c:pt>
                <c:pt idx="14527">
                  <c:v>-2006542</c:v>
                </c:pt>
                <c:pt idx="14528">
                  <c:v>-1848900</c:v>
                </c:pt>
                <c:pt idx="14529">
                  <c:v>-2010271</c:v>
                </c:pt>
                <c:pt idx="14530">
                  <c:v>-2007442</c:v>
                </c:pt>
                <c:pt idx="14531">
                  <c:v>-1961090</c:v>
                </c:pt>
                <c:pt idx="14532">
                  <c:v>-2011241</c:v>
                </c:pt>
                <c:pt idx="14533">
                  <c:v>-2152828</c:v>
                </c:pt>
                <c:pt idx="14534">
                  <c:v>-2036214</c:v>
                </c:pt>
                <c:pt idx="14535">
                  <c:v>-2018761</c:v>
                </c:pt>
                <c:pt idx="14536">
                  <c:v>-2013192</c:v>
                </c:pt>
                <c:pt idx="14537">
                  <c:v>-2010727</c:v>
                </c:pt>
                <c:pt idx="14538">
                  <c:v>-2012141</c:v>
                </c:pt>
                <c:pt idx="14539">
                  <c:v>-2014009</c:v>
                </c:pt>
                <c:pt idx="14540">
                  <c:v>-2002785</c:v>
                </c:pt>
                <c:pt idx="14541">
                  <c:v>-2017286</c:v>
                </c:pt>
                <c:pt idx="14542">
                  <c:v>-2013427</c:v>
                </c:pt>
                <c:pt idx="14543">
                  <c:v>-2009616</c:v>
                </c:pt>
                <c:pt idx="14544">
                  <c:v>-2015616</c:v>
                </c:pt>
                <c:pt idx="14545">
                  <c:v>-2278360</c:v>
                </c:pt>
                <c:pt idx="14546">
                  <c:v>-2009207</c:v>
                </c:pt>
                <c:pt idx="14547">
                  <c:v>-2010680</c:v>
                </c:pt>
                <c:pt idx="14548">
                  <c:v>-2009207</c:v>
                </c:pt>
                <c:pt idx="14549">
                  <c:v>-2012005</c:v>
                </c:pt>
                <c:pt idx="14550">
                  <c:v>-2015358</c:v>
                </c:pt>
                <c:pt idx="14551">
                  <c:v>-1960358</c:v>
                </c:pt>
                <c:pt idx="14552">
                  <c:v>-2021937</c:v>
                </c:pt>
                <c:pt idx="14553">
                  <c:v>-2284881</c:v>
                </c:pt>
                <c:pt idx="14554">
                  <c:v>-2006051</c:v>
                </c:pt>
                <c:pt idx="14555">
                  <c:v>-1980799</c:v>
                </c:pt>
                <c:pt idx="14556">
                  <c:v>-2014819</c:v>
                </c:pt>
                <c:pt idx="14557">
                  <c:v>-2014748</c:v>
                </c:pt>
                <c:pt idx="14558">
                  <c:v>-2014444</c:v>
                </c:pt>
                <c:pt idx="14559">
                  <c:v>-2014538</c:v>
                </c:pt>
                <c:pt idx="14560">
                  <c:v>-1846638</c:v>
                </c:pt>
                <c:pt idx="14561">
                  <c:v>-2016023</c:v>
                </c:pt>
                <c:pt idx="14562">
                  <c:v>-2008576</c:v>
                </c:pt>
                <c:pt idx="14563">
                  <c:v>-2009406</c:v>
                </c:pt>
                <c:pt idx="14564">
                  <c:v>-2013519</c:v>
                </c:pt>
                <c:pt idx="14565">
                  <c:v>-1960276</c:v>
                </c:pt>
                <c:pt idx="14566">
                  <c:v>-2007288</c:v>
                </c:pt>
                <c:pt idx="14567">
                  <c:v>-1980414</c:v>
                </c:pt>
                <c:pt idx="14568">
                  <c:v>-1962015</c:v>
                </c:pt>
                <c:pt idx="14569">
                  <c:v>-2016876</c:v>
                </c:pt>
                <c:pt idx="14570">
                  <c:v>-2012298</c:v>
                </c:pt>
                <c:pt idx="14571">
                  <c:v>-2018315</c:v>
                </c:pt>
                <c:pt idx="14572">
                  <c:v>-2010411</c:v>
                </c:pt>
                <c:pt idx="14573">
                  <c:v>-2013125</c:v>
                </c:pt>
                <c:pt idx="14574">
                  <c:v>-2017122</c:v>
                </c:pt>
                <c:pt idx="14575">
                  <c:v>-2014035</c:v>
                </c:pt>
                <c:pt idx="14576">
                  <c:v>-2009114</c:v>
                </c:pt>
                <c:pt idx="14577">
                  <c:v>-2017590</c:v>
                </c:pt>
                <c:pt idx="14578">
                  <c:v>-2008564</c:v>
                </c:pt>
                <c:pt idx="14579">
                  <c:v>-2014666</c:v>
                </c:pt>
                <c:pt idx="14580">
                  <c:v>-2009371</c:v>
                </c:pt>
                <c:pt idx="14581">
                  <c:v>-1961594</c:v>
                </c:pt>
                <c:pt idx="14582">
                  <c:v>-2012995</c:v>
                </c:pt>
                <c:pt idx="14583">
                  <c:v>-2008541</c:v>
                </c:pt>
                <c:pt idx="14584">
                  <c:v>-2013871</c:v>
                </c:pt>
                <c:pt idx="14585">
                  <c:v>-2017286</c:v>
                </c:pt>
                <c:pt idx="14586">
                  <c:v>-2006128</c:v>
                </c:pt>
                <c:pt idx="14587">
                  <c:v>-2005514</c:v>
                </c:pt>
                <c:pt idx="14588">
                  <c:v>-1963028</c:v>
                </c:pt>
                <c:pt idx="14589">
                  <c:v>-2020338</c:v>
                </c:pt>
                <c:pt idx="14590">
                  <c:v>-2021905</c:v>
                </c:pt>
                <c:pt idx="14591">
                  <c:v>-2019028</c:v>
                </c:pt>
                <c:pt idx="14592">
                  <c:v>-2013361</c:v>
                </c:pt>
                <c:pt idx="14593">
                  <c:v>-2013392</c:v>
                </c:pt>
                <c:pt idx="14594">
                  <c:v>-2019700</c:v>
                </c:pt>
                <c:pt idx="14595">
                  <c:v>-1934961</c:v>
                </c:pt>
                <c:pt idx="14596">
                  <c:v>-2012298</c:v>
                </c:pt>
                <c:pt idx="14597">
                  <c:v>-2017824</c:v>
                </c:pt>
                <c:pt idx="14598">
                  <c:v>-2010341</c:v>
                </c:pt>
                <c:pt idx="14599">
                  <c:v>-2010232</c:v>
                </c:pt>
                <c:pt idx="14600">
                  <c:v>-2016023</c:v>
                </c:pt>
                <c:pt idx="14601">
                  <c:v>-2011978</c:v>
                </c:pt>
                <c:pt idx="14602">
                  <c:v>-2012889</c:v>
                </c:pt>
                <c:pt idx="14603">
                  <c:v>-2008576</c:v>
                </c:pt>
                <c:pt idx="14604">
                  <c:v>-2008482</c:v>
                </c:pt>
                <c:pt idx="14605">
                  <c:v>-2012609</c:v>
                </c:pt>
                <c:pt idx="14606">
                  <c:v>-2004709</c:v>
                </c:pt>
                <c:pt idx="14607">
                  <c:v>-2006330</c:v>
                </c:pt>
                <c:pt idx="14608">
                  <c:v>-2008381</c:v>
                </c:pt>
                <c:pt idx="14609">
                  <c:v>-1979632</c:v>
                </c:pt>
                <c:pt idx="14610">
                  <c:v>-1934367</c:v>
                </c:pt>
                <c:pt idx="14611">
                  <c:v>-2012878</c:v>
                </c:pt>
                <c:pt idx="14612">
                  <c:v>-2015602</c:v>
                </c:pt>
                <c:pt idx="14613">
                  <c:v>-2094619</c:v>
                </c:pt>
                <c:pt idx="14614">
                  <c:v>-2048299</c:v>
                </c:pt>
                <c:pt idx="14615">
                  <c:v>-2020092</c:v>
                </c:pt>
                <c:pt idx="14616">
                  <c:v>-2011919</c:v>
                </c:pt>
                <c:pt idx="14617">
                  <c:v>-2017537</c:v>
                </c:pt>
                <c:pt idx="14618">
                  <c:v>-2012328</c:v>
                </c:pt>
                <c:pt idx="14619">
                  <c:v>-2016678</c:v>
                </c:pt>
                <c:pt idx="14620">
                  <c:v>-1885762</c:v>
                </c:pt>
                <c:pt idx="14621">
                  <c:v>-2024747</c:v>
                </c:pt>
                <c:pt idx="14622">
                  <c:v>-2012223</c:v>
                </c:pt>
                <c:pt idx="14623">
                  <c:v>-2036741</c:v>
                </c:pt>
                <c:pt idx="14624">
                  <c:v>-2020092</c:v>
                </c:pt>
                <c:pt idx="14625">
                  <c:v>-2008424</c:v>
                </c:pt>
                <c:pt idx="14626">
                  <c:v>-2012317</c:v>
                </c:pt>
                <c:pt idx="14627">
                  <c:v>-2013392</c:v>
                </c:pt>
                <c:pt idx="14628">
                  <c:v>-2011253</c:v>
                </c:pt>
                <c:pt idx="14629">
                  <c:v>-1790516</c:v>
                </c:pt>
                <c:pt idx="14630">
                  <c:v>-2021610</c:v>
                </c:pt>
                <c:pt idx="14631">
                  <c:v>-2014585</c:v>
                </c:pt>
                <c:pt idx="14632">
                  <c:v>-2015244</c:v>
                </c:pt>
                <c:pt idx="14633">
                  <c:v>-2036121</c:v>
                </c:pt>
                <c:pt idx="14634">
                  <c:v>-1967787</c:v>
                </c:pt>
                <c:pt idx="14635">
                  <c:v>-2155748</c:v>
                </c:pt>
                <c:pt idx="14636">
                  <c:v>-2008798</c:v>
                </c:pt>
                <c:pt idx="14637">
                  <c:v>-1910407</c:v>
                </c:pt>
                <c:pt idx="14638">
                  <c:v>-2016163</c:v>
                </c:pt>
                <c:pt idx="14639">
                  <c:v>-2008716</c:v>
                </c:pt>
                <c:pt idx="14640">
                  <c:v>-2017999</c:v>
                </c:pt>
                <c:pt idx="14641">
                  <c:v>-1849386</c:v>
                </c:pt>
                <c:pt idx="14642">
                  <c:v>-2007256</c:v>
                </c:pt>
                <c:pt idx="14643">
                  <c:v>-2051341</c:v>
                </c:pt>
                <c:pt idx="14644">
                  <c:v>-2058370</c:v>
                </c:pt>
                <c:pt idx="14645">
                  <c:v>-2012972</c:v>
                </c:pt>
                <c:pt idx="14646">
                  <c:v>-2020759</c:v>
                </c:pt>
                <c:pt idx="14647">
                  <c:v>-2011498</c:v>
                </c:pt>
                <c:pt idx="14648">
                  <c:v>-2007103</c:v>
                </c:pt>
                <c:pt idx="14649">
                  <c:v>-2007066</c:v>
                </c:pt>
                <c:pt idx="14650">
                  <c:v>-1998421</c:v>
                </c:pt>
                <c:pt idx="14651">
                  <c:v>-2006747</c:v>
                </c:pt>
                <c:pt idx="14652">
                  <c:v>-2017184</c:v>
                </c:pt>
                <c:pt idx="14653">
                  <c:v>-2004480</c:v>
                </c:pt>
                <c:pt idx="14654">
                  <c:v>-2010002</c:v>
                </c:pt>
                <c:pt idx="14655">
                  <c:v>-1820512</c:v>
                </c:pt>
                <c:pt idx="14656">
                  <c:v>-2018256</c:v>
                </c:pt>
                <c:pt idx="14657">
                  <c:v>-2020467</c:v>
                </c:pt>
                <c:pt idx="14658">
                  <c:v>-2015660</c:v>
                </c:pt>
                <c:pt idx="14659">
                  <c:v>-2014140</c:v>
                </c:pt>
                <c:pt idx="14660">
                  <c:v>-2008915</c:v>
                </c:pt>
                <c:pt idx="14661">
                  <c:v>-2016315</c:v>
                </c:pt>
                <c:pt idx="14662">
                  <c:v>-2013533</c:v>
                </c:pt>
                <c:pt idx="14663">
                  <c:v>-1909687</c:v>
                </c:pt>
                <c:pt idx="14664">
                  <c:v>-2005128</c:v>
                </c:pt>
                <c:pt idx="14665">
                  <c:v>-2023957</c:v>
                </c:pt>
                <c:pt idx="14666">
                  <c:v>-2277948</c:v>
                </c:pt>
                <c:pt idx="14667">
                  <c:v>-2019674</c:v>
                </c:pt>
                <c:pt idx="14668">
                  <c:v>-2018291</c:v>
                </c:pt>
                <c:pt idx="14669">
                  <c:v>-2009099</c:v>
                </c:pt>
                <c:pt idx="14670">
                  <c:v>-2022186</c:v>
                </c:pt>
                <c:pt idx="14671">
                  <c:v>-1848307</c:v>
                </c:pt>
                <c:pt idx="14672">
                  <c:v>-2023562</c:v>
                </c:pt>
                <c:pt idx="14673">
                  <c:v>-1961174</c:v>
                </c:pt>
                <c:pt idx="14674">
                  <c:v>-1961291</c:v>
                </c:pt>
                <c:pt idx="14675">
                  <c:v>-2021057</c:v>
                </c:pt>
                <c:pt idx="14676">
                  <c:v>-1960754</c:v>
                </c:pt>
                <c:pt idx="14677">
                  <c:v>-2277451</c:v>
                </c:pt>
                <c:pt idx="14678">
                  <c:v>-2007783</c:v>
                </c:pt>
                <c:pt idx="14679">
                  <c:v>-2037396</c:v>
                </c:pt>
                <c:pt idx="14680">
                  <c:v>-2005782</c:v>
                </c:pt>
                <c:pt idx="14681">
                  <c:v>-2155536</c:v>
                </c:pt>
                <c:pt idx="14682">
                  <c:v>-2022191</c:v>
                </c:pt>
                <c:pt idx="14683">
                  <c:v>-2023706</c:v>
                </c:pt>
                <c:pt idx="14684">
                  <c:v>-2011194</c:v>
                </c:pt>
                <c:pt idx="14685">
                  <c:v>-2024747</c:v>
                </c:pt>
                <c:pt idx="14686">
                  <c:v>-2133874</c:v>
                </c:pt>
                <c:pt idx="14687">
                  <c:v>-1951287</c:v>
                </c:pt>
                <c:pt idx="14688">
                  <c:v>-2011755</c:v>
                </c:pt>
                <c:pt idx="14689">
                  <c:v>-2012001</c:v>
                </c:pt>
                <c:pt idx="14690">
                  <c:v>-2151769</c:v>
                </c:pt>
                <c:pt idx="14691">
                  <c:v>-2006547</c:v>
                </c:pt>
                <c:pt idx="14692">
                  <c:v>-1967274</c:v>
                </c:pt>
                <c:pt idx="14693">
                  <c:v>-2007783</c:v>
                </c:pt>
                <c:pt idx="14694">
                  <c:v>-2016491</c:v>
                </c:pt>
                <c:pt idx="14695">
                  <c:v>-1959856</c:v>
                </c:pt>
                <c:pt idx="14696">
                  <c:v>-1956125</c:v>
                </c:pt>
                <c:pt idx="14697">
                  <c:v>-2018619</c:v>
                </c:pt>
                <c:pt idx="14698">
                  <c:v>-2027555</c:v>
                </c:pt>
                <c:pt idx="14699">
                  <c:v>-1933905</c:v>
                </c:pt>
                <c:pt idx="14700">
                  <c:v>-2025405</c:v>
                </c:pt>
                <c:pt idx="14701">
                  <c:v>-2015649</c:v>
                </c:pt>
                <c:pt idx="14702">
                  <c:v>-2013649</c:v>
                </c:pt>
                <c:pt idx="14703">
                  <c:v>-2006636</c:v>
                </c:pt>
                <c:pt idx="14704">
                  <c:v>-2010361</c:v>
                </c:pt>
                <c:pt idx="14705">
                  <c:v>-2011861</c:v>
                </c:pt>
                <c:pt idx="14706">
                  <c:v>-2014830</c:v>
                </c:pt>
                <c:pt idx="14707">
                  <c:v>-1846439</c:v>
                </c:pt>
                <c:pt idx="14708">
                  <c:v>-2018923</c:v>
                </c:pt>
                <c:pt idx="14709">
                  <c:v>-2016795</c:v>
                </c:pt>
                <c:pt idx="14710">
                  <c:v>-1935588</c:v>
                </c:pt>
                <c:pt idx="14711">
                  <c:v>-2022034</c:v>
                </c:pt>
                <c:pt idx="14712">
                  <c:v>-1992866</c:v>
                </c:pt>
                <c:pt idx="14713">
                  <c:v>-2158362</c:v>
                </c:pt>
                <c:pt idx="14714">
                  <c:v>-2023496</c:v>
                </c:pt>
                <c:pt idx="14715">
                  <c:v>-2024747</c:v>
                </c:pt>
                <c:pt idx="14716">
                  <c:v>-2011559</c:v>
                </c:pt>
                <c:pt idx="14717">
                  <c:v>-2094430</c:v>
                </c:pt>
                <c:pt idx="14718">
                  <c:v>-2094537</c:v>
                </c:pt>
                <c:pt idx="14719">
                  <c:v>-2012328</c:v>
                </c:pt>
                <c:pt idx="14720">
                  <c:v>-1882900</c:v>
                </c:pt>
                <c:pt idx="14721">
                  <c:v>-2011627</c:v>
                </c:pt>
                <c:pt idx="14722">
                  <c:v>-2005794</c:v>
                </c:pt>
                <c:pt idx="14723">
                  <c:v>-2022533</c:v>
                </c:pt>
                <c:pt idx="14724">
                  <c:v>-2010166</c:v>
                </c:pt>
                <c:pt idx="14725">
                  <c:v>-2009196</c:v>
                </c:pt>
                <c:pt idx="14726">
                  <c:v>-2013708</c:v>
                </c:pt>
                <c:pt idx="14727">
                  <c:v>-2017625</c:v>
                </c:pt>
                <c:pt idx="14728">
                  <c:v>-2040850</c:v>
                </c:pt>
                <c:pt idx="14729">
                  <c:v>-2044619</c:v>
                </c:pt>
                <c:pt idx="14730">
                  <c:v>-2094490</c:v>
                </c:pt>
                <c:pt idx="14731">
                  <c:v>-2012948</c:v>
                </c:pt>
                <c:pt idx="14732">
                  <c:v>-2151157</c:v>
                </c:pt>
                <c:pt idx="14733">
                  <c:v>-2013579</c:v>
                </c:pt>
                <c:pt idx="14734">
                  <c:v>-2022700</c:v>
                </c:pt>
                <c:pt idx="14735">
                  <c:v>-2004754</c:v>
                </c:pt>
                <c:pt idx="14736">
                  <c:v>-1821949</c:v>
                </c:pt>
                <c:pt idx="14737">
                  <c:v>-2020326</c:v>
                </c:pt>
                <c:pt idx="14738">
                  <c:v>-2143860</c:v>
                </c:pt>
                <c:pt idx="14739">
                  <c:v>-2021379</c:v>
                </c:pt>
                <c:pt idx="14740">
                  <c:v>-2014643</c:v>
                </c:pt>
                <c:pt idx="14741">
                  <c:v>-2015777</c:v>
                </c:pt>
                <c:pt idx="14742">
                  <c:v>-2021589</c:v>
                </c:pt>
                <c:pt idx="14743">
                  <c:v>-2010867</c:v>
                </c:pt>
                <c:pt idx="14744">
                  <c:v>-2019566</c:v>
                </c:pt>
                <c:pt idx="14745">
                  <c:v>-2017636</c:v>
                </c:pt>
                <c:pt idx="14746">
                  <c:v>-2276941</c:v>
                </c:pt>
                <c:pt idx="14747">
                  <c:v>-1955134</c:v>
                </c:pt>
                <c:pt idx="14748">
                  <c:v>-1963028</c:v>
                </c:pt>
                <c:pt idx="14749">
                  <c:v>-2011522</c:v>
                </c:pt>
                <c:pt idx="14750">
                  <c:v>-2013550</c:v>
                </c:pt>
                <c:pt idx="14751">
                  <c:v>-2019473</c:v>
                </c:pt>
                <c:pt idx="14752">
                  <c:v>-2019531</c:v>
                </c:pt>
                <c:pt idx="14753">
                  <c:v>-1979632</c:v>
                </c:pt>
                <c:pt idx="14754">
                  <c:v>-1951703</c:v>
                </c:pt>
                <c:pt idx="14755">
                  <c:v>-2013462</c:v>
                </c:pt>
                <c:pt idx="14756">
                  <c:v>-2035368</c:v>
                </c:pt>
                <c:pt idx="14757">
                  <c:v>-1979865</c:v>
                </c:pt>
                <c:pt idx="14758">
                  <c:v>-2007045</c:v>
                </c:pt>
                <c:pt idx="14759">
                  <c:v>-2014643</c:v>
                </c:pt>
                <c:pt idx="14760">
                  <c:v>-2017576</c:v>
                </c:pt>
                <c:pt idx="14761">
                  <c:v>-2013310</c:v>
                </c:pt>
                <c:pt idx="14762">
                  <c:v>-2010867</c:v>
                </c:pt>
                <c:pt idx="14763">
                  <c:v>-2016900</c:v>
                </c:pt>
                <c:pt idx="14764">
                  <c:v>-2019683</c:v>
                </c:pt>
                <c:pt idx="14765">
                  <c:v>-2027309</c:v>
                </c:pt>
                <c:pt idx="14766">
                  <c:v>-2012960</c:v>
                </c:pt>
                <c:pt idx="14767">
                  <c:v>-2324185</c:v>
                </c:pt>
                <c:pt idx="14768">
                  <c:v>-2015450</c:v>
                </c:pt>
                <c:pt idx="14769">
                  <c:v>-2094415</c:v>
                </c:pt>
                <c:pt idx="14770">
                  <c:v>-1955005</c:v>
                </c:pt>
                <c:pt idx="14771">
                  <c:v>-1836151</c:v>
                </c:pt>
                <c:pt idx="14772">
                  <c:v>-1957396</c:v>
                </c:pt>
                <c:pt idx="14773">
                  <c:v>-2012960</c:v>
                </c:pt>
                <c:pt idx="14774">
                  <c:v>-1959471</c:v>
                </c:pt>
                <c:pt idx="14775">
                  <c:v>-2015204</c:v>
                </c:pt>
                <c:pt idx="14776">
                  <c:v>-2015244</c:v>
                </c:pt>
                <c:pt idx="14777">
                  <c:v>-1847843</c:v>
                </c:pt>
                <c:pt idx="14778">
                  <c:v>-2155245</c:v>
                </c:pt>
                <c:pt idx="14779">
                  <c:v>-2024724</c:v>
                </c:pt>
                <c:pt idx="14780">
                  <c:v>-2016105</c:v>
                </c:pt>
                <c:pt idx="14781">
                  <c:v>-2015964</c:v>
                </c:pt>
                <c:pt idx="14782">
                  <c:v>-1908766</c:v>
                </c:pt>
                <c:pt idx="14783">
                  <c:v>-1981476</c:v>
                </c:pt>
                <c:pt idx="14784">
                  <c:v>-2020382</c:v>
                </c:pt>
                <c:pt idx="14785">
                  <c:v>-1820470</c:v>
                </c:pt>
                <c:pt idx="14786">
                  <c:v>-2022034</c:v>
                </c:pt>
                <c:pt idx="14787">
                  <c:v>-2008716</c:v>
                </c:pt>
                <c:pt idx="14788">
                  <c:v>-1997194</c:v>
                </c:pt>
                <c:pt idx="14789">
                  <c:v>-2016374</c:v>
                </c:pt>
                <c:pt idx="14790">
                  <c:v>-2017625</c:v>
                </c:pt>
                <c:pt idx="14791">
                  <c:v>-2011412</c:v>
                </c:pt>
                <c:pt idx="14792">
                  <c:v>-1848481</c:v>
                </c:pt>
                <c:pt idx="14793">
                  <c:v>-2018411</c:v>
                </c:pt>
                <c:pt idx="14794">
                  <c:v>-1898359</c:v>
                </c:pt>
                <c:pt idx="14795">
                  <c:v>-2008739</c:v>
                </c:pt>
                <c:pt idx="14796">
                  <c:v>-2015088</c:v>
                </c:pt>
                <c:pt idx="14797">
                  <c:v>-2016128</c:v>
                </c:pt>
                <c:pt idx="14798">
                  <c:v>-2007255</c:v>
                </c:pt>
                <c:pt idx="14799">
                  <c:v>-2010002</c:v>
                </c:pt>
                <c:pt idx="14800">
                  <c:v>-2012972</c:v>
                </c:pt>
                <c:pt idx="14801">
                  <c:v>-2151663</c:v>
                </c:pt>
                <c:pt idx="14802">
                  <c:v>-2019332</c:v>
                </c:pt>
                <c:pt idx="14803">
                  <c:v>-2005782</c:v>
                </c:pt>
                <c:pt idx="14804">
                  <c:v>-2014247</c:v>
                </c:pt>
                <c:pt idx="14805">
                  <c:v>-2018572</c:v>
                </c:pt>
                <c:pt idx="14806">
                  <c:v>-2016732</c:v>
                </c:pt>
                <c:pt idx="14807">
                  <c:v>-2018490</c:v>
                </c:pt>
                <c:pt idx="14808">
                  <c:v>-1819820</c:v>
                </c:pt>
                <c:pt idx="14809">
                  <c:v>-1954516</c:v>
                </c:pt>
                <c:pt idx="14810">
                  <c:v>-2012878</c:v>
                </c:pt>
                <c:pt idx="14811">
                  <c:v>-2007066</c:v>
                </c:pt>
                <c:pt idx="14812">
                  <c:v>-2012972</c:v>
                </c:pt>
                <c:pt idx="14813">
                  <c:v>-2010364</c:v>
                </c:pt>
                <c:pt idx="14814">
                  <c:v>-1961897</c:v>
                </c:pt>
                <c:pt idx="14815">
                  <c:v>-2015532</c:v>
                </c:pt>
                <c:pt idx="14816">
                  <c:v>-1962465</c:v>
                </c:pt>
                <c:pt idx="14817">
                  <c:v>-2014529</c:v>
                </c:pt>
                <c:pt idx="14818">
                  <c:v>-2051544</c:v>
                </c:pt>
                <c:pt idx="14819">
                  <c:v>-1979632</c:v>
                </c:pt>
                <c:pt idx="14820">
                  <c:v>-2016374</c:v>
                </c:pt>
                <c:pt idx="14821">
                  <c:v>-2016537</c:v>
                </c:pt>
                <c:pt idx="14822">
                  <c:v>-2010185</c:v>
                </c:pt>
                <c:pt idx="14823">
                  <c:v>-2028546</c:v>
                </c:pt>
                <c:pt idx="14824">
                  <c:v>-2012995</c:v>
                </c:pt>
                <c:pt idx="14825">
                  <c:v>-2009196</c:v>
                </c:pt>
                <c:pt idx="14826">
                  <c:v>-1961920</c:v>
                </c:pt>
                <c:pt idx="14827">
                  <c:v>-2012223</c:v>
                </c:pt>
                <c:pt idx="14828">
                  <c:v>-2017414</c:v>
                </c:pt>
                <c:pt idx="14829">
                  <c:v>-1836267</c:v>
                </c:pt>
                <c:pt idx="14830">
                  <c:v>-1962297</c:v>
                </c:pt>
                <c:pt idx="14831">
                  <c:v>-2008614</c:v>
                </c:pt>
                <c:pt idx="14832">
                  <c:v>-1960474</c:v>
                </c:pt>
                <c:pt idx="14833">
                  <c:v>-2009077</c:v>
                </c:pt>
                <c:pt idx="14834">
                  <c:v>-1967881</c:v>
                </c:pt>
                <c:pt idx="14835">
                  <c:v>-2014000</c:v>
                </c:pt>
                <c:pt idx="14836">
                  <c:v>-2021331</c:v>
                </c:pt>
                <c:pt idx="14837">
                  <c:v>-2021367</c:v>
                </c:pt>
                <c:pt idx="14838">
                  <c:v>-1909545</c:v>
                </c:pt>
                <c:pt idx="14839">
                  <c:v>-2011779</c:v>
                </c:pt>
                <c:pt idx="14840">
                  <c:v>-1967251</c:v>
                </c:pt>
                <c:pt idx="14841">
                  <c:v>-2017742</c:v>
                </c:pt>
                <c:pt idx="14842">
                  <c:v>-2011697</c:v>
                </c:pt>
                <c:pt idx="14843">
                  <c:v>-2269623</c:v>
                </c:pt>
                <c:pt idx="14844">
                  <c:v>-2017119</c:v>
                </c:pt>
                <c:pt idx="14845">
                  <c:v>-2021110</c:v>
                </c:pt>
                <c:pt idx="14846">
                  <c:v>-2015088</c:v>
                </c:pt>
                <c:pt idx="14847">
                  <c:v>-2018478</c:v>
                </c:pt>
                <c:pt idx="14848">
                  <c:v>-2024701</c:v>
                </c:pt>
                <c:pt idx="14849">
                  <c:v>-2019531</c:v>
                </c:pt>
                <c:pt idx="14850">
                  <c:v>-2024903</c:v>
                </c:pt>
                <c:pt idx="14851">
                  <c:v>-2094525</c:v>
                </c:pt>
                <c:pt idx="14852">
                  <c:v>-2016175</c:v>
                </c:pt>
                <c:pt idx="14853">
                  <c:v>-1961854</c:v>
                </c:pt>
                <c:pt idx="14854">
                  <c:v>-2278845</c:v>
                </c:pt>
                <c:pt idx="14855">
                  <c:v>-2013907</c:v>
                </c:pt>
                <c:pt idx="14856">
                  <c:v>-1792474</c:v>
                </c:pt>
                <c:pt idx="14857">
                  <c:v>-2018806</c:v>
                </c:pt>
                <c:pt idx="14858">
                  <c:v>-2011252</c:v>
                </c:pt>
                <c:pt idx="14859">
                  <c:v>-2014863</c:v>
                </c:pt>
                <c:pt idx="14860">
                  <c:v>-2016795</c:v>
                </c:pt>
                <c:pt idx="14861">
                  <c:v>-1980706</c:v>
                </c:pt>
                <c:pt idx="14862">
                  <c:v>-2011159</c:v>
                </c:pt>
                <c:pt idx="14863">
                  <c:v>-2021874</c:v>
                </c:pt>
                <c:pt idx="14864">
                  <c:v>-1848320</c:v>
                </c:pt>
                <c:pt idx="14865">
                  <c:v>-2011194</c:v>
                </c:pt>
                <c:pt idx="14866">
                  <c:v>-2248229</c:v>
                </c:pt>
                <c:pt idx="14867">
                  <c:v>-2018734</c:v>
                </c:pt>
                <c:pt idx="14868">
                  <c:v>-1957151</c:v>
                </c:pt>
                <c:pt idx="14869">
                  <c:v>-2155266</c:v>
                </c:pt>
                <c:pt idx="14870">
                  <c:v>-2015532</c:v>
                </c:pt>
                <c:pt idx="14871">
                  <c:v>-2010738</c:v>
                </c:pt>
                <c:pt idx="14872">
                  <c:v>-2011124</c:v>
                </c:pt>
                <c:pt idx="14873">
                  <c:v>-1908101</c:v>
                </c:pt>
                <c:pt idx="14874">
                  <c:v>-2017192</c:v>
                </c:pt>
                <c:pt idx="14875">
                  <c:v>-2015134</c:v>
                </c:pt>
                <c:pt idx="14876">
                  <c:v>-2013995</c:v>
                </c:pt>
                <c:pt idx="14877">
                  <c:v>-1848620</c:v>
                </c:pt>
                <c:pt idx="14878">
                  <c:v>-2012995</c:v>
                </c:pt>
                <c:pt idx="14879">
                  <c:v>-1916996</c:v>
                </c:pt>
                <c:pt idx="14880">
                  <c:v>-1900363</c:v>
                </c:pt>
                <c:pt idx="14881">
                  <c:v>-2017999</c:v>
                </c:pt>
                <c:pt idx="14882">
                  <c:v>-2008915</c:v>
                </c:pt>
                <c:pt idx="14883">
                  <c:v>-1811626</c:v>
                </c:pt>
                <c:pt idx="14884">
                  <c:v>-2014247</c:v>
                </c:pt>
                <c:pt idx="14885">
                  <c:v>-2015660</c:v>
                </c:pt>
                <c:pt idx="14886">
                  <c:v>-2006636</c:v>
                </c:pt>
                <c:pt idx="14887">
                  <c:v>-2012972</c:v>
                </c:pt>
                <c:pt idx="14888">
                  <c:v>-1876043</c:v>
                </c:pt>
                <c:pt idx="14889">
                  <c:v>-1935510</c:v>
                </c:pt>
                <c:pt idx="14890">
                  <c:v>-2277628</c:v>
                </c:pt>
                <c:pt idx="14891">
                  <c:v>-2015244</c:v>
                </c:pt>
                <c:pt idx="14892">
                  <c:v>-2010364</c:v>
                </c:pt>
                <c:pt idx="14893">
                  <c:v>-2013462</c:v>
                </c:pt>
                <c:pt idx="14894">
                  <c:v>-2017426</c:v>
                </c:pt>
                <c:pt idx="14895">
                  <c:v>-1961174</c:v>
                </c:pt>
                <c:pt idx="14896">
                  <c:v>-2023562</c:v>
                </c:pt>
                <c:pt idx="14897">
                  <c:v>-2013462</c:v>
                </c:pt>
                <c:pt idx="14898">
                  <c:v>-2010002</c:v>
                </c:pt>
                <c:pt idx="14899">
                  <c:v>-2016280</c:v>
                </c:pt>
                <c:pt idx="14900">
                  <c:v>-2018467</c:v>
                </c:pt>
                <c:pt idx="14901">
                  <c:v>-2016163</c:v>
                </c:pt>
                <c:pt idx="14902">
                  <c:v>-1961186</c:v>
                </c:pt>
                <c:pt idx="14903">
                  <c:v>-2017414</c:v>
                </c:pt>
                <c:pt idx="14904">
                  <c:v>-2022127</c:v>
                </c:pt>
                <c:pt idx="14905">
                  <c:v>-1935452</c:v>
                </c:pt>
                <c:pt idx="14906">
                  <c:v>-2016900</c:v>
                </c:pt>
                <c:pt idx="14907">
                  <c:v>-2020829</c:v>
                </c:pt>
                <c:pt idx="14908">
                  <c:v>-2013579</c:v>
                </c:pt>
                <c:pt idx="14909">
                  <c:v>-1895820</c:v>
                </c:pt>
                <c:pt idx="14910">
                  <c:v>-2011779</c:v>
                </c:pt>
                <c:pt idx="14911">
                  <c:v>-2008556</c:v>
                </c:pt>
                <c:pt idx="14912">
                  <c:v>-1848968</c:v>
                </c:pt>
                <c:pt idx="14913">
                  <c:v>-2013579</c:v>
                </c:pt>
                <c:pt idx="14914">
                  <c:v>-1848574</c:v>
                </c:pt>
                <c:pt idx="14915">
                  <c:v>-2024069</c:v>
                </c:pt>
                <c:pt idx="14916">
                  <c:v>-1848156</c:v>
                </c:pt>
                <c:pt idx="14917">
                  <c:v>-1791617</c:v>
                </c:pt>
                <c:pt idx="14918">
                  <c:v>-1962025</c:v>
                </c:pt>
                <c:pt idx="14919">
                  <c:v>-2017192</c:v>
                </c:pt>
                <c:pt idx="14920">
                  <c:v>-2019437</c:v>
                </c:pt>
                <c:pt idx="14921">
                  <c:v>-2024848</c:v>
                </c:pt>
                <c:pt idx="14922">
                  <c:v>-2008938</c:v>
                </c:pt>
                <c:pt idx="14923">
                  <c:v>-1843101</c:v>
                </c:pt>
                <c:pt idx="14924">
                  <c:v>-1961291</c:v>
                </c:pt>
                <c:pt idx="14925">
                  <c:v>-2017414</c:v>
                </c:pt>
                <c:pt idx="14926">
                  <c:v>-2014000</c:v>
                </c:pt>
                <c:pt idx="14927">
                  <c:v>-2017184</c:v>
                </c:pt>
                <c:pt idx="14928">
                  <c:v>-2012808</c:v>
                </c:pt>
                <c:pt idx="14929">
                  <c:v>-2022700</c:v>
                </c:pt>
                <c:pt idx="14930">
                  <c:v>-2036530</c:v>
                </c:pt>
                <c:pt idx="14931">
                  <c:v>-1762157</c:v>
                </c:pt>
                <c:pt idx="14932">
                  <c:v>-2006554</c:v>
                </c:pt>
                <c:pt idx="14933">
                  <c:v>-2005329</c:v>
                </c:pt>
                <c:pt idx="14934">
                  <c:v>-2269623</c:v>
                </c:pt>
                <c:pt idx="14935">
                  <c:v>-2006063</c:v>
                </c:pt>
                <c:pt idx="14936">
                  <c:v>-2017119</c:v>
                </c:pt>
                <c:pt idx="14937">
                  <c:v>-2248034</c:v>
                </c:pt>
                <c:pt idx="14938">
                  <c:v>-2051552</c:v>
                </c:pt>
                <c:pt idx="14939">
                  <c:v>-1960531</c:v>
                </c:pt>
                <c:pt idx="14940">
                  <c:v>-2037505</c:v>
                </c:pt>
                <c:pt idx="14941">
                  <c:v>-2018533</c:v>
                </c:pt>
                <c:pt idx="14942">
                  <c:v>-2008915</c:v>
                </c:pt>
                <c:pt idx="14943">
                  <c:v>-2028327</c:v>
                </c:pt>
                <c:pt idx="14944">
                  <c:v>-2094430</c:v>
                </c:pt>
                <c:pt idx="14945">
                  <c:v>-1847228</c:v>
                </c:pt>
                <c:pt idx="14946">
                  <c:v>-1847364</c:v>
                </c:pt>
                <c:pt idx="14947">
                  <c:v>-2020069</c:v>
                </c:pt>
                <c:pt idx="14948">
                  <c:v>-2006601</c:v>
                </c:pt>
                <c:pt idx="14949">
                  <c:v>-2015532</c:v>
                </c:pt>
                <c:pt idx="14950">
                  <c:v>-2008424</c:v>
                </c:pt>
                <c:pt idx="14951">
                  <c:v>-2012738</c:v>
                </c:pt>
                <c:pt idx="14952">
                  <c:v>-2011861</c:v>
                </c:pt>
                <c:pt idx="14953">
                  <c:v>-2007886</c:v>
                </c:pt>
                <c:pt idx="14954">
                  <c:v>-2007442</c:v>
                </c:pt>
                <c:pt idx="14955">
                  <c:v>-2016128</c:v>
                </c:pt>
                <c:pt idx="14956">
                  <c:v>-2011931</c:v>
                </c:pt>
                <c:pt idx="14957">
                  <c:v>-2009472</c:v>
                </c:pt>
                <c:pt idx="14958">
                  <c:v>-2016128</c:v>
                </c:pt>
                <c:pt idx="14959">
                  <c:v>-2017649</c:v>
                </c:pt>
                <c:pt idx="14960">
                  <c:v>-2036741</c:v>
                </c:pt>
                <c:pt idx="14961">
                  <c:v>-1861681</c:v>
                </c:pt>
                <c:pt idx="14962">
                  <c:v>-1980192</c:v>
                </c:pt>
                <c:pt idx="14963">
                  <c:v>-1947475</c:v>
                </c:pt>
                <c:pt idx="14964">
                  <c:v>-2016152</c:v>
                </c:pt>
                <c:pt idx="14965">
                  <c:v>-2024069</c:v>
                </c:pt>
                <c:pt idx="14966">
                  <c:v>-2012738</c:v>
                </c:pt>
                <c:pt idx="14967">
                  <c:v>-1910991</c:v>
                </c:pt>
                <c:pt idx="14968">
                  <c:v>-2015204</c:v>
                </c:pt>
                <c:pt idx="14969">
                  <c:v>-1959296</c:v>
                </c:pt>
                <c:pt idx="14970">
                  <c:v>-2015088</c:v>
                </c:pt>
                <c:pt idx="14971">
                  <c:v>-2017356</c:v>
                </c:pt>
                <c:pt idx="14972">
                  <c:v>-2018411</c:v>
                </c:pt>
                <c:pt idx="14973">
                  <c:v>-2021383</c:v>
                </c:pt>
                <c:pt idx="14974">
                  <c:v>-1998421</c:v>
                </c:pt>
                <c:pt idx="14975">
                  <c:v>-2022954</c:v>
                </c:pt>
                <c:pt idx="14976">
                  <c:v>-1886073</c:v>
                </c:pt>
                <c:pt idx="14977">
                  <c:v>-1966889</c:v>
                </c:pt>
                <c:pt idx="14978">
                  <c:v>-2094430</c:v>
                </c:pt>
                <c:pt idx="14979">
                  <c:v>-2013907</c:v>
                </c:pt>
                <c:pt idx="14980">
                  <c:v>-2020092</c:v>
                </c:pt>
                <c:pt idx="14981">
                  <c:v>-2044619</c:v>
                </c:pt>
                <c:pt idx="14982">
                  <c:v>-2022034</c:v>
                </c:pt>
                <c:pt idx="14983">
                  <c:v>-2015929</c:v>
                </c:pt>
                <c:pt idx="14984">
                  <c:v>-2018803</c:v>
                </c:pt>
                <c:pt idx="14985">
                  <c:v>-2005329</c:v>
                </c:pt>
                <c:pt idx="14986">
                  <c:v>-2007466</c:v>
                </c:pt>
                <c:pt idx="14987">
                  <c:v>-2012808</c:v>
                </c:pt>
                <c:pt idx="14988">
                  <c:v>-2010271</c:v>
                </c:pt>
                <c:pt idx="14989">
                  <c:v>-2011779</c:v>
                </c:pt>
                <c:pt idx="14990">
                  <c:v>-1974356</c:v>
                </c:pt>
                <c:pt idx="14991">
                  <c:v>-2016175</c:v>
                </c:pt>
                <c:pt idx="14992">
                  <c:v>-2024301</c:v>
                </c:pt>
                <c:pt idx="14993">
                  <c:v>-1960626</c:v>
                </c:pt>
                <c:pt idx="14994">
                  <c:v>-1895820</c:v>
                </c:pt>
                <c:pt idx="14995">
                  <c:v>-2006747</c:v>
                </c:pt>
                <c:pt idx="14996">
                  <c:v>-1961186</c:v>
                </c:pt>
                <c:pt idx="14997">
                  <c:v>-1960474</c:v>
                </c:pt>
                <c:pt idx="14998">
                  <c:v>-2024747</c:v>
                </c:pt>
                <c:pt idx="14999">
                  <c:v>-1997323</c:v>
                </c:pt>
                <c:pt idx="15000">
                  <c:v>-2005782</c:v>
                </c:pt>
                <c:pt idx="15001">
                  <c:v>-1968686</c:v>
                </c:pt>
                <c:pt idx="15002">
                  <c:v>-1961291</c:v>
                </c:pt>
                <c:pt idx="15003">
                  <c:v>-2017531</c:v>
                </c:pt>
                <c:pt idx="15004">
                  <c:v>-2013708</c:v>
                </c:pt>
                <c:pt idx="15005">
                  <c:v>-2005911</c:v>
                </c:pt>
                <c:pt idx="15006">
                  <c:v>-2008723</c:v>
                </c:pt>
                <c:pt idx="15007">
                  <c:v>-2014290</c:v>
                </c:pt>
                <c:pt idx="15008">
                  <c:v>-1959565</c:v>
                </c:pt>
                <c:pt idx="15009">
                  <c:v>-2020133</c:v>
                </c:pt>
                <c:pt idx="15010">
                  <c:v>-2011861</c:v>
                </c:pt>
                <c:pt idx="15011">
                  <c:v>-2044954</c:v>
                </c:pt>
                <c:pt idx="15012">
                  <c:v>-2009472</c:v>
                </c:pt>
                <c:pt idx="15013">
                  <c:v>-2044954</c:v>
                </c:pt>
                <c:pt idx="15014">
                  <c:v>-2011697</c:v>
                </c:pt>
                <c:pt idx="15015">
                  <c:v>-2009141</c:v>
                </c:pt>
                <c:pt idx="15016">
                  <c:v>-1969001</c:v>
                </c:pt>
                <c:pt idx="15017">
                  <c:v>-2013790</c:v>
                </c:pt>
                <c:pt idx="15018">
                  <c:v>-1962410</c:v>
                </c:pt>
                <c:pt idx="15019">
                  <c:v>-1960340</c:v>
                </c:pt>
                <c:pt idx="15020">
                  <c:v>-2017683</c:v>
                </c:pt>
                <c:pt idx="15021">
                  <c:v>-2011522</c:v>
                </c:pt>
                <c:pt idx="15022">
                  <c:v>-2018291</c:v>
                </c:pt>
                <c:pt idx="15023">
                  <c:v>-2025309</c:v>
                </c:pt>
                <c:pt idx="15024">
                  <c:v>-2012948</c:v>
                </c:pt>
                <c:pt idx="15025">
                  <c:v>-2011498</c:v>
                </c:pt>
                <c:pt idx="15026">
                  <c:v>-2006496</c:v>
                </c:pt>
                <c:pt idx="15027">
                  <c:v>-2150357</c:v>
                </c:pt>
                <c:pt idx="15028">
                  <c:v>-2010844</c:v>
                </c:pt>
                <c:pt idx="15029">
                  <c:v>-2326654</c:v>
                </c:pt>
                <c:pt idx="15030">
                  <c:v>-2015883</c:v>
                </c:pt>
                <c:pt idx="15031">
                  <c:v>-1836360</c:v>
                </c:pt>
                <c:pt idx="15032">
                  <c:v>-2015602</c:v>
                </c:pt>
                <c:pt idx="15033">
                  <c:v>-2020490</c:v>
                </c:pt>
                <c:pt idx="15034">
                  <c:v>-1671090</c:v>
                </c:pt>
                <c:pt idx="15035">
                  <c:v>-1668937</c:v>
                </c:pt>
                <c:pt idx="15036">
                  <c:v>-1232243</c:v>
                </c:pt>
                <c:pt idx="15037">
                  <c:v>-1701673</c:v>
                </c:pt>
                <c:pt idx="15038">
                  <c:v>-1618366</c:v>
                </c:pt>
                <c:pt idx="15039">
                  <c:v>-1726419</c:v>
                </c:pt>
                <c:pt idx="15040">
                  <c:v>-1344768</c:v>
                </c:pt>
                <c:pt idx="15041">
                  <c:v>-1276125</c:v>
                </c:pt>
                <c:pt idx="15042">
                  <c:v>-1693677</c:v>
                </c:pt>
                <c:pt idx="15043">
                  <c:v>-1450127</c:v>
                </c:pt>
                <c:pt idx="15044">
                  <c:v>-1785015</c:v>
                </c:pt>
                <c:pt idx="15045">
                  <c:v>-1661902</c:v>
                </c:pt>
                <c:pt idx="15046">
                  <c:v>-1517929</c:v>
                </c:pt>
                <c:pt idx="15047">
                  <c:v>-1318759</c:v>
                </c:pt>
                <c:pt idx="15048">
                  <c:v>-1419102</c:v>
                </c:pt>
                <c:pt idx="15049">
                  <c:v>-1742814</c:v>
                </c:pt>
                <c:pt idx="15050">
                  <c:v>-1630712</c:v>
                </c:pt>
                <c:pt idx="15051">
                  <c:v>-1639302</c:v>
                </c:pt>
                <c:pt idx="15052">
                  <c:v>-1246932</c:v>
                </c:pt>
                <c:pt idx="15053">
                  <c:v>-1694076</c:v>
                </c:pt>
                <c:pt idx="15054">
                  <c:v>-1609531</c:v>
                </c:pt>
                <c:pt idx="15055">
                  <c:v>-1437200</c:v>
                </c:pt>
                <c:pt idx="15056">
                  <c:v>-1719067</c:v>
                </c:pt>
                <c:pt idx="15057">
                  <c:v>-1679242</c:v>
                </c:pt>
                <c:pt idx="15058">
                  <c:v>-1778392</c:v>
                </c:pt>
                <c:pt idx="15059">
                  <c:v>-1608902</c:v>
                </c:pt>
                <c:pt idx="15060">
                  <c:v>-1294174</c:v>
                </c:pt>
                <c:pt idx="15061">
                  <c:v>-1633025</c:v>
                </c:pt>
                <c:pt idx="15062">
                  <c:v>-1674902</c:v>
                </c:pt>
                <c:pt idx="15063">
                  <c:v>-1239320</c:v>
                </c:pt>
                <c:pt idx="15064">
                  <c:v>-1421493</c:v>
                </c:pt>
                <c:pt idx="15065">
                  <c:v>-1589308</c:v>
                </c:pt>
                <c:pt idx="15066">
                  <c:v>-1690295</c:v>
                </c:pt>
                <c:pt idx="15067">
                  <c:v>-1654769</c:v>
                </c:pt>
                <c:pt idx="15068">
                  <c:v>-1226834</c:v>
                </c:pt>
                <c:pt idx="15069">
                  <c:v>-1612655</c:v>
                </c:pt>
                <c:pt idx="15070">
                  <c:v>-1605717</c:v>
                </c:pt>
                <c:pt idx="15071">
                  <c:v>-1677482</c:v>
                </c:pt>
                <c:pt idx="15072">
                  <c:v>-1466108</c:v>
                </c:pt>
                <c:pt idx="15073">
                  <c:v>-1660106</c:v>
                </c:pt>
                <c:pt idx="15074">
                  <c:v>-1417948</c:v>
                </c:pt>
                <c:pt idx="15075">
                  <c:v>-1496795</c:v>
                </c:pt>
                <c:pt idx="15076">
                  <c:v>-1699471</c:v>
                </c:pt>
                <c:pt idx="15077">
                  <c:v>-1223795</c:v>
                </c:pt>
                <c:pt idx="15078">
                  <c:v>-1687437</c:v>
                </c:pt>
                <c:pt idx="15079">
                  <c:v>-1682828</c:v>
                </c:pt>
                <c:pt idx="15080">
                  <c:v>-1792138</c:v>
                </c:pt>
                <c:pt idx="15081">
                  <c:v>-1773164</c:v>
                </c:pt>
                <c:pt idx="15082">
                  <c:v>-1609208</c:v>
                </c:pt>
                <c:pt idx="15083">
                  <c:v>-1719684</c:v>
                </c:pt>
                <c:pt idx="15084">
                  <c:v>-1551899</c:v>
                </c:pt>
                <c:pt idx="15085">
                  <c:v>-1409744</c:v>
                </c:pt>
                <c:pt idx="15086">
                  <c:v>-1663766</c:v>
                </c:pt>
                <c:pt idx="15087">
                  <c:v>-1608444</c:v>
                </c:pt>
                <c:pt idx="15088">
                  <c:v>-1680324</c:v>
                </c:pt>
                <c:pt idx="15089">
                  <c:v>-1610125</c:v>
                </c:pt>
                <c:pt idx="15090">
                  <c:v>-1674303</c:v>
                </c:pt>
                <c:pt idx="15091">
                  <c:v>-1655085</c:v>
                </c:pt>
                <c:pt idx="15092">
                  <c:v>-1638336</c:v>
                </c:pt>
                <c:pt idx="15093">
                  <c:v>-1239320</c:v>
                </c:pt>
                <c:pt idx="15094">
                  <c:v>-1183401</c:v>
                </c:pt>
                <c:pt idx="15095">
                  <c:v>-1600802</c:v>
                </c:pt>
                <c:pt idx="15096">
                  <c:v>-1543221</c:v>
                </c:pt>
                <c:pt idx="15097">
                  <c:v>-1677275</c:v>
                </c:pt>
                <c:pt idx="15098">
                  <c:v>-1331418</c:v>
                </c:pt>
                <c:pt idx="15099">
                  <c:v>-1717625</c:v>
                </c:pt>
                <c:pt idx="15100">
                  <c:v>-1543109</c:v>
                </c:pt>
                <c:pt idx="15101">
                  <c:v>-1293254</c:v>
                </c:pt>
                <c:pt idx="15102">
                  <c:v>-1399792</c:v>
                </c:pt>
                <c:pt idx="15103">
                  <c:v>-1229487</c:v>
                </c:pt>
                <c:pt idx="15104">
                  <c:v>-1306527</c:v>
                </c:pt>
                <c:pt idx="15105">
                  <c:v>-1356483</c:v>
                </c:pt>
                <c:pt idx="15106">
                  <c:v>-1693165</c:v>
                </c:pt>
                <c:pt idx="15107">
                  <c:v>-1682934</c:v>
                </c:pt>
                <c:pt idx="15108">
                  <c:v>-1777316</c:v>
                </c:pt>
                <c:pt idx="15109">
                  <c:v>-1674315</c:v>
                </c:pt>
                <c:pt idx="15110">
                  <c:v>-1612814</c:v>
                </c:pt>
                <c:pt idx="15111">
                  <c:v>-1627355</c:v>
                </c:pt>
                <c:pt idx="15112">
                  <c:v>-1565040</c:v>
                </c:pt>
                <c:pt idx="15113">
                  <c:v>-1670341</c:v>
                </c:pt>
                <c:pt idx="15114">
                  <c:v>-1750438</c:v>
                </c:pt>
                <c:pt idx="15115">
                  <c:v>-1233263</c:v>
                </c:pt>
                <c:pt idx="15116">
                  <c:v>-1727746</c:v>
                </c:pt>
                <c:pt idx="15117">
                  <c:v>-1406280</c:v>
                </c:pt>
                <c:pt idx="15118">
                  <c:v>-1604315</c:v>
                </c:pt>
                <c:pt idx="15119">
                  <c:v>-1436892</c:v>
                </c:pt>
                <c:pt idx="15120">
                  <c:v>-1610736</c:v>
                </c:pt>
                <c:pt idx="15121">
                  <c:v>-1760469</c:v>
                </c:pt>
                <c:pt idx="15122">
                  <c:v>-1763018</c:v>
                </c:pt>
                <c:pt idx="15123">
                  <c:v>-1580573</c:v>
                </c:pt>
                <c:pt idx="15124">
                  <c:v>-1269506</c:v>
                </c:pt>
                <c:pt idx="15125">
                  <c:v>-1232356</c:v>
                </c:pt>
                <c:pt idx="15126">
                  <c:v>-1654581</c:v>
                </c:pt>
                <c:pt idx="15127">
                  <c:v>-1487645</c:v>
                </c:pt>
                <c:pt idx="15128">
                  <c:v>-1701408</c:v>
                </c:pt>
                <c:pt idx="15129">
                  <c:v>-1680287</c:v>
                </c:pt>
                <c:pt idx="15130">
                  <c:v>-1741567</c:v>
                </c:pt>
                <c:pt idx="15131">
                  <c:v>-1717129</c:v>
                </c:pt>
                <c:pt idx="15132">
                  <c:v>-1669443</c:v>
                </c:pt>
                <c:pt idx="15133">
                  <c:v>-1697776</c:v>
                </c:pt>
                <c:pt idx="15134">
                  <c:v>-1664716</c:v>
                </c:pt>
                <c:pt idx="15135">
                  <c:v>-1771406</c:v>
                </c:pt>
                <c:pt idx="15136">
                  <c:v>-1750947</c:v>
                </c:pt>
                <c:pt idx="15137">
                  <c:v>-1686918</c:v>
                </c:pt>
                <c:pt idx="15138">
                  <c:v>-1681070</c:v>
                </c:pt>
                <c:pt idx="15139">
                  <c:v>-1397637</c:v>
                </c:pt>
                <c:pt idx="15140">
                  <c:v>-1721167</c:v>
                </c:pt>
                <c:pt idx="15141">
                  <c:v>-1658821</c:v>
                </c:pt>
                <c:pt idx="15142">
                  <c:v>-1658725</c:v>
                </c:pt>
                <c:pt idx="15143">
                  <c:v>-1609208</c:v>
                </c:pt>
                <c:pt idx="15144">
                  <c:v>-1683300</c:v>
                </c:pt>
                <c:pt idx="15145">
                  <c:v>-1617010</c:v>
                </c:pt>
                <c:pt idx="15146">
                  <c:v>-1736543</c:v>
                </c:pt>
                <c:pt idx="15147">
                  <c:v>-1456432</c:v>
                </c:pt>
                <c:pt idx="15148">
                  <c:v>-1694479</c:v>
                </c:pt>
                <c:pt idx="15149">
                  <c:v>-1651428</c:v>
                </c:pt>
                <c:pt idx="15150">
                  <c:v>-1727400</c:v>
                </c:pt>
                <c:pt idx="15151">
                  <c:v>-1486410</c:v>
                </c:pt>
                <c:pt idx="15152">
                  <c:v>-1768781</c:v>
                </c:pt>
                <c:pt idx="15153">
                  <c:v>-1692681</c:v>
                </c:pt>
                <c:pt idx="15154">
                  <c:v>-1780358</c:v>
                </c:pt>
                <c:pt idx="15155">
                  <c:v>-1706136</c:v>
                </c:pt>
                <c:pt idx="15156">
                  <c:v>-1738922</c:v>
                </c:pt>
                <c:pt idx="15157">
                  <c:v>-1276057</c:v>
                </c:pt>
                <c:pt idx="15158">
                  <c:v>-1753570</c:v>
                </c:pt>
                <c:pt idx="15159">
                  <c:v>-1832174</c:v>
                </c:pt>
                <c:pt idx="15160">
                  <c:v>-1674994</c:v>
                </c:pt>
                <c:pt idx="15161">
                  <c:v>-1793504</c:v>
                </c:pt>
                <c:pt idx="15162">
                  <c:v>-1652171</c:v>
                </c:pt>
                <c:pt idx="15163">
                  <c:v>-1344646</c:v>
                </c:pt>
                <c:pt idx="15164">
                  <c:v>-1657940</c:v>
                </c:pt>
                <c:pt idx="15165">
                  <c:v>-1687989</c:v>
                </c:pt>
                <c:pt idx="15166">
                  <c:v>-1485347</c:v>
                </c:pt>
                <c:pt idx="15167">
                  <c:v>-1553562</c:v>
                </c:pt>
                <c:pt idx="15168">
                  <c:v>-1231336</c:v>
                </c:pt>
                <c:pt idx="15169">
                  <c:v>-1642063</c:v>
                </c:pt>
                <c:pt idx="15170">
                  <c:v>-1776748</c:v>
                </c:pt>
                <c:pt idx="15171">
                  <c:v>-1794650</c:v>
                </c:pt>
                <c:pt idx="15172">
                  <c:v>-1235736</c:v>
                </c:pt>
                <c:pt idx="15173">
                  <c:v>-1707923</c:v>
                </c:pt>
                <c:pt idx="15174">
                  <c:v>-1407979</c:v>
                </c:pt>
                <c:pt idx="15175">
                  <c:v>-1670341</c:v>
                </c:pt>
                <c:pt idx="15176">
                  <c:v>-1703495</c:v>
                </c:pt>
                <c:pt idx="15177">
                  <c:v>-1778362</c:v>
                </c:pt>
                <c:pt idx="15178">
                  <c:v>-1655087</c:v>
                </c:pt>
                <c:pt idx="15179">
                  <c:v>-1744523</c:v>
                </c:pt>
                <c:pt idx="15180">
                  <c:v>-1673929</c:v>
                </c:pt>
                <c:pt idx="15181">
                  <c:v>-1210409</c:v>
                </c:pt>
                <c:pt idx="15182">
                  <c:v>-1232152</c:v>
                </c:pt>
                <c:pt idx="15183">
                  <c:v>-1545607</c:v>
                </c:pt>
                <c:pt idx="15184">
                  <c:v>-1232960</c:v>
                </c:pt>
                <c:pt idx="15185">
                  <c:v>-1232130</c:v>
                </c:pt>
                <c:pt idx="15186">
                  <c:v>-1583565</c:v>
                </c:pt>
                <c:pt idx="15187">
                  <c:v>-1670169</c:v>
                </c:pt>
                <c:pt idx="15188">
                  <c:v>-1544908</c:v>
                </c:pt>
                <c:pt idx="15189">
                  <c:v>-1232163</c:v>
                </c:pt>
                <c:pt idx="15190">
                  <c:v>-1232163</c:v>
                </c:pt>
                <c:pt idx="15191">
                  <c:v>-1669213</c:v>
                </c:pt>
                <c:pt idx="15192">
                  <c:v>-1670169</c:v>
                </c:pt>
                <c:pt idx="15193">
                  <c:v>-1672461</c:v>
                </c:pt>
                <c:pt idx="15194">
                  <c:v>-1670031</c:v>
                </c:pt>
                <c:pt idx="15195">
                  <c:v>-1211462</c:v>
                </c:pt>
                <c:pt idx="15196">
                  <c:v>-1583236</c:v>
                </c:pt>
                <c:pt idx="15197">
                  <c:v>-1489647</c:v>
                </c:pt>
                <c:pt idx="15198">
                  <c:v>-1625292</c:v>
                </c:pt>
                <c:pt idx="15199">
                  <c:v>-1232651</c:v>
                </c:pt>
                <c:pt idx="15200">
                  <c:v>-1672000</c:v>
                </c:pt>
                <c:pt idx="15201">
                  <c:v>-1232402</c:v>
                </c:pt>
                <c:pt idx="15202">
                  <c:v>-1489407</c:v>
                </c:pt>
                <c:pt idx="15203">
                  <c:v>-1232390</c:v>
                </c:pt>
                <c:pt idx="15204">
                  <c:v>-1545206</c:v>
                </c:pt>
                <c:pt idx="15205">
                  <c:v>-1674223</c:v>
                </c:pt>
                <c:pt idx="15206">
                  <c:v>-1671182</c:v>
                </c:pt>
                <c:pt idx="15207">
                  <c:v>-1671459</c:v>
                </c:pt>
                <c:pt idx="15208">
                  <c:v>-1688558</c:v>
                </c:pt>
                <c:pt idx="15209">
                  <c:v>-1534676</c:v>
                </c:pt>
                <c:pt idx="15210">
                  <c:v>-1234488</c:v>
                </c:pt>
                <c:pt idx="15211">
                  <c:v>-1583236</c:v>
                </c:pt>
                <c:pt idx="15212">
                  <c:v>-1211179</c:v>
                </c:pt>
                <c:pt idx="15213">
                  <c:v>-1665080</c:v>
                </c:pt>
                <c:pt idx="15214">
                  <c:v>-1624786</c:v>
                </c:pt>
                <c:pt idx="15215">
                  <c:v>-1545319</c:v>
                </c:pt>
                <c:pt idx="15216">
                  <c:v>-1490179</c:v>
                </c:pt>
                <c:pt idx="15217">
                  <c:v>-1669961</c:v>
                </c:pt>
                <c:pt idx="15218">
                  <c:v>-1233263</c:v>
                </c:pt>
                <c:pt idx="15219">
                  <c:v>-1671088</c:v>
                </c:pt>
                <c:pt idx="15220">
                  <c:v>-1489705</c:v>
                </c:pt>
                <c:pt idx="15221">
                  <c:v>-1670388</c:v>
                </c:pt>
                <c:pt idx="15222">
                  <c:v>-1671297</c:v>
                </c:pt>
                <c:pt idx="15223">
                  <c:v>-1232447</c:v>
                </c:pt>
                <c:pt idx="15224">
                  <c:v>-1670284</c:v>
                </c:pt>
                <c:pt idx="15225">
                  <c:v>-1666626</c:v>
                </c:pt>
                <c:pt idx="15226">
                  <c:v>-1673414</c:v>
                </c:pt>
                <c:pt idx="15227">
                  <c:v>-1464794</c:v>
                </c:pt>
                <c:pt idx="15228">
                  <c:v>-1231710</c:v>
                </c:pt>
                <c:pt idx="15229">
                  <c:v>-1495961</c:v>
                </c:pt>
                <c:pt idx="15230">
                  <c:v>-1213491</c:v>
                </c:pt>
                <c:pt idx="15231">
                  <c:v>-1210930</c:v>
                </c:pt>
                <c:pt idx="15232">
                  <c:v>-1667797</c:v>
                </c:pt>
                <c:pt idx="15233">
                  <c:v>-1688656</c:v>
                </c:pt>
                <c:pt idx="15234">
                  <c:v>-1671182</c:v>
                </c:pt>
                <c:pt idx="15235">
                  <c:v>-1232957</c:v>
                </c:pt>
                <c:pt idx="15236">
                  <c:v>-1211814</c:v>
                </c:pt>
                <c:pt idx="15237">
                  <c:v>-1608103</c:v>
                </c:pt>
                <c:pt idx="15238">
                  <c:v>-1490893</c:v>
                </c:pt>
                <c:pt idx="15239">
                  <c:v>-1670284</c:v>
                </c:pt>
                <c:pt idx="15240">
                  <c:v>-1671631</c:v>
                </c:pt>
                <c:pt idx="15241">
                  <c:v>-1669754</c:v>
                </c:pt>
                <c:pt idx="15242">
                  <c:v>-1688656</c:v>
                </c:pt>
                <c:pt idx="15243">
                  <c:v>-1210680</c:v>
                </c:pt>
                <c:pt idx="15244">
                  <c:v>-1235725</c:v>
                </c:pt>
                <c:pt idx="15245">
                  <c:v>-1543874</c:v>
                </c:pt>
                <c:pt idx="15246">
                  <c:v>-1232651</c:v>
                </c:pt>
                <c:pt idx="15247">
                  <c:v>-1608152</c:v>
                </c:pt>
                <c:pt idx="15248">
                  <c:v>-1210930</c:v>
                </c:pt>
                <c:pt idx="15249">
                  <c:v>-1231959</c:v>
                </c:pt>
                <c:pt idx="15250">
                  <c:v>-1490367</c:v>
                </c:pt>
                <c:pt idx="15251">
                  <c:v>-1667797</c:v>
                </c:pt>
                <c:pt idx="15252">
                  <c:v>-1668165</c:v>
                </c:pt>
                <c:pt idx="15253">
                  <c:v>-1673288</c:v>
                </c:pt>
                <c:pt idx="15254">
                  <c:v>-1671088</c:v>
                </c:pt>
                <c:pt idx="15255">
                  <c:v>-1669236</c:v>
                </c:pt>
                <c:pt idx="15256">
                  <c:v>-1544836</c:v>
                </c:pt>
                <c:pt idx="15257">
                  <c:v>-1673256</c:v>
                </c:pt>
                <c:pt idx="15258">
                  <c:v>-1669961</c:v>
                </c:pt>
                <c:pt idx="15259">
                  <c:v>-1233592</c:v>
                </c:pt>
                <c:pt idx="15260">
                  <c:v>-1670388</c:v>
                </c:pt>
                <c:pt idx="15261">
                  <c:v>-1211814</c:v>
                </c:pt>
                <c:pt idx="15262">
                  <c:v>-1670595</c:v>
                </c:pt>
                <c:pt idx="15263">
                  <c:v>-1231993</c:v>
                </c:pt>
                <c:pt idx="15264">
                  <c:v>-1212936</c:v>
                </c:pt>
                <c:pt idx="15265">
                  <c:v>-1232390</c:v>
                </c:pt>
                <c:pt idx="15266">
                  <c:v>-1671088</c:v>
                </c:pt>
                <c:pt idx="15267">
                  <c:v>-1490179</c:v>
                </c:pt>
                <c:pt idx="15268">
                  <c:v>-1688324</c:v>
                </c:pt>
                <c:pt idx="15269">
                  <c:v>-1213457</c:v>
                </c:pt>
                <c:pt idx="15270">
                  <c:v>-1668476</c:v>
                </c:pt>
                <c:pt idx="15271">
                  <c:v>-1624048</c:v>
                </c:pt>
                <c:pt idx="15272">
                  <c:v>-1672967</c:v>
                </c:pt>
                <c:pt idx="15273">
                  <c:v>-1544836</c:v>
                </c:pt>
                <c:pt idx="15274">
                  <c:v>-1489875</c:v>
                </c:pt>
                <c:pt idx="15275">
                  <c:v>-1673186</c:v>
                </c:pt>
                <c:pt idx="15276">
                  <c:v>-1212596</c:v>
                </c:pt>
                <c:pt idx="15277">
                  <c:v>-1667359</c:v>
                </c:pt>
                <c:pt idx="15278">
                  <c:v>-1608152</c:v>
                </c:pt>
                <c:pt idx="15279">
                  <c:v>-1212301</c:v>
                </c:pt>
                <c:pt idx="15280">
                  <c:v>-1688370</c:v>
                </c:pt>
                <c:pt idx="15281">
                  <c:v>-1464371</c:v>
                </c:pt>
                <c:pt idx="15282">
                  <c:v>-1527751</c:v>
                </c:pt>
                <c:pt idx="15283">
                  <c:v>-1672277</c:v>
                </c:pt>
                <c:pt idx="15284">
                  <c:v>-1583320</c:v>
                </c:pt>
                <c:pt idx="15285">
                  <c:v>-1212018</c:v>
                </c:pt>
                <c:pt idx="15286">
                  <c:v>-1233400</c:v>
                </c:pt>
                <c:pt idx="15287">
                  <c:v>-1669754</c:v>
                </c:pt>
                <c:pt idx="15288">
                  <c:v>-1672702</c:v>
                </c:pt>
                <c:pt idx="15289">
                  <c:v>-1705536</c:v>
                </c:pt>
                <c:pt idx="15290">
                  <c:v>-1673785</c:v>
                </c:pt>
                <c:pt idx="15291">
                  <c:v>-1668488</c:v>
                </c:pt>
                <c:pt idx="15292">
                  <c:v>-1669190</c:v>
                </c:pt>
                <c:pt idx="15293">
                  <c:v>-1241141</c:v>
                </c:pt>
                <c:pt idx="15294">
                  <c:v>-1208833</c:v>
                </c:pt>
                <c:pt idx="15295">
                  <c:v>-1187774</c:v>
                </c:pt>
                <c:pt idx="15296">
                  <c:v>-1270789</c:v>
                </c:pt>
                <c:pt idx="15297">
                  <c:v>-1241725</c:v>
                </c:pt>
                <c:pt idx="15298">
                  <c:v>-1261900</c:v>
                </c:pt>
                <c:pt idx="15299">
                  <c:v>-1283718</c:v>
                </c:pt>
                <c:pt idx="15300">
                  <c:v>-1247374</c:v>
                </c:pt>
                <c:pt idx="15301">
                  <c:v>-1271506</c:v>
                </c:pt>
                <c:pt idx="15302">
                  <c:v>-1184443</c:v>
                </c:pt>
                <c:pt idx="15303">
                  <c:v>-1266577</c:v>
                </c:pt>
                <c:pt idx="15304">
                  <c:v>-1235136</c:v>
                </c:pt>
                <c:pt idx="15305">
                  <c:v>-1259336</c:v>
                </c:pt>
                <c:pt idx="15306">
                  <c:v>-1185745</c:v>
                </c:pt>
                <c:pt idx="15307">
                  <c:v>-1256979</c:v>
                </c:pt>
                <c:pt idx="15308">
                  <c:v>-1302242</c:v>
                </c:pt>
                <c:pt idx="15309">
                  <c:v>-1174218</c:v>
                </c:pt>
                <c:pt idx="15310">
                  <c:v>-1301952</c:v>
                </c:pt>
                <c:pt idx="15311">
                  <c:v>-1294115</c:v>
                </c:pt>
                <c:pt idx="15312">
                  <c:v>-1259380</c:v>
                </c:pt>
                <c:pt idx="15313">
                  <c:v>-1273979</c:v>
                </c:pt>
                <c:pt idx="15314">
                  <c:v>-1167461</c:v>
                </c:pt>
                <c:pt idx="15315">
                  <c:v>-1244005</c:v>
                </c:pt>
                <c:pt idx="15316">
                  <c:v>-1353277</c:v>
                </c:pt>
                <c:pt idx="15317">
                  <c:v>-1201853</c:v>
                </c:pt>
                <c:pt idx="15318">
                  <c:v>-1231041</c:v>
                </c:pt>
                <c:pt idx="15319">
                  <c:v>-1243936</c:v>
                </c:pt>
                <c:pt idx="15320">
                  <c:v>-1288823</c:v>
                </c:pt>
                <c:pt idx="15321">
                  <c:v>-1315921</c:v>
                </c:pt>
                <c:pt idx="15322">
                  <c:v>-1233116</c:v>
                </c:pt>
                <c:pt idx="15323">
                  <c:v>-1157071</c:v>
                </c:pt>
                <c:pt idx="15324">
                  <c:v>-1226857</c:v>
                </c:pt>
                <c:pt idx="15325">
                  <c:v>-1229102</c:v>
                </c:pt>
                <c:pt idx="15326">
                  <c:v>-1229102</c:v>
                </c:pt>
                <c:pt idx="15327">
                  <c:v>-1210539</c:v>
                </c:pt>
                <c:pt idx="15328">
                  <c:v>-1301833</c:v>
                </c:pt>
                <c:pt idx="15329">
                  <c:v>-1249190</c:v>
                </c:pt>
                <c:pt idx="15330">
                  <c:v>-1263909</c:v>
                </c:pt>
                <c:pt idx="15331">
                  <c:v>-1156313</c:v>
                </c:pt>
                <c:pt idx="15332">
                  <c:v>-1236473</c:v>
                </c:pt>
                <c:pt idx="15333">
                  <c:v>-1185745</c:v>
                </c:pt>
                <c:pt idx="15334">
                  <c:v>-1244969</c:v>
                </c:pt>
                <c:pt idx="15335">
                  <c:v>-1229102</c:v>
                </c:pt>
                <c:pt idx="15336">
                  <c:v>-1175838</c:v>
                </c:pt>
                <c:pt idx="15337">
                  <c:v>-1229102</c:v>
                </c:pt>
                <c:pt idx="15338">
                  <c:v>-1256668</c:v>
                </c:pt>
                <c:pt idx="15339">
                  <c:v>-1237755</c:v>
                </c:pt>
                <c:pt idx="15340">
                  <c:v>-1276618</c:v>
                </c:pt>
                <c:pt idx="15341">
                  <c:v>-1213072</c:v>
                </c:pt>
                <c:pt idx="15342">
                  <c:v>-1259017</c:v>
                </c:pt>
                <c:pt idx="15343">
                  <c:v>-1358628</c:v>
                </c:pt>
                <c:pt idx="15344">
                  <c:v>-1239706</c:v>
                </c:pt>
                <c:pt idx="15345">
                  <c:v>-1255636</c:v>
                </c:pt>
                <c:pt idx="15346">
                  <c:v>-1264283</c:v>
                </c:pt>
                <c:pt idx="15347">
                  <c:v>-1342526</c:v>
                </c:pt>
                <c:pt idx="15348">
                  <c:v>-1214171</c:v>
                </c:pt>
                <c:pt idx="15349">
                  <c:v>-1273971</c:v>
                </c:pt>
                <c:pt idx="15350">
                  <c:v>-1207744</c:v>
                </c:pt>
                <c:pt idx="15351">
                  <c:v>-1241600</c:v>
                </c:pt>
                <c:pt idx="15352">
                  <c:v>-1255487</c:v>
                </c:pt>
                <c:pt idx="15353">
                  <c:v>-1343321</c:v>
                </c:pt>
                <c:pt idx="15354">
                  <c:v>-1342576</c:v>
                </c:pt>
                <c:pt idx="15355">
                  <c:v>-1247272</c:v>
                </c:pt>
                <c:pt idx="15356">
                  <c:v>-1290925</c:v>
                </c:pt>
                <c:pt idx="15357">
                  <c:v>-1251164</c:v>
                </c:pt>
                <c:pt idx="15358">
                  <c:v>-1265964</c:v>
                </c:pt>
                <c:pt idx="15359">
                  <c:v>-1291100</c:v>
                </c:pt>
                <c:pt idx="15360">
                  <c:v>-1319141</c:v>
                </c:pt>
                <c:pt idx="15361">
                  <c:v>-1240420</c:v>
                </c:pt>
                <c:pt idx="15362">
                  <c:v>-1144470</c:v>
                </c:pt>
                <c:pt idx="15363">
                  <c:v>-1256419</c:v>
                </c:pt>
                <c:pt idx="15364">
                  <c:v>-1277010</c:v>
                </c:pt>
                <c:pt idx="15365">
                  <c:v>-1300448</c:v>
                </c:pt>
                <c:pt idx="15366">
                  <c:v>-1178011</c:v>
                </c:pt>
                <c:pt idx="15367">
                  <c:v>-1294299</c:v>
                </c:pt>
                <c:pt idx="15368">
                  <c:v>-1248062</c:v>
                </c:pt>
                <c:pt idx="15369">
                  <c:v>-1147579</c:v>
                </c:pt>
                <c:pt idx="15370">
                  <c:v>-1313194</c:v>
                </c:pt>
                <c:pt idx="15371">
                  <c:v>-1287692</c:v>
                </c:pt>
                <c:pt idx="15372">
                  <c:v>-1266951</c:v>
                </c:pt>
                <c:pt idx="15373">
                  <c:v>-1290005</c:v>
                </c:pt>
                <c:pt idx="15374">
                  <c:v>-1271356</c:v>
                </c:pt>
                <c:pt idx="15375">
                  <c:v>-1300805</c:v>
                </c:pt>
                <c:pt idx="15376">
                  <c:v>-1310527</c:v>
                </c:pt>
                <c:pt idx="15377">
                  <c:v>-1196891</c:v>
                </c:pt>
                <c:pt idx="15378">
                  <c:v>-1297450</c:v>
                </c:pt>
                <c:pt idx="15379">
                  <c:v>-1183979</c:v>
                </c:pt>
                <c:pt idx="15380">
                  <c:v>-1234185</c:v>
                </c:pt>
                <c:pt idx="15381">
                  <c:v>-1235314</c:v>
                </c:pt>
                <c:pt idx="15382">
                  <c:v>-1234942</c:v>
                </c:pt>
                <c:pt idx="15383">
                  <c:v>-1235614</c:v>
                </c:pt>
                <c:pt idx="15384">
                  <c:v>-1233978</c:v>
                </c:pt>
                <c:pt idx="15385">
                  <c:v>-1234751</c:v>
                </c:pt>
                <c:pt idx="15386">
                  <c:v>-1234615</c:v>
                </c:pt>
                <c:pt idx="15387">
                  <c:v>-1234751</c:v>
                </c:pt>
                <c:pt idx="15388">
                  <c:v>-1236469</c:v>
                </c:pt>
                <c:pt idx="15389">
                  <c:v>-1236458</c:v>
                </c:pt>
                <c:pt idx="15390">
                  <c:v>-1233207</c:v>
                </c:pt>
                <c:pt idx="15391">
                  <c:v>-1236395</c:v>
                </c:pt>
                <c:pt idx="15392">
                  <c:v>-1235232</c:v>
                </c:pt>
              </c:numCache>
            </c:numRef>
          </c:yVal>
        </c:ser>
        <c:ser>
          <c:idx val="1"/>
          <c:order val="1"/>
          <c:tx>
            <c:v>Primaria</c:v>
          </c:tx>
          <c:spPr>
            <a:solidFill xmlns:a="http://schemas.openxmlformats.org/drawingml/2006/main">
              <a:srgbClr val="17365D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noFill xmlns:a="http://schemas.openxmlformats.org/drawingml/2006/main"/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-7249529</c:v>
                </c:pt>
                <c:pt idx="1">
                  <c:v>-7143398</c:v>
                </c:pt>
                <c:pt idx="2">
                  <c:v>-7112671</c:v>
                </c:pt>
                <c:pt idx="3">
                  <c:v>-7139655</c:v>
                </c:pt>
                <c:pt idx="4">
                  <c:v>-7265014</c:v>
                </c:pt>
                <c:pt idx="5">
                  <c:v>-7266291</c:v>
                </c:pt>
                <c:pt idx="6">
                  <c:v>-7486851</c:v>
                </c:pt>
                <c:pt idx="7">
                  <c:v>-7627108</c:v>
                </c:pt>
                <c:pt idx="8">
                  <c:v>-7623680</c:v>
                </c:pt>
                <c:pt idx="9">
                  <c:v>-7554998</c:v>
                </c:pt>
                <c:pt idx="10">
                  <c:v>-7651118</c:v>
                </c:pt>
                <c:pt idx="11">
                  <c:v>-7565227</c:v>
                </c:pt>
                <c:pt idx="12">
                  <c:v>-7526714</c:v>
                </c:pt>
                <c:pt idx="13">
                  <c:v>-7584186</c:v>
                </c:pt>
                <c:pt idx="14">
                  <c:v>-7598245</c:v>
                </c:pt>
                <c:pt idx="15">
                  <c:v>-7585567</c:v>
                </c:pt>
                <c:pt idx="16">
                  <c:v>-7374712</c:v>
                </c:pt>
                <c:pt idx="17">
                  <c:v>-7322445</c:v>
                </c:pt>
                <c:pt idx="18">
                  <c:v>-7380283</c:v>
                </c:pt>
                <c:pt idx="19">
                  <c:v>-7376538</c:v>
                </c:pt>
                <c:pt idx="20">
                  <c:v>-7347918</c:v>
                </c:pt>
                <c:pt idx="21">
                  <c:v>-7367841</c:v>
                </c:pt>
                <c:pt idx="22">
                  <c:v>-7335647</c:v>
                </c:pt>
                <c:pt idx="23">
                  <c:v>-7365844</c:v>
                </c:pt>
                <c:pt idx="24">
                  <c:v>-7441149</c:v>
                </c:pt>
                <c:pt idx="25">
                  <c:v>-7589966</c:v>
                </c:pt>
                <c:pt idx="26">
                  <c:v>-7470973</c:v>
                </c:pt>
                <c:pt idx="27">
                  <c:v>-7470072</c:v>
                </c:pt>
                <c:pt idx="28">
                  <c:v>-7358438</c:v>
                </c:pt>
                <c:pt idx="29">
                  <c:v>-7354418</c:v>
                </c:pt>
                <c:pt idx="30">
                  <c:v>-7333824</c:v>
                </c:pt>
                <c:pt idx="31">
                  <c:v>-7351009</c:v>
                </c:pt>
                <c:pt idx="32">
                  <c:v>-7332521</c:v>
                </c:pt>
                <c:pt idx="33">
                  <c:v>-7342531</c:v>
                </c:pt>
                <c:pt idx="34">
                  <c:v>-7411718</c:v>
                </c:pt>
                <c:pt idx="35">
                  <c:v>-7318077</c:v>
                </c:pt>
                <c:pt idx="36">
                  <c:v>-7167675</c:v>
                </c:pt>
                <c:pt idx="37">
                  <c:v>-7198120</c:v>
                </c:pt>
                <c:pt idx="38">
                  <c:v>-7230530</c:v>
                </c:pt>
                <c:pt idx="39">
                  <c:v>-7137046</c:v>
                </c:pt>
                <c:pt idx="40">
                  <c:v>-7202614</c:v>
                </c:pt>
                <c:pt idx="41">
                  <c:v>-7161499</c:v>
                </c:pt>
                <c:pt idx="42">
                  <c:v>-7111712</c:v>
                </c:pt>
                <c:pt idx="43">
                  <c:v>-6992932</c:v>
                </c:pt>
                <c:pt idx="44">
                  <c:v>-7029348</c:v>
                </c:pt>
                <c:pt idx="45">
                  <c:v>-7015097</c:v>
                </c:pt>
                <c:pt idx="46">
                  <c:v>-6975931</c:v>
                </c:pt>
                <c:pt idx="47">
                  <c:v>-7040542</c:v>
                </c:pt>
                <c:pt idx="48">
                  <c:v>-7032469</c:v>
                </c:pt>
                <c:pt idx="49">
                  <c:v>-7071263</c:v>
                </c:pt>
                <c:pt idx="50">
                  <c:v>-7180051</c:v>
                </c:pt>
                <c:pt idx="51">
                  <c:v>-7292850</c:v>
                </c:pt>
                <c:pt idx="52">
                  <c:v>-7234485</c:v>
                </c:pt>
                <c:pt idx="53">
                  <c:v>-7428912</c:v>
                </c:pt>
                <c:pt idx="54">
                  <c:v>-7355652</c:v>
                </c:pt>
                <c:pt idx="55">
                  <c:v>-7353665</c:v>
                </c:pt>
                <c:pt idx="56">
                  <c:v>-7467635</c:v>
                </c:pt>
                <c:pt idx="57">
                  <c:v>-7369760</c:v>
                </c:pt>
                <c:pt idx="58">
                  <c:v>-7653958</c:v>
                </c:pt>
                <c:pt idx="59">
                  <c:v>-7656143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-2130653</c:v>
                </c:pt>
                <c:pt idx="1">
                  <c:v>-2216327</c:v>
                </c:pt>
                <c:pt idx="2">
                  <c:v>-2341761</c:v>
                </c:pt>
                <c:pt idx="3">
                  <c:v>-2166813</c:v>
                </c:pt>
                <c:pt idx="4">
                  <c:v>-2160329</c:v>
                </c:pt>
                <c:pt idx="5">
                  <c:v>-2160623</c:v>
                </c:pt>
                <c:pt idx="6">
                  <c:v>-1930171</c:v>
                </c:pt>
                <c:pt idx="7">
                  <c:v>-1902906</c:v>
                </c:pt>
                <c:pt idx="8">
                  <c:v>-1705029</c:v>
                </c:pt>
                <c:pt idx="9">
                  <c:v>-1886382</c:v>
                </c:pt>
                <c:pt idx="10">
                  <c:v>-1867076</c:v>
                </c:pt>
                <c:pt idx="11">
                  <c:v>-2005560</c:v>
                </c:pt>
                <c:pt idx="12">
                  <c:v>-1914342</c:v>
                </c:pt>
                <c:pt idx="13">
                  <c:v>-1864406</c:v>
                </c:pt>
                <c:pt idx="14">
                  <c:v>-1858930</c:v>
                </c:pt>
                <c:pt idx="15">
                  <c:v>-1862188</c:v>
                </c:pt>
                <c:pt idx="16">
                  <c:v>-1959028</c:v>
                </c:pt>
                <c:pt idx="17">
                  <c:v>-1859775</c:v>
                </c:pt>
                <c:pt idx="18">
                  <c:v>-2004240</c:v>
                </c:pt>
                <c:pt idx="19">
                  <c:v>-1957922</c:v>
                </c:pt>
                <c:pt idx="20">
                  <c:v>-1923980</c:v>
                </c:pt>
                <c:pt idx="21">
                  <c:v>-1967029</c:v>
                </c:pt>
                <c:pt idx="22">
                  <c:v>-1981823</c:v>
                </c:pt>
                <c:pt idx="23">
                  <c:v>-1967962</c:v>
                </c:pt>
                <c:pt idx="24">
                  <c:v>-2093715</c:v>
                </c:pt>
                <c:pt idx="25">
                  <c:v>-2000419</c:v>
                </c:pt>
                <c:pt idx="26">
                  <c:v>-2033930</c:v>
                </c:pt>
                <c:pt idx="27">
                  <c:v>-2033644</c:v>
                </c:pt>
                <c:pt idx="28">
                  <c:v>-2440667</c:v>
                </c:pt>
                <c:pt idx="29">
                  <c:v>-2187434</c:v>
                </c:pt>
                <c:pt idx="30">
                  <c:v>-2495302</c:v>
                </c:pt>
                <c:pt idx="31">
                  <c:v>-2084801</c:v>
                </c:pt>
                <c:pt idx="32">
                  <c:v>-2054000</c:v>
                </c:pt>
                <c:pt idx="33">
                  <c:v>-2102038</c:v>
                </c:pt>
                <c:pt idx="34">
                  <c:v>-2087284</c:v>
                </c:pt>
                <c:pt idx="35">
                  <c:v>-2223569</c:v>
                </c:pt>
                <c:pt idx="36">
                  <c:v>-2598216</c:v>
                </c:pt>
                <c:pt idx="37">
                  <c:v>-2433148</c:v>
                </c:pt>
                <c:pt idx="38">
                  <c:v>-2449553</c:v>
                </c:pt>
                <c:pt idx="39">
                  <c:v>-2490263</c:v>
                </c:pt>
                <c:pt idx="40">
                  <c:v>-2457283</c:v>
                </c:pt>
                <c:pt idx="41">
                  <c:v>-2600244</c:v>
                </c:pt>
                <c:pt idx="42">
                  <c:v>-1967998</c:v>
                </c:pt>
                <c:pt idx="43">
                  <c:v>-1995839</c:v>
                </c:pt>
                <c:pt idx="44">
                  <c:v>-1991553</c:v>
                </c:pt>
                <c:pt idx="45">
                  <c:v>-2001704</c:v>
                </c:pt>
                <c:pt idx="46">
                  <c:v>-1963055</c:v>
                </c:pt>
                <c:pt idx="47">
                  <c:v>-2019513</c:v>
                </c:pt>
                <c:pt idx="48">
                  <c:v>-2016128</c:v>
                </c:pt>
                <c:pt idx="49">
                  <c:v>-2277628</c:v>
                </c:pt>
                <c:pt idx="50">
                  <c:v>-1726984</c:v>
                </c:pt>
                <c:pt idx="51">
                  <c:v>-1801523</c:v>
                </c:pt>
                <c:pt idx="52">
                  <c:v>-1711453</c:v>
                </c:pt>
                <c:pt idx="53">
                  <c:v>-1674914</c:v>
                </c:pt>
                <c:pt idx="54">
                  <c:v>-1232130</c:v>
                </c:pt>
                <c:pt idx="55">
                  <c:v>-1231937</c:v>
                </c:pt>
                <c:pt idx="56">
                  <c:v>-1321398</c:v>
                </c:pt>
                <c:pt idx="57">
                  <c:v>-1175996</c:v>
                </c:pt>
                <c:pt idx="58">
                  <c:v>-1234432</c:v>
                </c:pt>
                <c:pt idx="59">
                  <c:v>-1234776</c:v>
                </c:pt>
              </c:numCache>
            </c:numRef>
          </c:yVal>
        </c:ser>
        <c:ser>
          <c:idx val="2"/>
          <c:order val="2"/>
          <c:tx>
            <c:v>Secundaria</c:v>
          </c:tx>
          <c:spPr>
            <a:solidFill xmlns:a="http://schemas.openxmlformats.org/drawingml/2006/main">
              <a:srgbClr val="3486E8"/>
            </a:solidFill>
            <a:ln xmlns:a="http://schemas.openxmlformats.org/drawingml/2006/main" w="0">
              <a:noFill/>
            </a:ln>
          </c:spPr>
          <c:marker>
            <c:symbol val="circle"/>
            <c:size val="7"/>
            <c:spPr>
              <a:noFill xmlns:a="http://schemas.openxmlformats.org/drawingml/2006/main"/>
            </c:spPr>
          </c:marker>
          <c:xVal>
            <c:numRef>
              <c:f>'Chart Data'!$E$2:$E$59</c:f>
              <c:numCache>
                <c:formatCode>General</c:formatCode>
                <c:ptCount val="58"/>
                <c:pt idx="0">
                  <c:v>-7280128</c:v>
                </c:pt>
                <c:pt idx="1">
                  <c:v>-7127540</c:v>
                </c:pt>
                <c:pt idx="2">
                  <c:v>-7206715</c:v>
                </c:pt>
                <c:pt idx="3">
                  <c:v>-7264350</c:v>
                </c:pt>
                <c:pt idx="4">
                  <c:v>-7269336</c:v>
                </c:pt>
                <c:pt idx="5">
                  <c:v>-7229580</c:v>
                </c:pt>
                <c:pt idx="6">
                  <c:v>-7576004</c:v>
                </c:pt>
                <c:pt idx="7">
                  <c:v>-7667055</c:v>
                </c:pt>
                <c:pt idx="8">
                  <c:v>-7613353</c:v>
                </c:pt>
                <c:pt idx="9">
                  <c:v>-7514724</c:v>
                </c:pt>
                <c:pt idx="10">
                  <c:v>-7519578</c:v>
                </c:pt>
                <c:pt idx="11">
                  <c:v>-7587297</c:v>
                </c:pt>
                <c:pt idx="12">
                  <c:v>-7580149</c:v>
                </c:pt>
                <c:pt idx="13">
                  <c:v>-7598236</c:v>
                </c:pt>
                <c:pt idx="14">
                  <c:v>-7582632</c:v>
                </c:pt>
                <c:pt idx="15">
                  <c:v>-7591449</c:v>
                </c:pt>
                <c:pt idx="16">
                  <c:v>-7370133</c:v>
                </c:pt>
                <c:pt idx="17">
                  <c:v>-7256858</c:v>
                </c:pt>
                <c:pt idx="18">
                  <c:v>-7412759</c:v>
                </c:pt>
                <c:pt idx="19">
                  <c:v>-7247867</c:v>
                </c:pt>
                <c:pt idx="20">
                  <c:v>-7364876</c:v>
                </c:pt>
                <c:pt idx="21">
                  <c:v>-7339303</c:v>
                </c:pt>
                <c:pt idx="22">
                  <c:v>-7365590</c:v>
                </c:pt>
                <c:pt idx="23">
                  <c:v>-7362380</c:v>
                </c:pt>
                <c:pt idx="24">
                  <c:v>-7441149</c:v>
                </c:pt>
                <c:pt idx="25">
                  <c:v>-7558566</c:v>
                </c:pt>
                <c:pt idx="26">
                  <c:v>-7441507</c:v>
                </c:pt>
                <c:pt idx="27">
                  <c:v>-7470034</c:v>
                </c:pt>
                <c:pt idx="28">
                  <c:v>-7473801</c:v>
                </c:pt>
                <c:pt idx="29">
                  <c:v>-7471443</c:v>
                </c:pt>
                <c:pt idx="30">
                  <c:v>-7338205</c:v>
                </c:pt>
                <c:pt idx="31">
                  <c:v>-7285878</c:v>
                </c:pt>
                <c:pt idx="32">
                  <c:v>-7256115</c:v>
                </c:pt>
                <c:pt idx="33">
                  <c:v>-7377090</c:v>
                </c:pt>
                <c:pt idx="34">
                  <c:v>-7319715</c:v>
                </c:pt>
                <c:pt idx="35">
                  <c:v>-7439053</c:v>
                </c:pt>
                <c:pt idx="36">
                  <c:v>-7231120</c:v>
                </c:pt>
                <c:pt idx="37">
                  <c:v>-7201611</c:v>
                </c:pt>
                <c:pt idx="38">
                  <c:v>-7207893</c:v>
                </c:pt>
                <c:pt idx="39">
                  <c:v>-7207974</c:v>
                </c:pt>
                <c:pt idx="40">
                  <c:v>-6964893</c:v>
                </c:pt>
                <c:pt idx="41">
                  <c:v>-7025966</c:v>
                </c:pt>
                <c:pt idx="42">
                  <c:v>-7016326</c:v>
                </c:pt>
                <c:pt idx="43">
                  <c:v>-7032398</c:v>
                </c:pt>
                <c:pt idx="44">
                  <c:v>-7032177</c:v>
                </c:pt>
                <c:pt idx="45">
                  <c:v>-7028436</c:v>
                </c:pt>
                <c:pt idx="46">
                  <c:v>-7030730</c:v>
                </c:pt>
                <c:pt idx="47">
                  <c:v>-7080407</c:v>
                </c:pt>
                <c:pt idx="48">
                  <c:v>-7226164</c:v>
                </c:pt>
                <c:pt idx="49">
                  <c:v>-7145734</c:v>
                </c:pt>
                <c:pt idx="50">
                  <c:v>-7478375</c:v>
                </c:pt>
                <c:pt idx="51">
                  <c:v>-7275073</c:v>
                </c:pt>
                <c:pt idx="52">
                  <c:v>-7434898</c:v>
                </c:pt>
                <c:pt idx="53">
                  <c:v>-7130332</c:v>
                </c:pt>
                <c:pt idx="54">
                  <c:v>-7541921</c:v>
                </c:pt>
                <c:pt idx="55">
                  <c:v>-7343325</c:v>
                </c:pt>
                <c:pt idx="56">
                  <c:v>-7653527</c:v>
                </c:pt>
                <c:pt idx="57">
                  <c:v>-7655913</c:v>
                </c:pt>
              </c:numCache>
            </c:numRef>
          </c:xVal>
          <c:yVal>
            <c:numRef>
              <c:f>'Chart Data'!$F$2:$F$59</c:f>
              <c:numCache>
                <c:formatCode>General</c:formatCode>
                <c:ptCount val="58"/>
                <c:pt idx="0">
                  <c:v>-2132638</c:v>
                </c:pt>
                <c:pt idx="1">
                  <c:v>-2358356</c:v>
                </c:pt>
                <c:pt idx="2">
                  <c:v>-2161577</c:v>
                </c:pt>
                <c:pt idx="3">
                  <c:v>-2159946</c:v>
                </c:pt>
                <c:pt idx="4">
                  <c:v>-2158350</c:v>
                </c:pt>
                <c:pt idx="5">
                  <c:v>-2370881</c:v>
                </c:pt>
                <c:pt idx="6">
                  <c:v>-1876644</c:v>
                </c:pt>
                <c:pt idx="7">
                  <c:v>-1812390</c:v>
                </c:pt>
                <c:pt idx="8">
                  <c:v>-1878146</c:v>
                </c:pt>
                <c:pt idx="9">
                  <c:v>-1774297</c:v>
                </c:pt>
                <c:pt idx="10">
                  <c:v>-1642811</c:v>
                </c:pt>
                <c:pt idx="11">
                  <c:v>-1863744</c:v>
                </c:pt>
                <c:pt idx="12">
                  <c:v>-1857138</c:v>
                </c:pt>
                <c:pt idx="13">
                  <c:v>-1862597</c:v>
                </c:pt>
                <c:pt idx="14">
                  <c:v>-1862467</c:v>
                </c:pt>
                <c:pt idx="15">
                  <c:v>-1861619</c:v>
                </c:pt>
                <c:pt idx="16">
                  <c:v>-1963071</c:v>
                </c:pt>
                <c:pt idx="17">
                  <c:v>-2006262</c:v>
                </c:pt>
                <c:pt idx="18">
                  <c:v>-1945109</c:v>
                </c:pt>
                <c:pt idx="19">
                  <c:v>-2073749</c:v>
                </c:pt>
                <c:pt idx="20">
                  <c:v>-1966948</c:v>
                </c:pt>
                <c:pt idx="21">
                  <c:v>-1990233</c:v>
                </c:pt>
                <c:pt idx="22">
                  <c:v>-1969199</c:v>
                </c:pt>
                <c:pt idx="23">
                  <c:v>-1969759</c:v>
                </c:pt>
                <c:pt idx="24">
                  <c:v>-2093715</c:v>
                </c:pt>
                <c:pt idx="25">
                  <c:v>-2100853</c:v>
                </c:pt>
                <c:pt idx="26">
                  <c:v>-2045907</c:v>
                </c:pt>
                <c:pt idx="27">
                  <c:v>-2032855</c:v>
                </c:pt>
                <c:pt idx="28">
                  <c:v>-2034213</c:v>
                </c:pt>
                <c:pt idx="29">
                  <c:v>-2031814</c:v>
                </c:pt>
                <c:pt idx="30">
                  <c:v>-2283208</c:v>
                </c:pt>
                <c:pt idx="31">
                  <c:v>-2210787</c:v>
                </c:pt>
                <c:pt idx="32">
                  <c:v>-2204801</c:v>
                </c:pt>
                <c:pt idx="33">
                  <c:v>-2338362</c:v>
                </c:pt>
                <c:pt idx="34">
                  <c:v>-2225209</c:v>
                </c:pt>
                <c:pt idx="35">
                  <c:v>-2327985</c:v>
                </c:pt>
                <c:pt idx="36">
                  <c:v>-2409156</c:v>
                </c:pt>
                <c:pt idx="37">
                  <c:v>-2460393</c:v>
                </c:pt>
                <c:pt idx="38">
                  <c:v>-2456494</c:v>
                </c:pt>
                <c:pt idx="39">
                  <c:v>-2441911</c:v>
                </c:pt>
                <c:pt idx="40">
                  <c:v>-1935891</c:v>
                </c:pt>
                <c:pt idx="41">
                  <c:v>-1990537</c:v>
                </c:pt>
                <c:pt idx="42">
                  <c:v>-2024408</c:v>
                </c:pt>
                <c:pt idx="43">
                  <c:v>-1793011</c:v>
                </c:pt>
                <c:pt idx="44">
                  <c:v>-2011392</c:v>
                </c:pt>
                <c:pt idx="45">
                  <c:v>-2013444</c:v>
                </c:pt>
                <c:pt idx="46">
                  <c:v>-1979632</c:v>
                </c:pt>
                <c:pt idx="47">
                  <c:v>-1934367</c:v>
                </c:pt>
                <c:pt idx="48">
                  <c:v>-1671090</c:v>
                </c:pt>
                <c:pt idx="49">
                  <c:v>-1701673</c:v>
                </c:pt>
                <c:pt idx="50">
                  <c:v>-1618366</c:v>
                </c:pt>
                <c:pt idx="51">
                  <c:v>-1210409</c:v>
                </c:pt>
                <c:pt idx="52">
                  <c:v>-1583236</c:v>
                </c:pt>
                <c:pt idx="53">
                  <c:v>-1489647</c:v>
                </c:pt>
                <c:pt idx="54">
                  <c:v>-1241141</c:v>
                </c:pt>
                <c:pt idx="55">
                  <c:v>-1208833</c:v>
                </c:pt>
                <c:pt idx="56">
                  <c:v>-1234185</c:v>
                </c:pt>
                <c:pt idx="57">
                  <c:v>-1235614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-1078214.4249999998"/>
          <c:min val="-2651558.575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</c:valAx>
      <c:valAx>
        <c:axId val="48650112"/>
        <c:scaling>
          <c:orientation val="minMax"/>
          <c:max val="-6319788.925"/>
          <c:min val="-7893133.075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Muestra nacional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de escuelas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Propuesta para revisión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Septiembre de 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Primaria y secundaria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Datos SEIE 2024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Bolivia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Evaluación educativa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8E737CA-EAE8-4F4A-965C-55C0193F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Escuelas principales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60 primaria y 60 secundaria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Reservas iniciales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 por nivel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554174"/>
            <a:ext cx="2949339" cy="81867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Departamentos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Cobertura territorial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279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120 escuelas para preparar futuras evaluaciones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120</a:t>
            </a:r>
            <a:endParaRPr sz="72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24</a:t>
            </a:r>
            <a:endParaRPr sz="72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4356100"/>
            <a:ext cx="2940124" cy="12295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2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9</a:t>
            </a:r>
            <a:endParaRPr sz="72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Selección provisional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60 escuelas por nivel. La vigencia, participación y precisión estadística requieren confirmación antes de implementar una política.</a:t>
            </a:r>
          </a:p>
        </p:txBody>
      </p:sp>
      <p:sp>
        <p:nvSpPr>
          <p:cNvPr id="15" name="Footer Placeholder 14">
            <a:extLst xmlns:a="http://schemas.openxmlformats.org/drawingml/2006/main">
              <a:ext uri="{FF2B5EF4-FFF2-40B4-BE49-F238E27FC236}">
                <a16:creationId xmlns:a16="http://schemas.microsoft.com/office/drawing/2014/main" id="{2A6376E7-C0FC-2608-D121-2037E3C1CD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285ADF-608D-E057-1D6B-3F7AD81076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Composición de las listas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Cobertura de grupos pequeños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Los mínimos por territorio, área y dependencia producen una muestra no proporcional. Los pesos iniciales por nivel se entregan en Excel.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Dimensión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Grupo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Primaria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Secundaria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57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Área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Rural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Área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Urbana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Dependencia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Fiscal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Dependencia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Privada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Oferta mixta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Sí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Oferta mixta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Lista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Principal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Lista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Reserva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57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052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Escuelas seleccionadas por departamento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60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Escuelas para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primaria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60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Escuelas para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secundaria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Cuotas por nivel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 reservan cuatro escuelas por departamento. Las restantes se distribuyen según el tamaño del marco, manteniendo cantidades pares.</a:t>
            </a:r>
          </a:p>
        </p:txBody>
      </p:sp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15985" y="6056248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26A191F-219A-DB9E-DC19-FDD1658D91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 sz="1100"/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428625" y="1190625"/>
          <a:ext xmlns:a="http://schemas.openxmlformats.org/drawingml/2006/main" cx="5429250" cy="5048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828054ccc1422f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3ED50DF-AF85-4E77-B02D-8139AE6F5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19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Ubicación según coordenadas del SEIE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  <p:graphicFrame>
        <p:nvGraphicFramePr>
          <p:cNvPr id="539" name="Chart"/>
          <p:cNvGraphicFramePr/>
          <p:nvPr/>
        </p:nvGraphicFramePr>
        <p:xfrm>
          <a:off xmlns:a="http://schemas.openxmlformats.org/drawingml/2006/main" x="762000" y="1238250"/>
          <a:ext xmlns:a="http://schemas.openxmlformats.org/drawingml/2006/main" cx="49530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7d00fdb77a4b44"/>
          </a:graphicData>
        </a:graphic>
      </p:graphicFrame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7AB031F-32DE-44C2-A88B-0FB827C3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762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Azul oscuro: primaria. Azul claro: secundaria.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Se muestran 118 de las 120 principales. Dos escuelas de secundaria no tienen coordenadas.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El fondo gris incluye 15.393 escuelas del marco. Se omiten 49 registros con coordenadas faltantes o fuera del rango de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17365D"/>
                </a:solidFill>
                <a:latin typeface="Helvetica Neue"/>
                <a:ea typeface="Helvetica Neue"/>
                <a:cs typeface="Helvetica Neue"/>
              </a:rPr>
              <a:t>No se representan límites administrativos.</a:t>
            </a:r>
          </a:p>
        </p:txBody>
      </p:sp>
    </p:spTree>
    <p:extLst>
      <p:ext uri="{BB962C8B-B14F-4D97-AF65-F5344CB8AC3E}">
        <p14:creationId xmlns:p14="http://schemas.microsoft.com/office/powerpoint/2010/main" val="7294244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Selección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Marco provisional, cuotas, sorteo y reservas.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Etapas del trabajo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Verificación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Actividad, matrícula del nivel y participación.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Evaluación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Definir programa, medir línea de base y sortear intervención.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Realizado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Pendiente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Después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120 escuelas distintas y 24 reservas iniciales.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Todas las dependencias disponibles y ambos ámbitos geográficos.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Una escuela mixta participa en un solo grupo de evaluación.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Sorteo reproducible y pesos iniciales documentados.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Supuestos y límites de la propuesta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D3D7D1C8-AE23-AA48-DF65-C742588DBE47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DECISIONES ADOPTADAS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Datos administrativos de 2024 pendientes de actualización.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Programa, resultado y plazo aún no definidos.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Tamaño sin validación de potencia estadística.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 asignación a tratamiento o control.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 precisión garantizada por departamento.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LÍMITES ACTUALES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E0BC934-0157-542C-D5BB-4CBBF257C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418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Verificaciones antes de asignar la intervención</a:t>
            </a: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19C0BA-A84A-2A07-E313-F86616F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09028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Confirmar actividad, nivel ofertado, matrícula y disposición a participar. Registrar fecha y fuente.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581A225-34F9-0D3B-555E-87AD9B0425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C369A1-27DC-4417-B82E-882C775F89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 sz="1100"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440E49-120F-1A2F-57EB-B029345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1881916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27 principales comparten código de local con otras UE del marco.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Revisar vínculos antes de asignar tratamiento.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Usar reservas del mismo estrato y registrar el motivo.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FF1B71-7343-3428-E1A5-013017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1881916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ELEGIBILIDAD ACTUAL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5C8191-FF5D-721C-939A-810BF6F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622601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Definir la política, el resultado y el plazo. Revisar si la intervención se puede asignar por escuela.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2FB920-4338-60DE-B515-40C9397A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4195489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Calcular potencia para cada nivel.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Recoger línea de base y formar parejas similares.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Sortear tratamiento y control únicamente si el diseño lo permite.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8B171C2-7536-1E2D-C49E-6F245F4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4195489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DISEÑO DE EVALUACIÓN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2026-09-18T02:06:26.1100000Z</dcterms:created>
  <dcterms:modified xsi:type="dcterms:W3CDTF">2026-09-18T02:06:26.1100000Z</dcterms:modified>
</coreProperties>
</file>